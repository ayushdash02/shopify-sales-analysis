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91" r:id="rId24"/>
    <p:sldId id="278" r:id="rId25"/>
    <p:sldId id="297" r:id="rId26"/>
    <p:sldId id="292" r:id="rId27"/>
    <p:sldId id="279" r:id="rId28"/>
    <p:sldId id="293" r:id="rId29"/>
    <p:sldId id="280" r:id="rId30"/>
    <p:sldId id="281" r:id="rId31"/>
    <p:sldId id="282" r:id="rId32"/>
    <p:sldId id="283" r:id="rId33"/>
    <p:sldId id="294" r:id="rId34"/>
    <p:sldId id="284" r:id="rId35"/>
    <p:sldId id="295" r:id="rId36"/>
    <p:sldId id="285" r:id="rId37"/>
    <p:sldId id="296" r:id="rId38"/>
    <p:sldId id="286" r:id="rId39"/>
    <p:sldId id="287" r:id="rId40"/>
    <p:sldId id="288" r:id="rId41"/>
    <p:sldId id="290" r:id="rId4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=""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=""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>
        <p:scale>
          <a:sx n="77" d="100"/>
          <a:sy n="77" d="100"/>
        </p:scale>
        <p:origin x="-438" y="-7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tableStyles" Target="tableStyles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bg>
      <p:bgPr>
        <a:gradFill>
          <a:gsLst>
            <a:gs pos="0">
              <a:srgbClr val="FFC717">
                <a:lumMod val="40000"/>
                <a:lumOff val="60000"/>
              </a:srgbClr>
            </a:gs>
            <a:gs pos="100000">
              <a:srgbClr val="FFC717">
                <a:alpha val="0"/>
                <a:lumMod val="20000"/>
                <a:lumOff val="80000"/>
              </a:srgbClr>
            </a:gs>
          </a:gsLst>
          <a:lin ang="162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dt" sz="half" idx="10"/>
          </p:nvPr>
        </p:nvSpPr>
        <p:spPr>
          <a:xfrm>
            <a:off x="4718050" y="6409690"/>
            <a:ext cx="2743200" cy="274320"/>
          </a:xfrm>
        </p:spPr>
        <p:txBody>
          <a:bodyPr vert="horz" lIns="91440" tIns="45720" rIns="91440" bIns="45720" anchor="ctr">
            <a:normAutofit/>
          </a:bodyPr>
          <a:lstStyle/>
          <a:p>
            <a:pPr marL="0" algn="ctr">
              <a:buNone/>
            </a:pPr>
            <a:endParaRPr/>
          </a:p>
        </p:txBody>
      </p:sp>
      <p:sp>
        <p:nvSpPr>
          <p:cNvPr id="3" name="AutoShape 3"/>
          <p:cNvSpPr>
            <a:spLocks noGrp="1"/>
          </p:cNvSpPr>
          <p:nvPr>
            <p:ph type="ftr" sz="quarter" idx="11"/>
          </p:nvPr>
        </p:nvSpPr>
        <p:spPr>
          <a:xfrm>
            <a:off x="660399" y="6409690"/>
            <a:ext cx="3657600" cy="274320"/>
          </a:xfrm>
        </p:spPr>
        <p:txBody>
          <a:bodyPr vert="horz" lIns="91440" tIns="45720" rIns="91440" bIns="45720" anchor="ctr">
            <a:normAutofit/>
          </a:bodyPr>
          <a:lstStyle/>
          <a:p>
            <a:pPr marL="0" algn="l">
              <a:buNone/>
            </a:pPr>
            <a:endParaRPr/>
          </a:p>
        </p:txBody>
      </p:sp>
      <p:sp>
        <p:nvSpPr>
          <p:cNvPr id="4" name="AutoShape 4"/>
          <p:cNvSpPr>
            <a:spLocks noGrp="1"/>
          </p:cNvSpPr>
          <p:nvPr>
            <p:ph type="sldNum" sz="quarter" idx="12"/>
          </p:nvPr>
        </p:nvSpPr>
        <p:spPr>
          <a:xfrm>
            <a:off x="7861300" y="6409690"/>
            <a:ext cx="3657600" cy="274320"/>
          </a:xfrm>
        </p:spPr>
        <p:txBody>
          <a:bodyPr vert="horz" lIns="91440" tIns="45720" rIns="91440" bIns="45720" anchor="ctr">
            <a:normAutofit/>
          </a:bodyPr>
          <a:lstStyle/>
          <a:p>
            <a:pPr marL="0" algn="r">
              <a:buNone/>
            </a:pPr>
            <a:fld id="{3386411A-70EE-422D-B97C-F56BEE3FF077}" type="slidenum">
              <a:rPr lang="en-US" sz="1200" b="0" i="0" u="none" baseline="0">
                <a:solidFill>
                  <a:srgbClr val="000000">
                    <a:tint val="75000"/>
                  </a:srgbClr>
                </a:solidFill>
                <a:latin typeface="Arial"/>
                <a:ea typeface="Arial"/>
              </a:rPr>
              <a:t>‹#›</a:t>
            </a:fld>
            <a:endParaRPr lang="en-US" sz="1200" b="0" i="0" u="none" baseline="0">
              <a:solidFill>
                <a:srgbClr val="000000">
                  <a:tint val="75000"/>
                </a:srgbClr>
              </a:solidFill>
              <a:latin typeface="Arial"/>
              <a:ea typeface="Arial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2192001" cy="6858571"/>
            <a:chOff x="0" y="0"/>
            <a:chExt cx="12192001" cy="6858571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2192000" cy="6858000"/>
            </a:xfrm>
            <a:custGeom>
              <a:avLst/>
              <a:gdLst/>
              <a:ahLst/>
              <a:cxnLst/>
              <a:rect l="l" t="t" r="r" b="b"/>
              <a:pathLst>
                <a:path w="12192000" h="6858000">
                  <a:moveTo>
                    <a:pt x="0" y="0"/>
                  </a:moveTo>
                  <a:lnTo>
                    <a:pt x="12192000" y="0"/>
                  </a:lnTo>
                  <a:lnTo>
                    <a:pt x="12192000" y="6858000"/>
                  </a:lnTo>
                  <a:lnTo>
                    <a:pt x="0" y="6858000"/>
                  </a:lnTo>
                  <a:close/>
                </a:path>
              </a:pathLst>
            </a:custGeom>
            <a:solidFill>
              <a:srgbClr val="FFDA80"/>
            </a:solidFill>
            <a:ln cap="flat">
              <a:prstDash val="solid"/>
            </a:ln>
          </p:spPr>
          <p:txBody>
            <a:bodyPr vert="horz" lIns="91440" tIns="45720" rIns="91440" bIns="45720" anchor="ctr">
              <a:normAutofit/>
            </a:bodyPr>
            <a:lstStyle/>
            <a:p>
              <a:pPr marL="0" algn="l"/>
              <a:endParaRPr/>
            </a:p>
          </p:txBody>
        </p:sp>
        <p:sp>
          <p:nvSpPr>
            <p:cNvPr id="4" name="Freeform 4"/>
            <p:cNvSpPr/>
            <p:nvPr/>
          </p:nvSpPr>
          <p:spPr>
            <a:xfrm>
              <a:off x="8345837" y="3457662"/>
              <a:ext cx="1498663" cy="1393126"/>
            </a:xfrm>
            <a:custGeom>
              <a:avLst/>
              <a:gdLst/>
              <a:ahLst/>
              <a:cxnLst/>
              <a:rect l="l" t="t" r="r" b="b"/>
              <a:pathLst>
                <a:path w="1498663" h="1393126">
                  <a:moveTo>
                    <a:pt x="1498663" y="696563"/>
                  </a:moveTo>
                  <a:cubicBezTo>
                    <a:pt x="1498663" y="1081265"/>
                    <a:pt x="1163176" y="1393127"/>
                    <a:pt x="749332" y="1393127"/>
                  </a:cubicBezTo>
                  <a:cubicBezTo>
                    <a:pt x="335487" y="1393127"/>
                    <a:pt x="0" y="1081265"/>
                    <a:pt x="0" y="696563"/>
                  </a:cubicBezTo>
                  <a:cubicBezTo>
                    <a:pt x="0" y="311862"/>
                    <a:pt x="335487" y="0"/>
                    <a:pt x="749332" y="0"/>
                  </a:cubicBezTo>
                  <a:cubicBezTo>
                    <a:pt x="1163176" y="0"/>
                    <a:pt x="1498663" y="311862"/>
                    <a:pt x="1498663" y="696563"/>
                  </a:cubicBezTo>
                  <a:close/>
                </a:path>
              </a:pathLst>
            </a:custGeom>
            <a:solidFill>
              <a:srgbClr val="FFE592"/>
            </a:solidFill>
            <a:ln cap="flat">
              <a:prstDash val="solid"/>
            </a:ln>
          </p:spPr>
          <p:txBody>
            <a:bodyPr vert="horz" lIns="91440" tIns="45720" rIns="91440" bIns="45720" anchor="ctr">
              <a:normAutofit/>
            </a:bodyPr>
            <a:lstStyle/>
            <a:p>
              <a:pPr marL="0" algn="l"/>
              <a:endParaRPr/>
            </a:p>
          </p:txBody>
        </p:sp>
        <p:sp>
          <p:nvSpPr>
            <p:cNvPr id="5" name="Freeform 5"/>
            <p:cNvSpPr/>
            <p:nvPr/>
          </p:nvSpPr>
          <p:spPr>
            <a:xfrm>
              <a:off x="6444322" y="2105026"/>
              <a:ext cx="5747679" cy="4752975"/>
            </a:xfrm>
            <a:custGeom>
              <a:avLst/>
              <a:gdLst/>
              <a:ahLst/>
              <a:cxnLst/>
              <a:rect l="l" t="t" r="r" b="b"/>
              <a:pathLst>
                <a:path w="5747679" h="4752975">
                  <a:moveTo>
                    <a:pt x="4311133" y="403"/>
                  </a:moveTo>
                  <a:cubicBezTo>
                    <a:pt x="4697936" y="9349"/>
                    <a:pt x="5133063" y="166873"/>
                    <a:pt x="5503933" y="420166"/>
                  </a:cubicBezTo>
                  <a:cubicBezTo>
                    <a:pt x="5571364" y="466220"/>
                    <a:pt x="5631039" y="511608"/>
                    <a:pt x="5683851" y="556204"/>
                  </a:cubicBezTo>
                  <a:lnTo>
                    <a:pt x="5747679" y="616599"/>
                  </a:lnTo>
                  <a:lnTo>
                    <a:pt x="5747679" y="4752975"/>
                  </a:lnTo>
                  <a:lnTo>
                    <a:pt x="0" y="4752975"/>
                  </a:lnTo>
                  <a:lnTo>
                    <a:pt x="31482" y="4554509"/>
                  </a:lnTo>
                  <a:cubicBezTo>
                    <a:pt x="129078" y="4130452"/>
                    <a:pt x="416846" y="3732617"/>
                    <a:pt x="1087858" y="3545129"/>
                  </a:cubicBezTo>
                  <a:cubicBezTo>
                    <a:pt x="2877224" y="3045161"/>
                    <a:pt x="4012794" y="4125201"/>
                    <a:pt x="3407481" y="1941118"/>
                  </a:cubicBezTo>
                  <a:cubicBezTo>
                    <a:pt x="3010369" y="507752"/>
                    <a:pt x="3572691" y="-16677"/>
                    <a:pt x="4311133" y="403"/>
                  </a:cubicBezTo>
                  <a:close/>
                </a:path>
              </a:pathLst>
            </a:custGeom>
            <a:solidFill>
              <a:srgbClr val="FFCB48"/>
            </a:solidFill>
            <a:ln cap="flat">
              <a:prstDash val="solid"/>
            </a:ln>
          </p:spPr>
          <p:txBody>
            <a:bodyPr vert="horz" lIns="91440" tIns="45720" rIns="91440" bIns="45720" anchor="ctr">
              <a:normAutofit/>
            </a:bodyPr>
            <a:lstStyle/>
            <a:p>
              <a:pPr marL="0" algn="l"/>
              <a:endParaRPr/>
            </a:p>
          </p:txBody>
        </p:sp>
        <p:grpSp>
          <p:nvGrpSpPr>
            <p:cNvPr id="6" name="Group 6"/>
            <p:cNvGrpSpPr/>
            <p:nvPr/>
          </p:nvGrpSpPr>
          <p:grpSpPr>
            <a:xfrm>
              <a:off x="10211480" y="343483"/>
              <a:ext cx="1636369" cy="1427246"/>
              <a:chOff x="10634688" y="-6006744"/>
              <a:chExt cx="1636369" cy="1427246"/>
            </a:xfrm>
            <a:solidFill>
              <a:srgbClr val="FFCB48"/>
            </a:solidFill>
          </p:grpSpPr>
          <p:sp>
            <p:nvSpPr>
              <p:cNvPr id="7" name="Freeform 7"/>
              <p:cNvSpPr/>
              <p:nvPr/>
            </p:nvSpPr>
            <p:spPr>
              <a:xfrm>
                <a:off x="11690794" y="-6006744"/>
                <a:ext cx="580263" cy="638175"/>
              </a:xfrm>
              <a:custGeom>
                <a:avLst/>
                <a:gdLst/>
                <a:ahLst/>
                <a:cxnLst/>
                <a:rect l="l" t="t" r="r" b="b"/>
                <a:pathLst>
                  <a:path w="580263" h="638175">
                    <a:moveTo>
                      <a:pt x="580263" y="319088"/>
                    </a:moveTo>
                    <a:cubicBezTo>
                      <a:pt x="580263" y="495315"/>
                      <a:pt x="450367" y="638175"/>
                      <a:pt x="290131" y="638175"/>
                    </a:cubicBezTo>
                    <a:cubicBezTo>
                      <a:pt x="129896" y="638175"/>
                      <a:pt x="-1" y="495315"/>
                      <a:pt x="-1" y="319088"/>
                    </a:cubicBezTo>
                    <a:cubicBezTo>
                      <a:pt x="-1" y="142860"/>
                      <a:pt x="129896" y="0"/>
                      <a:pt x="290131" y="0"/>
                    </a:cubicBezTo>
                    <a:cubicBezTo>
                      <a:pt x="450366" y="0"/>
                      <a:pt x="580263" y="142860"/>
                      <a:pt x="580263" y="319088"/>
                    </a:cubicBezTo>
                    <a:close/>
                  </a:path>
                </a:pathLst>
              </a:custGeom>
              <a:solidFill>
                <a:srgbClr val="FFCB48"/>
              </a:solidFill>
              <a:ln cap="flat">
                <a:prstDash val="solid"/>
              </a:ln>
            </p:spPr>
            <p:txBody>
              <a:bodyPr vert="horz" lIns="91440" tIns="45720" rIns="91440" bIns="45720" anchor="ctr">
                <a:normAutofit/>
              </a:bodyPr>
              <a:lstStyle/>
              <a:p>
                <a:pPr marL="0" algn="l"/>
                <a:endParaRPr/>
              </a:p>
            </p:txBody>
          </p:sp>
          <p:sp>
            <p:nvSpPr>
              <p:cNvPr id="8" name="Freeform 8"/>
              <p:cNvSpPr/>
              <p:nvPr/>
            </p:nvSpPr>
            <p:spPr>
              <a:xfrm>
                <a:off x="10634688" y="-5146806"/>
                <a:ext cx="602932" cy="567308"/>
              </a:xfrm>
              <a:custGeom>
                <a:avLst/>
                <a:gdLst/>
                <a:ahLst/>
                <a:cxnLst/>
                <a:rect l="l" t="t" r="r" b="b"/>
                <a:pathLst>
                  <a:path w="602932" h="567308">
                    <a:moveTo>
                      <a:pt x="602933" y="283655"/>
                    </a:moveTo>
                    <a:cubicBezTo>
                      <a:pt x="602933" y="440313"/>
                      <a:pt x="467961" y="567309"/>
                      <a:pt x="301466" y="567309"/>
                    </a:cubicBezTo>
                    <a:cubicBezTo>
                      <a:pt x="134971" y="567309"/>
                      <a:pt x="0" y="440313"/>
                      <a:pt x="0" y="283655"/>
                    </a:cubicBezTo>
                    <a:cubicBezTo>
                      <a:pt x="0" y="126996"/>
                      <a:pt x="134971" y="0"/>
                      <a:pt x="301466" y="0"/>
                    </a:cubicBezTo>
                    <a:cubicBezTo>
                      <a:pt x="467961" y="0"/>
                      <a:pt x="602933" y="126996"/>
                      <a:pt x="602933" y="283655"/>
                    </a:cubicBezTo>
                    <a:close/>
                  </a:path>
                </a:pathLst>
              </a:custGeom>
              <a:solidFill>
                <a:srgbClr val="FFCB48"/>
              </a:solidFill>
              <a:ln cap="flat">
                <a:prstDash val="solid"/>
              </a:ln>
            </p:spPr>
            <p:txBody>
              <a:bodyPr vert="horz" lIns="91440" tIns="45720" rIns="91440" bIns="45720" anchor="ctr">
                <a:normAutofit/>
              </a:bodyPr>
              <a:lstStyle/>
              <a:p>
                <a:pPr marL="0" algn="l"/>
                <a:endParaRPr/>
              </a:p>
            </p:txBody>
          </p:sp>
        </p:grpSp>
        <p:sp>
          <p:nvSpPr>
            <p:cNvPr id="9" name="Freeform 9"/>
            <p:cNvSpPr/>
            <p:nvPr/>
          </p:nvSpPr>
          <p:spPr>
            <a:xfrm>
              <a:off x="9021055" y="2844684"/>
              <a:ext cx="341233" cy="341233"/>
            </a:xfrm>
            <a:custGeom>
              <a:avLst/>
              <a:gdLst/>
              <a:ahLst/>
              <a:cxnLst/>
              <a:rect l="l" t="t" r="r" b="b"/>
              <a:pathLst>
                <a:path w="341233" h="341233">
                  <a:moveTo>
                    <a:pt x="14073" y="189333"/>
                  </a:moveTo>
                  <a:cubicBezTo>
                    <a:pt x="95607" y="213241"/>
                    <a:pt x="127992" y="245626"/>
                    <a:pt x="151900" y="327160"/>
                  </a:cubicBezTo>
                  <a:cubicBezTo>
                    <a:pt x="157424" y="345924"/>
                    <a:pt x="183809" y="345924"/>
                    <a:pt x="189333" y="327160"/>
                  </a:cubicBezTo>
                  <a:cubicBezTo>
                    <a:pt x="213241" y="245626"/>
                    <a:pt x="245626" y="213241"/>
                    <a:pt x="327160" y="189333"/>
                  </a:cubicBezTo>
                  <a:cubicBezTo>
                    <a:pt x="345924" y="183809"/>
                    <a:pt x="345924" y="157424"/>
                    <a:pt x="327160" y="151900"/>
                  </a:cubicBezTo>
                  <a:cubicBezTo>
                    <a:pt x="245626" y="127992"/>
                    <a:pt x="213241" y="95607"/>
                    <a:pt x="189333" y="14073"/>
                  </a:cubicBezTo>
                  <a:cubicBezTo>
                    <a:pt x="183809" y="-4691"/>
                    <a:pt x="157424" y="-4691"/>
                    <a:pt x="151900" y="14073"/>
                  </a:cubicBezTo>
                  <a:cubicBezTo>
                    <a:pt x="127992" y="95607"/>
                    <a:pt x="95607" y="127992"/>
                    <a:pt x="14073" y="151900"/>
                  </a:cubicBezTo>
                  <a:cubicBezTo>
                    <a:pt x="-4691" y="157424"/>
                    <a:pt x="-4691" y="183809"/>
                    <a:pt x="14073" y="189333"/>
                  </a:cubicBezTo>
                  <a:close/>
                </a:path>
              </a:pathLst>
            </a:custGeom>
            <a:solidFill>
              <a:srgbClr val="FFFFFF"/>
            </a:solidFill>
            <a:ln cap="flat">
              <a:prstDash val="solid"/>
            </a:ln>
          </p:spPr>
          <p:txBody>
            <a:bodyPr vert="horz" lIns="91440" tIns="45720" rIns="91440" bIns="45720" anchor="ctr">
              <a:normAutofit lnSpcReduction="10000"/>
            </a:bodyPr>
            <a:lstStyle/>
            <a:p>
              <a:pPr marL="0" algn="l"/>
              <a:endParaRPr/>
            </a:p>
          </p:txBody>
        </p:sp>
        <p:grpSp>
          <p:nvGrpSpPr>
            <p:cNvPr id="10" name="Group 10"/>
            <p:cNvGrpSpPr/>
            <p:nvPr/>
          </p:nvGrpSpPr>
          <p:grpSpPr>
            <a:xfrm>
              <a:off x="6856762" y="3892249"/>
              <a:ext cx="5134322" cy="2965751"/>
              <a:chOff x="5365315" y="-5239314"/>
              <a:chExt cx="6253564" cy="3612261"/>
            </a:xfrm>
          </p:grpSpPr>
          <p:grpSp>
            <p:nvGrpSpPr>
              <p:cNvPr id="11" name="Group 11"/>
              <p:cNvGrpSpPr/>
              <p:nvPr/>
            </p:nvGrpSpPr>
            <p:grpSpPr>
              <a:xfrm>
                <a:off x="5365315" y="-2645085"/>
                <a:ext cx="6253564" cy="1018032"/>
                <a:chOff x="5365315" y="-2645085"/>
                <a:chExt cx="6253564" cy="1018032"/>
              </a:xfrm>
            </p:grpSpPr>
            <p:grpSp>
              <p:nvGrpSpPr>
                <p:cNvPr id="12" name="Group 12"/>
                <p:cNvGrpSpPr/>
                <p:nvPr/>
              </p:nvGrpSpPr>
              <p:grpSpPr>
                <a:xfrm>
                  <a:off x="5365315" y="-2645085"/>
                  <a:ext cx="6253564" cy="1018032"/>
                  <a:chOff x="5365315" y="-2645085"/>
                  <a:chExt cx="6253564" cy="1018032"/>
                </a:xfrm>
              </p:grpSpPr>
              <p:sp>
                <p:nvSpPr>
                  <p:cNvPr id="13" name="Freeform 13"/>
                  <p:cNvSpPr/>
                  <p:nvPr/>
                </p:nvSpPr>
                <p:spPr>
                  <a:xfrm>
                    <a:off x="5365315" y="-2645085"/>
                    <a:ext cx="1917594" cy="1017936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917594" h="1017936">
                        <a:moveTo>
                          <a:pt x="1917594" y="1017937"/>
                        </a:moveTo>
                        <a:lnTo>
                          <a:pt x="210524" y="1017937"/>
                        </a:lnTo>
                        <a:cubicBezTo>
                          <a:pt x="-263155" y="459486"/>
                          <a:pt x="210524" y="0"/>
                          <a:pt x="210524" y="0"/>
                        </a:cubicBezTo>
                        <a:lnTo>
                          <a:pt x="1917594" y="0"/>
                        </a:lnTo>
                        <a:cubicBezTo>
                          <a:pt x="1917594" y="0"/>
                          <a:pt x="1443916" y="459486"/>
                          <a:pt x="1917594" y="1017937"/>
                        </a:cubicBezTo>
                        <a:close/>
                      </a:path>
                    </a:pathLst>
                  </a:custGeom>
                  <a:solidFill>
                    <a:srgbClr val="FF5900"/>
                  </a:solidFill>
                  <a:ln cap="flat">
                    <a:prstDash val="solid"/>
                  </a:ln>
                </p:spPr>
                <p:txBody>
                  <a:bodyPr vert="horz" lIns="91440" tIns="45720" rIns="91440" bIns="45720" anchor="ctr">
                    <a:normAutofit/>
                  </a:bodyPr>
                  <a:lstStyle/>
                  <a:p>
                    <a:pPr marL="0" algn="l"/>
                    <a:endParaRPr/>
                  </a:p>
                </p:txBody>
              </p:sp>
              <p:sp>
                <p:nvSpPr>
                  <p:cNvPr id="14" name="Freeform 14"/>
                  <p:cNvSpPr/>
                  <p:nvPr/>
                </p:nvSpPr>
                <p:spPr>
                  <a:xfrm>
                    <a:off x="7072386" y="-2644990"/>
                    <a:ext cx="4546494" cy="1017936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546494" h="1017936">
                        <a:moveTo>
                          <a:pt x="156707" y="348996"/>
                        </a:moveTo>
                        <a:cubicBezTo>
                          <a:pt x="102224" y="528542"/>
                          <a:pt x="141848" y="708565"/>
                          <a:pt x="274341" y="884968"/>
                        </a:cubicBezTo>
                        <a:lnTo>
                          <a:pt x="4480010" y="884968"/>
                        </a:lnTo>
                        <a:cubicBezTo>
                          <a:pt x="4516681" y="884968"/>
                          <a:pt x="4546495" y="914686"/>
                          <a:pt x="4546495" y="951452"/>
                        </a:cubicBezTo>
                        <a:lnTo>
                          <a:pt x="4546495" y="951452"/>
                        </a:lnTo>
                        <a:cubicBezTo>
                          <a:pt x="4546495" y="988124"/>
                          <a:pt x="4516777" y="1017937"/>
                          <a:pt x="4480010" y="1017937"/>
                        </a:cubicBezTo>
                        <a:lnTo>
                          <a:pt x="210524" y="1017937"/>
                        </a:lnTo>
                        <a:cubicBezTo>
                          <a:pt x="-263155" y="459486"/>
                          <a:pt x="210524" y="0"/>
                          <a:pt x="210524" y="0"/>
                        </a:cubicBezTo>
                        <a:lnTo>
                          <a:pt x="4480010" y="0"/>
                        </a:lnTo>
                        <a:cubicBezTo>
                          <a:pt x="4516681" y="0"/>
                          <a:pt x="4546495" y="29718"/>
                          <a:pt x="4546495" y="66485"/>
                        </a:cubicBezTo>
                        <a:lnTo>
                          <a:pt x="4546495" y="66485"/>
                        </a:lnTo>
                        <a:cubicBezTo>
                          <a:pt x="4546495" y="103156"/>
                          <a:pt x="4516777" y="132969"/>
                          <a:pt x="4480010" y="132969"/>
                        </a:cubicBezTo>
                        <a:lnTo>
                          <a:pt x="270817" y="132969"/>
                        </a:lnTo>
                        <a:cubicBezTo>
                          <a:pt x="237384" y="175355"/>
                          <a:pt x="186330" y="251365"/>
                          <a:pt x="156707" y="348996"/>
                        </a:cubicBezTo>
                        <a:close/>
                      </a:path>
                    </a:pathLst>
                  </a:custGeom>
                  <a:solidFill>
                    <a:srgbClr val="FF7402"/>
                  </a:solidFill>
                  <a:ln cap="flat">
                    <a:prstDash val="solid"/>
                  </a:ln>
                </p:spPr>
                <p:txBody>
                  <a:bodyPr vert="horz" lIns="91440" tIns="45720" rIns="91440" bIns="45720" anchor="ctr">
                    <a:normAutofit/>
                  </a:bodyPr>
                  <a:lstStyle/>
                  <a:p>
                    <a:pPr marL="0" algn="l"/>
                    <a:endParaRPr/>
                  </a:p>
                </p:txBody>
              </p:sp>
              <p:sp>
                <p:nvSpPr>
                  <p:cNvPr id="15" name="Freeform 15"/>
                  <p:cNvSpPr/>
                  <p:nvPr/>
                </p:nvSpPr>
                <p:spPr>
                  <a:xfrm>
                    <a:off x="7205406" y="-2512116"/>
                    <a:ext cx="4216211" cy="752093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216211" h="752093">
                        <a:moveTo>
                          <a:pt x="4216211" y="0"/>
                        </a:moveTo>
                        <a:lnTo>
                          <a:pt x="4216211" y="752094"/>
                        </a:lnTo>
                        <a:lnTo>
                          <a:pt x="141321" y="752094"/>
                        </a:lnTo>
                        <a:cubicBezTo>
                          <a:pt x="8828" y="575786"/>
                          <a:pt x="-30796" y="395669"/>
                          <a:pt x="23687" y="216122"/>
                        </a:cubicBezTo>
                        <a:cubicBezTo>
                          <a:pt x="53310" y="118491"/>
                          <a:pt x="104364" y="42481"/>
                          <a:pt x="137797" y="0"/>
                        </a:cubicBezTo>
                        <a:lnTo>
                          <a:pt x="4216211" y="0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 cap="flat">
                    <a:prstDash val="solid"/>
                  </a:ln>
                </p:spPr>
                <p:txBody>
                  <a:bodyPr vert="horz" lIns="91440" tIns="45720" rIns="91440" bIns="45720" anchor="ctr">
                    <a:normAutofit/>
                  </a:bodyPr>
                  <a:lstStyle/>
                  <a:p>
                    <a:pPr marL="0" algn="l"/>
                    <a:endParaRPr/>
                  </a:p>
                </p:txBody>
              </p:sp>
            </p:grpSp>
            <p:sp>
              <p:nvSpPr>
                <p:cNvPr id="16" name="Freeform 16"/>
                <p:cNvSpPr/>
                <p:nvPr/>
              </p:nvSpPr>
              <p:spPr>
                <a:xfrm>
                  <a:off x="7953184" y="-2280945"/>
                  <a:ext cx="3197828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197828" h="9525">
                      <a:moveTo>
                        <a:pt x="3197829" y="0"/>
                      </a:moveTo>
                      <a:lnTo>
                        <a:pt x="0" y="0"/>
                      </a:lnTo>
                    </a:path>
                  </a:pathLst>
                </a:custGeom>
                <a:ln w="19050" cap="rnd">
                  <a:solidFill>
                    <a:srgbClr val="2C0303"/>
                  </a:solidFill>
                  <a:prstDash val="solid"/>
                </a:ln>
              </p:spPr>
              <p:txBody>
                <a:bodyPr vert="horz" lIns="91440" tIns="45720" rIns="91440" bIns="45720" anchor="ctr">
                  <a:normAutofit fontScale="25000" lnSpcReduction="20000"/>
                </a:bodyPr>
                <a:lstStyle/>
                <a:p>
                  <a:pPr marL="0" algn="l"/>
                  <a:endParaRPr/>
                </a:p>
              </p:txBody>
            </p:sp>
            <p:sp>
              <p:nvSpPr>
                <p:cNvPr id="17" name="Freeform 17"/>
                <p:cNvSpPr/>
                <p:nvPr/>
              </p:nvSpPr>
              <p:spPr>
                <a:xfrm>
                  <a:off x="8780144" y="-2143880"/>
                  <a:ext cx="2357723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357723" h="9525">
                      <a:moveTo>
                        <a:pt x="0" y="0"/>
                      </a:moveTo>
                      <a:lnTo>
                        <a:pt x="2357724" y="0"/>
                      </a:lnTo>
                    </a:path>
                  </a:pathLst>
                </a:custGeom>
                <a:ln w="19050" cap="rnd">
                  <a:solidFill>
                    <a:srgbClr val="2C0303"/>
                  </a:solidFill>
                  <a:prstDash val="solid"/>
                </a:ln>
              </p:spPr>
              <p:txBody>
                <a:bodyPr vert="horz" lIns="91440" tIns="45720" rIns="91440" bIns="45720" anchor="ctr">
                  <a:normAutofit fontScale="25000" lnSpcReduction="20000"/>
                </a:bodyPr>
                <a:lstStyle/>
                <a:p>
                  <a:pPr marL="0" algn="l"/>
                  <a:endParaRPr/>
                </a:p>
              </p:txBody>
            </p:sp>
            <p:sp>
              <p:nvSpPr>
                <p:cNvPr id="18" name="Freeform 18"/>
                <p:cNvSpPr/>
                <p:nvPr/>
              </p:nvSpPr>
              <p:spPr>
                <a:xfrm>
                  <a:off x="7527988" y="-1902897"/>
                  <a:ext cx="3761041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761041" h="9525">
                      <a:moveTo>
                        <a:pt x="3761042" y="0"/>
                      </a:moveTo>
                      <a:lnTo>
                        <a:pt x="0" y="0"/>
                      </a:lnTo>
                    </a:path>
                  </a:pathLst>
                </a:custGeom>
                <a:ln w="19050" cap="rnd">
                  <a:solidFill>
                    <a:srgbClr val="2C0303"/>
                  </a:solidFill>
                  <a:prstDash val="solid"/>
                </a:ln>
              </p:spPr>
              <p:txBody>
                <a:bodyPr vert="horz" lIns="91440" tIns="45720" rIns="91440" bIns="45720" anchor="ctr">
                  <a:normAutofit fontScale="25000" lnSpcReduction="20000"/>
                </a:bodyPr>
                <a:lstStyle/>
                <a:p>
                  <a:pPr marL="0" algn="l"/>
                  <a:endParaRPr/>
                </a:p>
              </p:txBody>
            </p:sp>
            <p:sp>
              <p:nvSpPr>
                <p:cNvPr id="19" name="Freeform 19"/>
                <p:cNvSpPr/>
                <p:nvPr/>
              </p:nvSpPr>
              <p:spPr>
                <a:xfrm>
                  <a:off x="8111584" y="-2287803"/>
                  <a:ext cx="430815" cy="33604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30815" h="336041">
                      <a:moveTo>
                        <a:pt x="430816" y="336042"/>
                      </a:moveTo>
                      <a:lnTo>
                        <a:pt x="255366" y="249650"/>
                      </a:lnTo>
                      <a:lnTo>
                        <a:pt x="124683" y="336042"/>
                      </a:lnTo>
                      <a:lnTo>
                        <a:pt x="0" y="0"/>
                      </a:lnTo>
                      <a:lnTo>
                        <a:pt x="306134" y="0"/>
                      </a:lnTo>
                      <a:close/>
                    </a:path>
                  </a:pathLst>
                </a:custGeom>
                <a:solidFill>
                  <a:srgbClr val="0C1A44"/>
                </a:solidFill>
                <a:ln cap="flat">
                  <a:prstDash val="solid"/>
                </a:ln>
              </p:spPr>
              <p:txBody>
                <a:bodyPr vert="horz" lIns="91440" tIns="45720" rIns="91440" bIns="45720" anchor="ctr">
                  <a:normAutofit fontScale="85000" lnSpcReduction="20000"/>
                </a:bodyPr>
                <a:lstStyle/>
                <a:p>
                  <a:pPr marL="0" algn="l"/>
                  <a:endParaRPr/>
                </a:p>
              </p:txBody>
            </p:sp>
            <p:sp>
              <p:nvSpPr>
                <p:cNvPr id="20" name="Freeform 20"/>
                <p:cNvSpPr/>
                <p:nvPr/>
              </p:nvSpPr>
              <p:spPr>
                <a:xfrm>
                  <a:off x="5757385" y="-2251893"/>
                  <a:ext cx="919733" cy="22536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19733" h="225361">
                      <a:moveTo>
                        <a:pt x="919734" y="112681"/>
                      </a:moveTo>
                      <a:cubicBezTo>
                        <a:pt x="919734" y="174913"/>
                        <a:pt x="713845" y="225361"/>
                        <a:pt x="459867" y="225361"/>
                      </a:cubicBezTo>
                      <a:cubicBezTo>
                        <a:pt x="205889" y="225361"/>
                        <a:pt x="0" y="174912"/>
                        <a:pt x="0" y="112681"/>
                      </a:cubicBezTo>
                      <a:cubicBezTo>
                        <a:pt x="0" y="50449"/>
                        <a:pt x="205889" y="0"/>
                        <a:pt x="459867" y="0"/>
                      </a:cubicBezTo>
                      <a:cubicBezTo>
                        <a:pt x="713845" y="0"/>
                        <a:pt x="919734" y="50449"/>
                        <a:pt x="919734" y="112681"/>
                      </a:cubicBezTo>
                      <a:close/>
                    </a:path>
                  </a:pathLst>
                </a:custGeom>
                <a:solidFill>
                  <a:srgbClr val="FF7402"/>
                </a:solidFill>
                <a:ln cap="flat">
                  <a:prstDash val="solid"/>
                </a:ln>
              </p:spPr>
              <p:txBody>
                <a:bodyPr vert="horz" lIns="91440" tIns="45720" rIns="91440" bIns="45720" anchor="ctr">
                  <a:normAutofit fontScale="40000" lnSpcReduction="20000"/>
                </a:bodyPr>
                <a:lstStyle/>
                <a:p>
                  <a:pPr marL="0" algn="l"/>
                  <a:endParaRPr/>
                </a:p>
              </p:txBody>
            </p:sp>
          </p:grpSp>
          <p:grpSp>
            <p:nvGrpSpPr>
              <p:cNvPr id="21" name="Group 21"/>
              <p:cNvGrpSpPr/>
              <p:nvPr/>
            </p:nvGrpSpPr>
            <p:grpSpPr>
              <a:xfrm>
                <a:off x="6550754" y="-3503193"/>
                <a:ext cx="4401184" cy="861631"/>
                <a:chOff x="6550754" y="-3503193"/>
                <a:chExt cx="4401184" cy="861631"/>
              </a:xfrm>
            </p:grpSpPr>
            <p:grpSp>
              <p:nvGrpSpPr>
                <p:cNvPr id="22" name="Group 22"/>
                <p:cNvGrpSpPr/>
                <p:nvPr/>
              </p:nvGrpSpPr>
              <p:grpSpPr>
                <a:xfrm>
                  <a:off x="6550754" y="-3503193"/>
                  <a:ext cx="4401184" cy="861631"/>
                  <a:chOff x="6550754" y="-3503193"/>
                  <a:chExt cx="4401184" cy="861631"/>
                </a:xfrm>
              </p:grpSpPr>
              <p:sp>
                <p:nvSpPr>
                  <p:cNvPr id="23" name="Freeform 23"/>
                  <p:cNvSpPr/>
                  <p:nvPr/>
                </p:nvSpPr>
                <p:spPr>
                  <a:xfrm>
                    <a:off x="7752238" y="-3503193"/>
                    <a:ext cx="454310" cy="861631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54310" h="861631">
                        <a:moveTo>
                          <a:pt x="454311" y="861632"/>
                        </a:moveTo>
                        <a:lnTo>
                          <a:pt x="178181" y="861632"/>
                        </a:lnTo>
                        <a:cubicBezTo>
                          <a:pt x="-222726" y="388906"/>
                          <a:pt x="178181" y="0"/>
                          <a:pt x="178181" y="0"/>
                        </a:cubicBezTo>
                        <a:lnTo>
                          <a:pt x="454311" y="0"/>
                        </a:lnTo>
                        <a:cubicBezTo>
                          <a:pt x="454311" y="0"/>
                          <a:pt x="53403" y="388906"/>
                          <a:pt x="454311" y="861632"/>
                        </a:cubicBezTo>
                        <a:close/>
                      </a:path>
                    </a:pathLst>
                  </a:custGeom>
                  <a:solidFill>
                    <a:srgbClr val="284499"/>
                  </a:solidFill>
                  <a:ln cap="flat">
                    <a:prstDash val="solid"/>
                  </a:ln>
                </p:spPr>
                <p:txBody>
                  <a:bodyPr vert="horz" lIns="91440" tIns="45720" rIns="91440" bIns="45720" anchor="ctr">
                    <a:normAutofit/>
                  </a:bodyPr>
                  <a:lstStyle/>
                  <a:p>
                    <a:pPr marL="0" algn="l"/>
                    <a:endParaRPr/>
                  </a:p>
                </p:txBody>
              </p:sp>
              <p:sp>
                <p:nvSpPr>
                  <p:cNvPr id="24" name="Freeform 24"/>
                  <p:cNvSpPr/>
                  <p:nvPr/>
                </p:nvSpPr>
                <p:spPr>
                  <a:xfrm>
                    <a:off x="6583520" y="-3503193"/>
                    <a:ext cx="1346803" cy="861631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346803" h="861631">
                        <a:moveTo>
                          <a:pt x="1346803" y="861632"/>
                        </a:moveTo>
                        <a:lnTo>
                          <a:pt x="178181" y="861632"/>
                        </a:lnTo>
                        <a:cubicBezTo>
                          <a:pt x="-222726" y="388906"/>
                          <a:pt x="178181" y="0"/>
                          <a:pt x="178181" y="0"/>
                        </a:cubicBezTo>
                        <a:lnTo>
                          <a:pt x="1346803" y="0"/>
                        </a:lnTo>
                        <a:cubicBezTo>
                          <a:pt x="1346803" y="0"/>
                          <a:pt x="945896" y="388906"/>
                          <a:pt x="1346803" y="861632"/>
                        </a:cubicBezTo>
                        <a:close/>
                      </a:path>
                    </a:pathLst>
                  </a:custGeom>
                  <a:solidFill>
                    <a:srgbClr val="0C1A44"/>
                  </a:solidFill>
                  <a:ln cap="flat">
                    <a:prstDash val="solid"/>
                  </a:ln>
                </p:spPr>
                <p:txBody>
                  <a:bodyPr vert="horz" lIns="91440" tIns="45720" rIns="91440" bIns="45720" anchor="ctr">
                    <a:normAutofit/>
                  </a:bodyPr>
                  <a:lstStyle/>
                  <a:p>
                    <a:pPr marL="0" algn="l"/>
                    <a:endParaRPr/>
                  </a:p>
                </p:txBody>
              </p:sp>
              <p:sp>
                <p:nvSpPr>
                  <p:cNvPr id="25" name="Freeform 25"/>
                  <p:cNvSpPr/>
                  <p:nvPr/>
                </p:nvSpPr>
                <p:spPr>
                  <a:xfrm>
                    <a:off x="8028272" y="-3503097"/>
                    <a:ext cx="2923666" cy="861536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923666" h="861536">
                        <a:moveTo>
                          <a:pt x="132652" y="295370"/>
                        </a:moveTo>
                        <a:cubicBezTo>
                          <a:pt x="86551" y="447294"/>
                          <a:pt x="120078" y="599694"/>
                          <a:pt x="232188" y="748951"/>
                        </a:cubicBezTo>
                        <a:lnTo>
                          <a:pt x="2867375" y="748951"/>
                        </a:lnTo>
                        <a:cubicBezTo>
                          <a:pt x="2898426" y="748951"/>
                          <a:pt x="2923667" y="774097"/>
                          <a:pt x="2923667" y="805244"/>
                        </a:cubicBezTo>
                        <a:lnTo>
                          <a:pt x="2923667" y="805244"/>
                        </a:lnTo>
                        <a:cubicBezTo>
                          <a:pt x="2923667" y="836295"/>
                          <a:pt x="2898521" y="861536"/>
                          <a:pt x="2867375" y="861536"/>
                        </a:cubicBezTo>
                        <a:lnTo>
                          <a:pt x="178181" y="861536"/>
                        </a:lnTo>
                        <a:cubicBezTo>
                          <a:pt x="-222726" y="388906"/>
                          <a:pt x="178181" y="0"/>
                          <a:pt x="178181" y="0"/>
                        </a:cubicBezTo>
                        <a:lnTo>
                          <a:pt x="2867375" y="0"/>
                        </a:lnTo>
                        <a:cubicBezTo>
                          <a:pt x="2898426" y="0"/>
                          <a:pt x="2923667" y="25146"/>
                          <a:pt x="2923667" y="56293"/>
                        </a:cubicBezTo>
                        <a:lnTo>
                          <a:pt x="2923667" y="56293"/>
                        </a:lnTo>
                        <a:cubicBezTo>
                          <a:pt x="2923667" y="87344"/>
                          <a:pt x="2898521" y="112586"/>
                          <a:pt x="2867375" y="112586"/>
                        </a:cubicBezTo>
                        <a:lnTo>
                          <a:pt x="229235" y="112586"/>
                        </a:lnTo>
                        <a:cubicBezTo>
                          <a:pt x="200946" y="148495"/>
                          <a:pt x="157702" y="212788"/>
                          <a:pt x="132652" y="295370"/>
                        </a:cubicBezTo>
                        <a:close/>
                      </a:path>
                    </a:pathLst>
                  </a:custGeom>
                  <a:solidFill>
                    <a:srgbClr val="1B3276"/>
                  </a:solidFill>
                  <a:ln cap="flat">
                    <a:prstDash val="solid"/>
                  </a:ln>
                </p:spPr>
                <p:txBody>
                  <a:bodyPr vert="horz" lIns="91440" tIns="45720" rIns="91440" bIns="45720" anchor="ctr">
                    <a:normAutofit/>
                  </a:bodyPr>
                  <a:lstStyle/>
                  <a:p>
                    <a:pPr marL="0" algn="l"/>
                    <a:endParaRPr/>
                  </a:p>
                </p:txBody>
              </p:sp>
              <p:sp>
                <p:nvSpPr>
                  <p:cNvPr id="26" name="Freeform 26"/>
                  <p:cNvSpPr/>
                  <p:nvPr/>
                </p:nvSpPr>
                <p:spPr>
                  <a:xfrm>
                    <a:off x="8140881" y="-3390607"/>
                    <a:ext cx="2644085" cy="63655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44085" h="636555">
                        <a:moveTo>
                          <a:pt x="2644086" y="0"/>
                        </a:moveTo>
                        <a:lnTo>
                          <a:pt x="2644086" y="636556"/>
                        </a:lnTo>
                        <a:lnTo>
                          <a:pt x="119579" y="636556"/>
                        </a:lnTo>
                        <a:cubicBezTo>
                          <a:pt x="7470" y="487299"/>
                          <a:pt x="-26058" y="334899"/>
                          <a:pt x="20043" y="182975"/>
                        </a:cubicBezTo>
                        <a:cubicBezTo>
                          <a:pt x="45094" y="100298"/>
                          <a:pt x="88337" y="36004"/>
                          <a:pt x="116626" y="0"/>
                        </a:cubicBezTo>
                        <a:lnTo>
                          <a:pt x="2644086" y="0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 cap="flat">
                    <a:prstDash val="solid"/>
                  </a:ln>
                </p:spPr>
                <p:txBody>
                  <a:bodyPr vert="horz" lIns="91440" tIns="45720" rIns="91440" bIns="45720" anchor="ctr">
                    <a:normAutofit/>
                  </a:bodyPr>
                  <a:lstStyle/>
                  <a:p>
                    <a:pPr marL="0" algn="l"/>
                    <a:endParaRPr/>
                  </a:p>
                </p:txBody>
              </p:sp>
              <p:sp>
                <p:nvSpPr>
                  <p:cNvPr id="27" name="Freeform 27"/>
                  <p:cNvSpPr/>
                  <p:nvPr/>
                </p:nvSpPr>
                <p:spPr>
                  <a:xfrm>
                    <a:off x="6550754" y="-3503193"/>
                    <a:ext cx="454310" cy="861631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54310" h="861631">
                        <a:moveTo>
                          <a:pt x="454311" y="861632"/>
                        </a:moveTo>
                        <a:lnTo>
                          <a:pt x="178181" y="861632"/>
                        </a:lnTo>
                        <a:cubicBezTo>
                          <a:pt x="-222726" y="388906"/>
                          <a:pt x="178181" y="0"/>
                          <a:pt x="178181" y="0"/>
                        </a:cubicBezTo>
                        <a:lnTo>
                          <a:pt x="454311" y="0"/>
                        </a:lnTo>
                        <a:cubicBezTo>
                          <a:pt x="454311" y="0"/>
                          <a:pt x="53404" y="388906"/>
                          <a:pt x="454311" y="861632"/>
                        </a:cubicBezTo>
                        <a:close/>
                      </a:path>
                    </a:pathLst>
                  </a:custGeom>
                  <a:solidFill>
                    <a:srgbClr val="284499"/>
                  </a:solidFill>
                  <a:ln cap="flat">
                    <a:prstDash val="solid"/>
                  </a:ln>
                </p:spPr>
                <p:txBody>
                  <a:bodyPr vert="horz" lIns="91440" tIns="45720" rIns="91440" bIns="45720" anchor="ctr">
                    <a:normAutofit/>
                  </a:bodyPr>
                  <a:lstStyle/>
                  <a:p>
                    <a:pPr marL="0" algn="l"/>
                    <a:endParaRPr/>
                  </a:p>
                </p:txBody>
              </p:sp>
            </p:grpSp>
            <p:sp>
              <p:nvSpPr>
                <p:cNvPr id="28" name="Freeform 28"/>
                <p:cNvSpPr/>
                <p:nvPr/>
              </p:nvSpPr>
              <p:spPr>
                <a:xfrm>
                  <a:off x="8773667" y="-3194963"/>
                  <a:ext cx="1782318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82318" h="9525">
                      <a:moveTo>
                        <a:pt x="1782318" y="0"/>
                      </a:moveTo>
                      <a:lnTo>
                        <a:pt x="0" y="0"/>
                      </a:lnTo>
                    </a:path>
                  </a:pathLst>
                </a:custGeom>
                <a:ln w="19050" cap="rnd">
                  <a:solidFill>
                    <a:srgbClr val="2C0303"/>
                  </a:solidFill>
                  <a:prstDash val="solid"/>
                </a:ln>
              </p:spPr>
              <p:txBody>
                <a:bodyPr vert="horz" lIns="91440" tIns="45720" rIns="91440" bIns="45720" anchor="ctr">
                  <a:normAutofit fontScale="25000" lnSpcReduction="20000"/>
                </a:bodyPr>
                <a:lstStyle/>
                <a:p>
                  <a:pPr marL="0" algn="l"/>
                  <a:endParaRPr/>
                </a:p>
              </p:txBody>
            </p:sp>
            <p:sp>
              <p:nvSpPr>
                <p:cNvPr id="29" name="Freeform 29"/>
                <p:cNvSpPr/>
                <p:nvPr/>
              </p:nvSpPr>
              <p:spPr>
                <a:xfrm>
                  <a:off x="9473564" y="-3078949"/>
                  <a:ext cx="1071276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71276" h="9525">
                      <a:moveTo>
                        <a:pt x="0" y="0"/>
                      </a:moveTo>
                      <a:lnTo>
                        <a:pt x="1071277" y="0"/>
                      </a:lnTo>
                    </a:path>
                  </a:pathLst>
                </a:custGeom>
                <a:ln w="19050" cap="rnd">
                  <a:solidFill>
                    <a:srgbClr val="2C0303"/>
                  </a:solidFill>
                  <a:prstDash val="solid"/>
                </a:ln>
              </p:spPr>
              <p:txBody>
                <a:bodyPr vert="horz" lIns="91440" tIns="45720" rIns="91440" bIns="45720" anchor="ctr">
                  <a:normAutofit fontScale="25000" lnSpcReduction="20000"/>
                </a:bodyPr>
                <a:lstStyle/>
                <a:p>
                  <a:pPr marL="0" algn="l"/>
                  <a:endParaRPr/>
                </a:p>
              </p:txBody>
            </p:sp>
            <p:sp>
              <p:nvSpPr>
                <p:cNvPr id="30" name="Freeform 30"/>
                <p:cNvSpPr/>
                <p:nvPr/>
              </p:nvSpPr>
              <p:spPr>
                <a:xfrm>
                  <a:off x="8413908" y="-2875019"/>
                  <a:ext cx="2258853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58853" h="9525">
                      <a:moveTo>
                        <a:pt x="2258854" y="0"/>
                      </a:moveTo>
                      <a:lnTo>
                        <a:pt x="0" y="0"/>
                      </a:lnTo>
                    </a:path>
                  </a:pathLst>
                </a:custGeom>
                <a:ln w="19050" cap="rnd">
                  <a:solidFill>
                    <a:srgbClr val="2C0303"/>
                  </a:solidFill>
                  <a:prstDash val="solid"/>
                </a:ln>
              </p:spPr>
              <p:txBody>
                <a:bodyPr vert="horz" lIns="91440" tIns="45720" rIns="91440" bIns="45720" anchor="ctr">
                  <a:normAutofit fontScale="25000" lnSpcReduction="20000"/>
                </a:bodyPr>
                <a:lstStyle/>
                <a:p>
                  <a:pPr marL="0" algn="l"/>
                  <a:endParaRPr/>
                </a:p>
              </p:txBody>
            </p:sp>
          </p:grpSp>
          <p:grpSp>
            <p:nvGrpSpPr>
              <p:cNvPr id="31" name="Group 31"/>
              <p:cNvGrpSpPr/>
              <p:nvPr/>
            </p:nvGrpSpPr>
            <p:grpSpPr>
              <a:xfrm>
                <a:off x="9038137" y="-5239314"/>
                <a:ext cx="1631705" cy="1728487"/>
                <a:chOff x="9038137" y="-5239314"/>
                <a:chExt cx="1631705" cy="1728487"/>
              </a:xfrm>
            </p:grpSpPr>
            <p:grpSp>
              <p:nvGrpSpPr>
                <p:cNvPr id="32" name="Group 32"/>
                <p:cNvGrpSpPr/>
                <p:nvPr/>
              </p:nvGrpSpPr>
              <p:grpSpPr>
                <a:xfrm>
                  <a:off x="9038137" y="-5239314"/>
                  <a:ext cx="1631705" cy="1728487"/>
                  <a:chOff x="9038137" y="-5239314"/>
                  <a:chExt cx="1631705" cy="1728487"/>
                </a:xfrm>
              </p:grpSpPr>
              <p:sp>
                <p:nvSpPr>
                  <p:cNvPr id="33" name="Freeform 33"/>
                  <p:cNvSpPr/>
                  <p:nvPr/>
                </p:nvSpPr>
                <p:spPr>
                  <a:xfrm>
                    <a:off x="9099422" y="-5217209"/>
                    <a:ext cx="753808" cy="392067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753808" h="392067">
                        <a:moveTo>
                          <a:pt x="0" y="37426"/>
                        </a:moveTo>
                        <a:cubicBezTo>
                          <a:pt x="0" y="37426"/>
                          <a:pt x="114776" y="436142"/>
                          <a:pt x="753808" y="388041"/>
                        </a:cubicBezTo>
                        <a:cubicBezTo>
                          <a:pt x="753808" y="387946"/>
                          <a:pt x="700088" y="-143073"/>
                          <a:pt x="0" y="37426"/>
                        </a:cubicBezTo>
                        <a:close/>
                      </a:path>
                    </a:pathLst>
                  </a:custGeom>
                  <a:solidFill>
                    <a:srgbClr val="0C1A44"/>
                  </a:solidFill>
                  <a:ln cap="flat">
                    <a:prstDash val="solid"/>
                  </a:ln>
                </p:spPr>
                <p:txBody>
                  <a:bodyPr vert="horz" lIns="91440" tIns="45720" rIns="91440" bIns="45720" anchor="ctr">
                    <a:normAutofit fontScale="92500" lnSpcReduction="20000"/>
                  </a:bodyPr>
                  <a:lstStyle/>
                  <a:p>
                    <a:pPr marL="0" algn="l"/>
                    <a:endParaRPr/>
                  </a:p>
                </p:txBody>
              </p:sp>
              <p:sp>
                <p:nvSpPr>
                  <p:cNvPr id="34" name="Freeform 34"/>
                  <p:cNvSpPr/>
                  <p:nvPr/>
                </p:nvSpPr>
                <p:spPr>
                  <a:xfrm>
                    <a:off x="9713403" y="-5239314"/>
                    <a:ext cx="152788" cy="52739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52788" h="527399">
                        <a:moveTo>
                          <a:pt x="0" y="0"/>
                        </a:moveTo>
                        <a:cubicBezTo>
                          <a:pt x="0" y="0"/>
                          <a:pt x="242126" y="154876"/>
                          <a:pt x="116777" y="527399"/>
                        </a:cubicBezTo>
                      </a:path>
                    </a:pathLst>
                  </a:custGeom>
                  <a:noFill/>
                  <a:ln w="19050" cap="rnd">
                    <a:solidFill>
                      <a:srgbClr val="2C0303"/>
                    </a:solidFill>
                    <a:prstDash val="solid"/>
                  </a:ln>
                </p:spPr>
                <p:txBody>
                  <a:bodyPr vert="horz" lIns="91440" tIns="45720" rIns="91440" bIns="45720" anchor="ctr">
                    <a:normAutofit/>
                  </a:bodyPr>
                  <a:lstStyle/>
                  <a:p>
                    <a:pPr marL="0" algn="l"/>
                    <a:endParaRPr/>
                  </a:p>
                </p:txBody>
              </p:sp>
              <p:sp>
                <p:nvSpPr>
                  <p:cNvPr id="35" name="Freeform 35"/>
                  <p:cNvSpPr/>
                  <p:nvPr/>
                </p:nvSpPr>
                <p:spPr>
                  <a:xfrm>
                    <a:off x="9038137" y="-4857608"/>
                    <a:ext cx="1631705" cy="1346781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631705" h="1346781">
                        <a:moveTo>
                          <a:pt x="776994" y="138454"/>
                        </a:moveTo>
                        <a:cubicBezTo>
                          <a:pt x="776994" y="138454"/>
                          <a:pt x="29662" y="-226163"/>
                          <a:pt x="1278" y="410679"/>
                        </a:cubicBezTo>
                        <a:cubicBezTo>
                          <a:pt x="-27012" y="1047425"/>
                          <a:pt x="418854" y="1360512"/>
                          <a:pt x="899962" y="1346320"/>
                        </a:cubicBezTo>
                        <a:cubicBezTo>
                          <a:pt x="1381069" y="1332127"/>
                          <a:pt x="1858748" y="641089"/>
                          <a:pt x="1514610" y="173411"/>
                        </a:cubicBezTo>
                        <a:cubicBezTo>
                          <a:pt x="1243338" y="-195206"/>
                          <a:pt x="776994" y="138454"/>
                          <a:pt x="776994" y="138454"/>
                        </a:cubicBezTo>
                        <a:close/>
                      </a:path>
                    </a:pathLst>
                  </a:custGeom>
                  <a:solidFill>
                    <a:srgbClr val="FF5900"/>
                  </a:solidFill>
                  <a:ln cap="flat">
                    <a:prstDash val="solid"/>
                  </a:ln>
                </p:spPr>
                <p:txBody>
                  <a:bodyPr vert="horz" lIns="91440" tIns="45720" rIns="91440" bIns="45720" anchor="ctr">
                    <a:normAutofit/>
                  </a:bodyPr>
                  <a:lstStyle/>
                  <a:p>
                    <a:pPr marL="0" algn="l"/>
                    <a:endParaRPr/>
                  </a:p>
                </p:txBody>
              </p:sp>
            </p:grpSp>
            <p:sp>
              <p:nvSpPr>
                <p:cNvPr id="36" name="Freeform 36"/>
                <p:cNvSpPr/>
                <p:nvPr/>
              </p:nvSpPr>
              <p:spPr>
                <a:xfrm>
                  <a:off x="10044112" y="-4788306"/>
                  <a:ext cx="354711" cy="20897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54711" h="208978">
                      <a:moveTo>
                        <a:pt x="354711" y="104489"/>
                      </a:moveTo>
                      <a:cubicBezTo>
                        <a:pt x="354711" y="162197"/>
                        <a:pt x="275306" y="208979"/>
                        <a:pt x="177355" y="208979"/>
                      </a:cubicBezTo>
                      <a:cubicBezTo>
                        <a:pt x="79405" y="208979"/>
                        <a:pt x="0" y="162197"/>
                        <a:pt x="0" y="104489"/>
                      </a:cubicBezTo>
                      <a:cubicBezTo>
                        <a:pt x="0" y="46781"/>
                        <a:pt x="79405" y="0"/>
                        <a:pt x="177355" y="0"/>
                      </a:cubicBezTo>
                      <a:cubicBezTo>
                        <a:pt x="275306" y="0"/>
                        <a:pt x="354711" y="46781"/>
                        <a:pt x="354711" y="104489"/>
                      </a:cubicBezTo>
                      <a:close/>
                    </a:path>
                  </a:pathLst>
                </a:custGeom>
                <a:solidFill>
                  <a:srgbClr val="FF7402"/>
                </a:solidFill>
                <a:ln cap="flat">
                  <a:prstDash val="solid"/>
                </a:ln>
              </p:spPr>
              <p:txBody>
                <a:bodyPr vert="horz" lIns="91440" tIns="45720" rIns="91440" bIns="45720" anchor="ctr">
                  <a:normAutofit fontScale="32500" lnSpcReduction="20000"/>
                </a:bodyPr>
                <a:lstStyle/>
                <a:p>
                  <a:pPr marL="0" algn="l"/>
                  <a:endParaRPr/>
                </a:p>
              </p:txBody>
            </p:sp>
          </p:grpSp>
        </p:grpSp>
        <p:sp>
          <p:nvSpPr>
            <p:cNvPr id="37" name="Freeform 37"/>
            <p:cNvSpPr/>
            <p:nvPr/>
          </p:nvSpPr>
          <p:spPr>
            <a:xfrm>
              <a:off x="7813458" y="3255479"/>
              <a:ext cx="959725" cy="960911"/>
            </a:xfrm>
            <a:custGeom>
              <a:avLst/>
              <a:gdLst/>
              <a:ahLst/>
              <a:cxnLst/>
              <a:rect l="l" t="t" r="r" b="b"/>
              <a:pathLst>
                <a:path w="959725" h="960911">
                  <a:moveTo>
                    <a:pt x="705225" y="36475"/>
                  </a:moveTo>
                  <a:lnTo>
                    <a:pt x="702939" y="312319"/>
                  </a:lnTo>
                  <a:cubicBezTo>
                    <a:pt x="702843" y="324225"/>
                    <a:pt x="708558" y="335369"/>
                    <a:pt x="718369" y="342227"/>
                  </a:cubicBezTo>
                  <a:lnTo>
                    <a:pt x="944302" y="500533"/>
                  </a:lnTo>
                  <a:cubicBezTo>
                    <a:pt x="968877" y="517678"/>
                    <a:pt x="962971" y="555587"/>
                    <a:pt x="934491" y="564636"/>
                  </a:cubicBezTo>
                  <a:lnTo>
                    <a:pt x="671411" y="647694"/>
                  </a:lnTo>
                  <a:cubicBezTo>
                    <a:pt x="660076" y="651314"/>
                    <a:pt x="651218" y="660172"/>
                    <a:pt x="647694" y="671602"/>
                  </a:cubicBezTo>
                  <a:lnTo>
                    <a:pt x="567017" y="935349"/>
                  </a:lnTo>
                  <a:cubicBezTo>
                    <a:pt x="558254" y="964019"/>
                    <a:pt x="520440" y="970115"/>
                    <a:pt x="503009" y="945732"/>
                  </a:cubicBezTo>
                  <a:lnTo>
                    <a:pt x="342703" y="721227"/>
                  </a:lnTo>
                  <a:cubicBezTo>
                    <a:pt x="335750" y="711512"/>
                    <a:pt x="324510" y="705892"/>
                    <a:pt x="312699" y="706082"/>
                  </a:cubicBezTo>
                  <a:lnTo>
                    <a:pt x="36855" y="710845"/>
                  </a:lnTo>
                  <a:cubicBezTo>
                    <a:pt x="6947" y="711321"/>
                    <a:pt x="-10674" y="677317"/>
                    <a:pt x="7137" y="653219"/>
                  </a:cubicBezTo>
                  <a:lnTo>
                    <a:pt x="171158" y="431381"/>
                  </a:lnTo>
                  <a:cubicBezTo>
                    <a:pt x="178206" y="421856"/>
                    <a:pt x="180111" y="409379"/>
                    <a:pt x="176301" y="398139"/>
                  </a:cubicBezTo>
                  <a:lnTo>
                    <a:pt x="86576" y="137249"/>
                  </a:lnTo>
                  <a:cubicBezTo>
                    <a:pt x="76860" y="108960"/>
                    <a:pt x="103816" y="81719"/>
                    <a:pt x="132201" y="91244"/>
                  </a:cubicBezTo>
                  <a:lnTo>
                    <a:pt x="393852" y="178683"/>
                  </a:lnTo>
                  <a:cubicBezTo>
                    <a:pt x="405092" y="182493"/>
                    <a:pt x="417570" y="180398"/>
                    <a:pt x="427095" y="173254"/>
                  </a:cubicBezTo>
                  <a:lnTo>
                    <a:pt x="647408" y="7328"/>
                  </a:lnTo>
                  <a:cubicBezTo>
                    <a:pt x="671316" y="-10674"/>
                    <a:pt x="705510" y="6566"/>
                    <a:pt x="705225" y="36475"/>
                  </a:cubicBezTo>
                  <a:close/>
                </a:path>
              </a:pathLst>
            </a:custGeom>
            <a:noFill/>
            <a:ln w="19050" cap="flat">
              <a:solidFill>
                <a:srgbClr val="FFFFFF"/>
              </a:solidFill>
              <a:prstDash val="solid"/>
            </a:ln>
          </p:spPr>
          <p:txBody>
            <a:bodyPr vert="horz" lIns="91440" tIns="45720" rIns="91440" bIns="45720" anchor="ctr">
              <a:normAutofit/>
            </a:bodyPr>
            <a:lstStyle/>
            <a:p>
              <a:pPr marL="0" algn="l"/>
              <a:endParaRPr/>
            </a:p>
          </p:txBody>
        </p:sp>
        <p:sp>
          <p:nvSpPr>
            <p:cNvPr id="38" name="Freeform 38"/>
            <p:cNvSpPr/>
            <p:nvPr/>
          </p:nvSpPr>
          <p:spPr>
            <a:xfrm>
              <a:off x="9462589" y="461102"/>
              <a:ext cx="494489" cy="1314545"/>
            </a:xfrm>
            <a:custGeom>
              <a:avLst/>
              <a:gdLst/>
              <a:ahLst/>
              <a:cxnLst/>
              <a:rect l="l" t="t" r="r" b="b"/>
              <a:pathLst>
                <a:path w="494489" h="1314545">
                  <a:moveTo>
                    <a:pt x="217091" y="0"/>
                  </a:moveTo>
                  <a:cubicBezTo>
                    <a:pt x="733537" y="224599"/>
                    <a:pt x="425308" y="828104"/>
                    <a:pt x="126127" y="859917"/>
                  </a:cubicBezTo>
                  <a:cubicBezTo>
                    <a:pt x="-173053" y="891730"/>
                    <a:pt x="128128" y="444151"/>
                    <a:pt x="327677" y="856679"/>
                  </a:cubicBezTo>
                  <a:cubicBezTo>
                    <a:pt x="449406" y="1108234"/>
                    <a:pt x="254239" y="1314545"/>
                    <a:pt x="254239" y="1314545"/>
                  </a:cubicBezTo>
                </a:path>
              </a:pathLst>
            </a:custGeom>
            <a:noFill/>
            <a:ln w="19050" cap="flat">
              <a:solidFill>
                <a:srgbClr val="FFFFFF"/>
              </a:solidFill>
              <a:prstDash val="solid"/>
            </a:ln>
          </p:spPr>
          <p:txBody>
            <a:bodyPr vert="horz" lIns="91440" tIns="45720" rIns="91440" bIns="45720" anchor="ctr">
              <a:normAutofit/>
            </a:bodyPr>
            <a:lstStyle/>
            <a:p>
              <a:pPr marL="0" algn="l"/>
              <a:endParaRPr/>
            </a:p>
          </p:txBody>
        </p:sp>
        <p:sp>
          <p:nvSpPr>
            <p:cNvPr id="39" name="Freeform 39"/>
            <p:cNvSpPr/>
            <p:nvPr/>
          </p:nvSpPr>
          <p:spPr>
            <a:xfrm>
              <a:off x="1845906" y="782715"/>
              <a:ext cx="917878" cy="566356"/>
            </a:xfrm>
            <a:custGeom>
              <a:avLst/>
              <a:gdLst/>
              <a:ahLst/>
              <a:cxnLst/>
              <a:rect l="l" t="t" r="r" b="b"/>
              <a:pathLst>
                <a:path w="917878" h="566356">
                  <a:moveTo>
                    <a:pt x="0" y="566357"/>
                  </a:moveTo>
                  <a:cubicBezTo>
                    <a:pt x="6191" y="547878"/>
                    <a:pt x="116967" y="0"/>
                    <a:pt x="560165" y="0"/>
                  </a:cubicBezTo>
                  <a:cubicBezTo>
                    <a:pt x="1003363" y="0"/>
                    <a:pt x="966502" y="369380"/>
                    <a:pt x="812578" y="320135"/>
                  </a:cubicBezTo>
                </a:path>
              </a:pathLst>
            </a:custGeom>
            <a:noFill/>
            <a:ln w="19050" cap="flat">
              <a:solidFill>
                <a:srgbClr val="FFFFFF"/>
              </a:solidFill>
              <a:prstDash val="solid"/>
            </a:ln>
          </p:spPr>
          <p:txBody>
            <a:bodyPr vert="horz" lIns="91440" tIns="45720" rIns="91440" bIns="45720" anchor="ctr">
              <a:normAutofit/>
            </a:bodyPr>
            <a:lstStyle/>
            <a:p>
              <a:pPr marL="0" algn="l"/>
              <a:endParaRPr/>
            </a:p>
          </p:txBody>
        </p:sp>
        <p:grpSp>
          <p:nvGrpSpPr>
            <p:cNvPr id="40" name="Group 40"/>
            <p:cNvGrpSpPr/>
            <p:nvPr/>
          </p:nvGrpSpPr>
          <p:grpSpPr>
            <a:xfrm>
              <a:off x="1" y="1063960"/>
              <a:ext cx="5259062" cy="5794611"/>
              <a:chOff x="0" y="257633"/>
              <a:chExt cx="5990867" cy="6600938"/>
            </a:xfrm>
          </p:grpSpPr>
          <p:sp>
            <p:nvSpPr>
              <p:cNvPr id="41" name="Freeform 41"/>
              <p:cNvSpPr/>
              <p:nvPr/>
            </p:nvSpPr>
            <p:spPr>
              <a:xfrm>
                <a:off x="575595" y="257633"/>
                <a:ext cx="2406205" cy="2236469"/>
              </a:xfrm>
              <a:custGeom>
                <a:avLst/>
                <a:gdLst/>
                <a:ahLst/>
                <a:cxnLst/>
                <a:rect l="l" t="t" r="r" b="b"/>
                <a:pathLst>
                  <a:path w="2406205" h="2236470">
                    <a:moveTo>
                      <a:pt x="2406205" y="1118235"/>
                    </a:moveTo>
                    <a:cubicBezTo>
                      <a:pt x="2406205" y="1735819"/>
                      <a:pt x="1867558" y="2236470"/>
                      <a:pt x="1203103" y="2236470"/>
                    </a:cubicBezTo>
                    <a:cubicBezTo>
                      <a:pt x="538647" y="2236470"/>
                      <a:pt x="0" y="1735819"/>
                      <a:pt x="0" y="1118235"/>
                    </a:cubicBezTo>
                    <a:cubicBezTo>
                      <a:pt x="0" y="500651"/>
                      <a:pt x="538647" y="0"/>
                      <a:pt x="1203103" y="0"/>
                    </a:cubicBezTo>
                    <a:cubicBezTo>
                      <a:pt x="1867558" y="0"/>
                      <a:pt x="2406205" y="500651"/>
                      <a:pt x="2406205" y="1118235"/>
                    </a:cubicBezTo>
                    <a:close/>
                  </a:path>
                </a:pathLst>
              </a:custGeom>
              <a:solidFill>
                <a:srgbClr val="FFE592"/>
              </a:solidFill>
              <a:ln cap="flat">
                <a:prstDash val="solid"/>
              </a:ln>
            </p:spPr>
            <p:txBody>
              <a:bodyPr vert="horz" lIns="91440" tIns="45720" rIns="91440" bIns="45720" anchor="ctr">
                <a:normAutofit/>
              </a:bodyPr>
              <a:lstStyle/>
              <a:p>
                <a:pPr marL="0" algn="l"/>
                <a:endParaRPr/>
              </a:p>
            </p:txBody>
          </p:sp>
          <p:grpSp>
            <p:nvGrpSpPr>
              <p:cNvPr id="42" name="Group 42"/>
              <p:cNvGrpSpPr/>
              <p:nvPr/>
            </p:nvGrpSpPr>
            <p:grpSpPr>
              <a:xfrm>
                <a:off x="377571" y="2105025"/>
                <a:ext cx="5613296" cy="4707350"/>
                <a:chOff x="377571" y="2105025"/>
                <a:chExt cx="5613296" cy="4707350"/>
              </a:xfrm>
              <a:solidFill>
                <a:srgbClr val="FFCB48"/>
              </a:solidFill>
            </p:grpSpPr>
            <p:sp>
              <p:nvSpPr>
                <p:cNvPr id="43" name="Freeform 43"/>
                <p:cNvSpPr/>
                <p:nvPr/>
              </p:nvSpPr>
              <p:spPr>
                <a:xfrm>
                  <a:off x="377571" y="2105025"/>
                  <a:ext cx="1482090" cy="134835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82090" h="1348359">
                      <a:moveTo>
                        <a:pt x="1482090" y="674180"/>
                      </a:moveTo>
                      <a:cubicBezTo>
                        <a:pt x="1482090" y="1046519"/>
                        <a:pt x="1150313" y="1348359"/>
                        <a:pt x="741045" y="1348359"/>
                      </a:cubicBezTo>
                      <a:cubicBezTo>
                        <a:pt x="331777" y="1348359"/>
                        <a:pt x="0" y="1046519"/>
                        <a:pt x="0" y="674180"/>
                      </a:cubicBezTo>
                      <a:cubicBezTo>
                        <a:pt x="0" y="301840"/>
                        <a:pt x="331777" y="0"/>
                        <a:pt x="741045" y="0"/>
                      </a:cubicBezTo>
                      <a:cubicBezTo>
                        <a:pt x="1150313" y="0"/>
                        <a:pt x="1482090" y="301840"/>
                        <a:pt x="1482090" y="674180"/>
                      </a:cubicBezTo>
                      <a:close/>
                    </a:path>
                  </a:pathLst>
                </a:custGeom>
                <a:solidFill>
                  <a:srgbClr val="FFCB48"/>
                </a:solidFill>
                <a:ln cap="flat">
                  <a:prstDash val="solid"/>
                </a:ln>
              </p:spPr>
              <p:txBody>
                <a:bodyPr vert="horz" lIns="91440" tIns="45720" rIns="91440" bIns="45720" anchor="ctr">
                  <a:normAutofit/>
                </a:bodyPr>
                <a:lstStyle/>
                <a:p>
                  <a:pPr marL="0" algn="l"/>
                  <a:endParaRPr/>
                </a:p>
              </p:txBody>
            </p:sp>
            <p:sp>
              <p:nvSpPr>
                <p:cNvPr id="44" name="Freeform 44"/>
                <p:cNvSpPr/>
                <p:nvPr/>
              </p:nvSpPr>
              <p:spPr>
                <a:xfrm>
                  <a:off x="912399" y="3318031"/>
                  <a:ext cx="5078467" cy="349434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078467" h="3494343">
                      <a:moveTo>
                        <a:pt x="149447" y="8193"/>
                      </a:moveTo>
                      <a:cubicBezTo>
                        <a:pt x="149447" y="52294"/>
                        <a:pt x="595503" y="635415"/>
                        <a:pt x="1153001" y="272988"/>
                      </a:cubicBezTo>
                      <a:cubicBezTo>
                        <a:pt x="1710500" y="-89438"/>
                        <a:pt x="2379535" y="-173067"/>
                        <a:pt x="2421350" y="537783"/>
                      </a:cubicBezTo>
                      <a:cubicBezTo>
                        <a:pt x="2463165" y="1248634"/>
                        <a:pt x="2783777" y="1429799"/>
                        <a:pt x="2895219" y="1151003"/>
                      </a:cubicBezTo>
                      <a:cubicBezTo>
                        <a:pt x="3006757" y="872206"/>
                        <a:pt x="3427667" y="861824"/>
                        <a:pt x="3433572" y="1165957"/>
                      </a:cubicBezTo>
                      <a:cubicBezTo>
                        <a:pt x="3439382" y="1470090"/>
                        <a:pt x="3221927" y="1956341"/>
                        <a:pt x="3646265" y="1978725"/>
                      </a:cubicBezTo>
                      <a:cubicBezTo>
                        <a:pt x="4070509" y="2001014"/>
                        <a:pt x="4271486" y="1606583"/>
                        <a:pt x="4532090" y="1904335"/>
                      </a:cubicBezTo>
                      <a:cubicBezTo>
                        <a:pt x="4792599" y="2202087"/>
                        <a:pt x="4152424" y="2015968"/>
                        <a:pt x="4293870" y="2388205"/>
                      </a:cubicBezTo>
                      <a:cubicBezTo>
                        <a:pt x="4435317" y="2760347"/>
                        <a:pt x="4577429" y="2850739"/>
                        <a:pt x="4853274" y="2988661"/>
                      </a:cubicBezTo>
                      <a:cubicBezTo>
                        <a:pt x="5129118" y="3126583"/>
                        <a:pt x="5073968" y="3494343"/>
                        <a:pt x="5073968" y="3494343"/>
                      </a:cubicBezTo>
                      <a:lnTo>
                        <a:pt x="0" y="3494343"/>
                      </a:lnTo>
                      <a:cubicBezTo>
                        <a:pt x="0" y="3494343"/>
                        <a:pt x="149447" y="-19334"/>
                        <a:pt x="149447" y="8193"/>
                      </a:cubicBezTo>
                      <a:close/>
                    </a:path>
                  </a:pathLst>
                </a:custGeom>
                <a:solidFill>
                  <a:srgbClr val="FFCB48"/>
                </a:solidFill>
                <a:ln cap="flat">
                  <a:prstDash val="solid"/>
                </a:ln>
              </p:spPr>
              <p:txBody>
                <a:bodyPr vert="horz" lIns="91440" tIns="45720" rIns="91440" bIns="45720" anchor="ctr">
                  <a:normAutofit/>
                </a:bodyPr>
                <a:lstStyle/>
                <a:p>
                  <a:pPr marL="0" algn="l"/>
                  <a:endParaRPr/>
                </a:p>
              </p:txBody>
            </p:sp>
            <p:sp>
              <p:nvSpPr>
                <p:cNvPr id="45" name="Freeform 45"/>
                <p:cNvSpPr/>
                <p:nvPr/>
              </p:nvSpPr>
              <p:spPr>
                <a:xfrm>
                  <a:off x="5342477" y="4379976"/>
                  <a:ext cx="300799" cy="31908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00799" h="319087">
                      <a:moveTo>
                        <a:pt x="300799" y="159544"/>
                      </a:moveTo>
                      <a:cubicBezTo>
                        <a:pt x="300799" y="247657"/>
                        <a:pt x="233463" y="319087"/>
                        <a:pt x="150400" y="319087"/>
                      </a:cubicBezTo>
                      <a:cubicBezTo>
                        <a:pt x="67336" y="319087"/>
                        <a:pt x="0" y="247657"/>
                        <a:pt x="0" y="159544"/>
                      </a:cubicBezTo>
                      <a:cubicBezTo>
                        <a:pt x="0" y="71430"/>
                        <a:pt x="67336" y="0"/>
                        <a:pt x="150400" y="0"/>
                      </a:cubicBezTo>
                      <a:cubicBezTo>
                        <a:pt x="233463" y="0"/>
                        <a:pt x="300799" y="71430"/>
                        <a:pt x="300799" y="159544"/>
                      </a:cubicBezTo>
                      <a:close/>
                    </a:path>
                  </a:pathLst>
                </a:custGeom>
                <a:solidFill>
                  <a:srgbClr val="FFCB48"/>
                </a:solidFill>
                <a:ln cap="flat">
                  <a:prstDash val="solid"/>
                </a:ln>
              </p:spPr>
              <p:txBody>
                <a:bodyPr vert="horz" lIns="91440" tIns="45720" rIns="91440" bIns="45720" anchor="ctr">
                  <a:normAutofit fontScale="85000" lnSpcReduction="20000"/>
                </a:bodyPr>
                <a:lstStyle/>
                <a:p>
                  <a:pPr marL="0" algn="l"/>
                  <a:endParaRPr/>
                </a:p>
              </p:txBody>
            </p:sp>
          </p:grpSp>
          <p:grpSp>
            <p:nvGrpSpPr>
              <p:cNvPr id="46" name="Group 46"/>
              <p:cNvGrpSpPr/>
              <p:nvPr/>
            </p:nvGrpSpPr>
            <p:grpSpPr>
              <a:xfrm>
                <a:off x="2435076" y="5916549"/>
                <a:ext cx="3350122" cy="927068"/>
                <a:chOff x="2435076" y="5916549"/>
                <a:chExt cx="3350122" cy="927068"/>
              </a:xfrm>
            </p:grpSpPr>
            <p:grpSp>
              <p:nvGrpSpPr>
                <p:cNvPr id="47" name="Group 47"/>
                <p:cNvGrpSpPr/>
                <p:nvPr/>
              </p:nvGrpSpPr>
              <p:grpSpPr>
                <a:xfrm>
                  <a:off x="2435076" y="5916549"/>
                  <a:ext cx="3350122" cy="927068"/>
                  <a:chOff x="2435076" y="5916549"/>
                  <a:chExt cx="3350122" cy="927068"/>
                </a:xfrm>
              </p:grpSpPr>
              <p:sp>
                <p:nvSpPr>
                  <p:cNvPr id="48" name="Freeform 48"/>
                  <p:cNvSpPr/>
                  <p:nvPr/>
                </p:nvSpPr>
                <p:spPr>
                  <a:xfrm>
                    <a:off x="2435076" y="5916549"/>
                    <a:ext cx="3350122" cy="92706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350122" h="927068">
                        <a:moveTo>
                          <a:pt x="3350122" y="866585"/>
                        </a:moveTo>
                        <a:cubicBezTo>
                          <a:pt x="3350122" y="883253"/>
                          <a:pt x="3343265" y="898398"/>
                          <a:pt x="3332406" y="909352"/>
                        </a:cubicBezTo>
                        <a:cubicBezTo>
                          <a:pt x="3321357" y="920210"/>
                          <a:pt x="3306308" y="927068"/>
                          <a:pt x="3289639" y="927068"/>
                        </a:cubicBezTo>
                        <a:lnTo>
                          <a:pt x="191728" y="927068"/>
                        </a:lnTo>
                        <a:cubicBezTo>
                          <a:pt x="-239660" y="418529"/>
                          <a:pt x="191728" y="0"/>
                          <a:pt x="191728" y="0"/>
                        </a:cubicBezTo>
                        <a:lnTo>
                          <a:pt x="3289544" y="0"/>
                        </a:lnTo>
                        <a:cubicBezTo>
                          <a:pt x="3322881" y="0"/>
                          <a:pt x="3350122" y="27146"/>
                          <a:pt x="3350122" y="60579"/>
                        </a:cubicBezTo>
                        <a:cubicBezTo>
                          <a:pt x="3350122" y="77248"/>
                          <a:pt x="3343265" y="92488"/>
                          <a:pt x="3332406" y="103346"/>
                        </a:cubicBezTo>
                        <a:cubicBezTo>
                          <a:pt x="3321357" y="114205"/>
                          <a:pt x="3306308" y="121063"/>
                          <a:pt x="3289639" y="121063"/>
                        </a:cubicBezTo>
                        <a:lnTo>
                          <a:pt x="246592" y="121063"/>
                        </a:lnTo>
                        <a:cubicBezTo>
                          <a:pt x="216302" y="159829"/>
                          <a:pt x="169630" y="228981"/>
                          <a:pt x="142769" y="317945"/>
                        </a:cubicBezTo>
                        <a:cubicBezTo>
                          <a:pt x="93239" y="481394"/>
                          <a:pt x="129244" y="645414"/>
                          <a:pt x="249926" y="806005"/>
                        </a:cubicBezTo>
                        <a:lnTo>
                          <a:pt x="3289639" y="806005"/>
                        </a:lnTo>
                        <a:cubicBezTo>
                          <a:pt x="3322976" y="806005"/>
                          <a:pt x="3350122" y="833056"/>
                          <a:pt x="3350122" y="866585"/>
                        </a:cubicBezTo>
                        <a:close/>
                      </a:path>
                    </a:pathLst>
                  </a:custGeom>
                  <a:solidFill>
                    <a:srgbClr val="FF8886"/>
                  </a:solidFill>
                  <a:ln cap="flat">
                    <a:prstDash val="solid"/>
                  </a:ln>
                </p:spPr>
                <p:txBody>
                  <a:bodyPr vert="horz" lIns="91440" tIns="45720" rIns="91440" bIns="45720" anchor="ctr">
                    <a:normAutofit/>
                  </a:bodyPr>
                  <a:lstStyle/>
                  <a:p>
                    <a:pPr marL="0" algn="l"/>
                    <a:endParaRPr/>
                  </a:p>
                </p:txBody>
              </p:sp>
              <p:sp>
                <p:nvSpPr>
                  <p:cNvPr id="49" name="Freeform 49"/>
                  <p:cNvSpPr/>
                  <p:nvPr/>
                </p:nvSpPr>
                <p:spPr>
                  <a:xfrm>
                    <a:off x="2556331" y="6037707"/>
                    <a:ext cx="3049226" cy="684847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049226" h="684847">
                        <a:moveTo>
                          <a:pt x="3049226" y="0"/>
                        </a:moveTo>
                        <a:lnTo>
                          <a:pt x="3049226" y="684847"/>
                        </a:lnTo>
                        <a:lnTo>
                          <a:pt x="128671" y="684847"/>
                        </a:lnTo>
                        <a:cubicBezTo>
                          <a:pt x="8084" y="524256"/>
                          <a:pt x="-28015" y="360331"/>
                          <a:pt x="21515" y="196882"/>
                        </a:cubicBezTo>
                        <a:cubicBezTo>
                          <a:pt x="48470" y="108013"/>
                          <a:pt x="94952" y="38767"/>
                          <a:pt x="125432" y="95"/>
                        </a:cubicBezTo>
                        <a:lnTo>
                          <a:pt x="3049226" y="95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 cap="flat">
                    <a:prstDash val="solid"/>
                  </a:ln>
                </p:spPr>
                <p:txBody>
                  <a:bodyPr vert="horz" lIns="91440" tIns="45720" rIns="91440" bIns="45720" anchor="ctr">
                    <a:normAutofit/>
                  </a:bodyPr>
                  <a:lstStyle/>
                  <a:p>
                    <a:pPr marL="0" algn="l"/>
                    <a:endParaRPr/>
                  </a:p>
                </p:txBody>
              </p:sp>
            </p:grpSp>
            <p:sp>
              <p:nvSpPr>
                <p:cNvPr id="50" name="Freeform 50"/>
                <p:cNvSpPr/>
                <p:nvPr/>
              </p:nvSpPr>
              <p:spPr>
                <a:xfrm>
                  <a:off x="3237166" y="6248209"/>
                  <a:ext cx="2121979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21979" h="9525">
                      <a:moveTo>
                        <a:pt x="2121980" y="0"/>
                      </a:moveTo>
                      <a:lnTo>
                        <a:pt x="0" y="0"/>
                      </a:lnTo>
                    </a:path>
                  </a:pathLst>
                </a:custGeom>
                <a:ln w="19050" cap="rnd">
                  <a:solidFill>
                    <a:srgbClr val="2C0303"/>
                  </a:solidFill>
                  <a:prstDash val="solid"/>
                </a:ln>
              </p:spPr>
              <p:txBody>
                <a:bodyPr vert="horz" lIns="91440" tIns="45720" rIns="91440" bIns="45720" anchor="ctr">
                  <a:normAutofit fontScale="25000" lnSpcReduction="20000"/>
                </a:bodyPr>
                <a:lstStyle/>
                <a:p>
                  <a:pPr marL="0" algn="l"/>
                  <a:endParaRPr/>
                </a:p>
              </p:txBody>
            </p:sp>
            <p:sp>
              <p:nvSpPr>
                <p:cNvPr id="51" name="Freeform 51"/>
                <p:cNvSpPr/>
                <p:nvPr/>
              </p:nvSpPr>
              <p:spPr>
                <a:xfrm>
                  <a:off x="3990117" y="6372987"/>
                  <a:ext cx="1357026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57026" h="9525">
                      <a:moveTo>
                        <a:pt x="0" y="0"/>
                      </a:moveTo>
                      <a:lnTo>
                        <a:pt x="1357027" y="0"/>
                      </a:lnTo>
                    </a:path>
                  </a:pathLst>
                </a:custGeom>
                <a:ln w="19050" cap="rnd">
                  <a:solidFill>
                    <a:srgbClr val="2C0303"/>
                  </a:solidFill>
                  <a:prstDash val="solid"/>
                </a:ln>
              </p:spPr>
              <p:txBody>
                <a:bodyPr vert="horz" lIns="91440" tIns="45720" rIns="91440" bIns="45720" anchor="ctr">
                  <a:normAutofit fontScale="25000" lnSpcReduction="20000"/>
                </a:bodyPr>
                <a:lstStyle/>
                <a:p>
                  <a:pPr marL="0" algn="l"/>
                  <a:endParaRPr/>
                </a:p>
              </p:txBody>
            </p:sp>
            <p:sp>
              <p:nvSpPr>
                <p:cNvPr id="52" name="Freeform 52"/>
                <p:cNvSpPr/>
                <p:nvPr/>
              </p:nvSpPr>
              <p:spPr>
                <a:xfrm>
                  <a:off x="2849975" y="6592443"/>
                  <a:ext cx="2634805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634805" h="9525">
                      <a:moveTo>
                        <a:pt x="2634806" y="0"/>
                      </a:moveTo>
                      <a:lnTo>
                        <a:pt x="0" y="0"/>
                      </a:lnTo>
                    </a:path>
                  </a:pathLst>
                </a:custGeom>
                <a:ln w="19050" cap="rnd">
                  <a:solidFill>
                    <a:srgbClr val="2C0303"/>
                  </a:solidFill>
                  <a:prstDash val="solid"/>
                </a:ln>
              </p:spPr>
              <p:txBody>
                <a:bodyPr vert="horz" lIns="91440" tIns="45720" rIns="91440" bIns="45720" anchor="ctr">
                  <a:normAutofit fontScale="25000" lnSpcReduction="20000"/>
                </a:bodyPr>
                <a:lstStyle/>
                <a:p>
                  <a:pPr marL="0" algn="l"/>
                  <a:endParaRPr/>
                </a:p>
              </p:txBody>
            </p:sp>
            <p:sp>
              <p:nvSpPr>
                <p:cNvPr id="53" name="Freeform 53"/>
                <p:cNvSpPr/>
                <p:nvPr/>
              </p:nvSpPr>
              <p:spPr>
                <a:xfrm>
                  <a:off x="3217735" y="6237065"/>
                  <a:ext cx="328041" cy="25584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28041" h="255841">
                      <a:moveTo>
                        <a:pt x="328041" y="255842"/>
                      </a:moveTo>
                      <a:lnTo>
                        <a:pt x="194405" y="190119"/>
                      </a:lnTo>
                      <a:lnTo>
                        <a:pt x="94964" y="255842"/>
                      </a:lnTo>
                      <a:lnTo>
                        <a:pt x="0" y="0"/>
                      </a:lnTo>
                      <a:lnTo>
                        <a:pt x="233077" y="0"/>
                      </a:lnTo>
                      <a:close/>
                    </a:path>
                  </a:pathLst>
                </a:custGeom>
                <a:solidFill>
                  <a:srgbClr val="0C1A44"/>
                </a:solidFill>
                <a:ln cap="flat">
                  <a:prstDash val="solid"/>
                </a:ln>
              </p:spPr>
              <p:txBody>
                <a:bodyPr vert="horz" lIns="91440" tIns="45720" rIns="91440" bIns="45720" anchor="ctr">
                  <a:normAutofit fontScale="55000" lnSpcReduction="20000"/>
                </a:bodyPr>
                <a:lstStyle/>
                <a:p>
                  <a:pPr marL="0" algn="l"/>
                  <a:endParaRPr/>
                </a:p>
              </p:txBody>
            </p:sp>
          </p:grpSp>
          <p:grpSp>
            <p:nvGrpSpPr>
              <p:cNvPr id="54" name="Group 54"/>
              <p:cNvGrpSpPr/>
              <p:nvPr/>
            </p:nvGrpSpPr>
            <p:grpSpPr>
              <a:xfrm>
                <a:off x="2624020" y="4861325"/>
                <a:ext cx="2975250" cy="1038848"/>
                <a:chOff x="2624020" y="4861325"/>
                <a:chExt cx="2975250" cy="1038848"/>
              </a:xfrm>
            </p:grpSpPr>
            <p:sp>
              <p:nvSpPr>
                <p:cNvPr id="55" name="Freeform 55"/>
                <p:cNvSpPr/>
                <p:nvPr/>
              </p:nvSpPr>
              <p:spPr>
                <a:xfrm rot="-4846898">
                  <a:off x="2624020" y="4861325"/>
                  <a:ext cx="1038621" cy="103862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38621" h="1038621">
                      <a:moveTo>
                        <a:pt x="1038622" y="519311"/>
                      </a:moveTo>
                      <a:cubicBezTo>
                        <a:pt x="1038622" y="806119"/>
                        <a:pt x="806118" y="1038622"/>
                        <a:pt x="519311" y="1038622"/>
                      </a:cubicBezTo>
                      <a:cubicBezTo>
                        <a:pt x="232503" y="1038622"/>
                        <a:pt x="0" y="806119"/>
                        <a:pt x="0" y="519311"/>
                      </a:cubicBezTo>
                      <a:cubicBezTo>
                        <a:pt x="0" y="232504"/>
                        <a:pt x="232503" y="0"/>
                        <a:pt x="519311" y="0"/>
                      </a:cubicBezTo>
                      <a:cubicBezTo>
                        <a:pt x="806118" y="0"/>
                        <a:pt x="1038622" y="232504"/>
                        <a:pt x="1038622" y="519311"/>
                      </a:cubicBezTo>
                      <a:close/>
                    </a:path>
                  </a:pathLst>
                </a:custGeom>
                <a:noFill/>
                <a:ln w="19050" cap="rnd">
                  <a:solidFill>
                    <a:srgbClr val="2C0303"/>
                  </a:solidFill>
                  <a:prstDash val="solid"/>
                </a:ln>
              </p:spPr>
              <p:txBody>
                <a:bodyPr vert="horz" lIns="91440" tIns="45720" rIns="91440" bIns="45720" anchor="ctr">
                  <a:normAutofit/>
                </a:bodyPr>
                <a:lstStyle/>
                <a:p>
                  <a:pPr marL="0" algn="l"/>
                  <a:endParaRPr/>
                </a:p>
              </p:txBody>
            </p:sp>
            <p:sp>
              <p:nvSpPr>
                <p:cNvPr id="56" name="Freeform 56"/>
                <p:cNvSpPr/>
                <p:nvPr/>
              </p:nvSpPr>
              <p:spPr>
                <a:xfrm rot="-4644133">
                  <a:off x="3938815" y="4861594"/>
                  <a:ext cx="1038579" cy="103857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38579" h="1038579">
                      <a:moveTo>
                        <a:pt x="1038579" y="519290"/>
                      </a:moveTo>
                      <a:cubicBezTo>
                        <a:pt x="1038579" y="806086"/>
                        <a:pt x="806085" y="1038579"/>
                        <a:pt x="519290" y="1038579"/>
                      </a:cubicBezTo>
                      <a:cubicBezTo>
                        <a:pt x="232494" y="1038579"/>
                        <a:pt x="0" y="806086"/>
                        <a:pt x="0" y="519290"/>
                      </a:cubicBezTo>
                      <a:cubicBezTo>
                        <a:pt x="0" y="232494"/>
                        <a:pt x="232494" y="0"/>
                        <a:pt x="519290" y="0"/>
                      </a:cubicBezTo>
                      <a:cubicBezTo>
                        <a:pt x="806085" y="0"/>
                        <a:pt x="1038579" y="232494"/>
                        <a:pt x="1038579" y="519290"/>
                      </a:cubicBezTo>
                      <a:close/>
                    </a:path>
                  </a:pathLst>
                </a:custGeom>
                <a:noFill/>
                <a:ln w="19050" cap="rnd">
                  <a:solidFill>
                    <a:srgbClr val="2C0303"/>
                  </a:solidFill>
                  <a:prstDash val="solid"/>
                </a:ln>
              </p:spPr>
              <p:txBody>
                <a:bodyPr vert="horz" lIns="91440" tIns="45720" rIns="91440" bIns="45720" anchor="ctr">
                  <a:normAutofit/>
                </a:bodyPr>
                <a:lstStyle/>
                <a:p>
                  <a:pPr marL="0" algn="l"/>
                  <a:endParaRPr/>
                </a:p>
              </p:txBody>
            </p:sp>
            <p:sp>
              <p:nvSpPr>
                <p:cNvPr id="57" name="Freeform 57"/>
                <p:cNvSpPr/>
                <p:nvPr/>
              </p:nvSpPr>
              <p:spPr>
                <a:xfrm>
                  <a:off x="3662553" y="5380577"/>
                  <a:ext cx="276320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76320" h="9525">
                      <a:moveTo>
                        <a:pt x="0" y="0"/>
                      </a:moveTo>
                      <a:lnTo>
                        <a:pt x="276320" y="0"/>
                      </a:lnTo>
                    </a:path>
                  </a:pathLst>
                </a:custGeom>
                <a:ln w="19050" cap="rnd">
                  <a:solidFill>
                    <a:srgbClr val="2C0303"/>
                  </a:solidFill>
                  <a:prstDash val="solid"/>
                </a:ln>
              </p:spPr>
              <p:txBody>
                <a:bodyPr vert="horz" lIns="91440" tIns="45720" rIns="91440" bIns="45720" anchor="ctr">
                  <a:normAutofit fontScale="25000" lnSpcReduction="20000"/>
                </a:bodyPr>
                <a:lstStyle/>
                <a:p>
                  <a:pPr marL="0" algn="l"/>
                  <a:endParaRPr/>
                </a:p>
              </p:txBody>
            </p:sp>
            <p:sp>
              <p:nvSpPr>
                <p:cNvPr id="58" name="Freeform 58"/>
                <p:cNvSpPr/>
                <p:nvPr/>
              </p:nvSpPr>
              <p:spPr>
                <a:xfrm>
                  <a:off x="2625566" y="5423916"/>
                  <a:ext cx="1784413" cy="47605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84413" h="476059">
                      <a:moveTo>
                        <a:pt x="0" y="0"/>
                      </a:moveTo>
                      <a:lnTo>
                        <a:pt x="1667161" y="94964"/>
                      </a:lnTo>
                      <a:cubicBezTo>
                        <a:pt x="1732979" y="98679"/>
                        <a:pt x="1784414" y="153162"/>
                        <a:pt x="1784414" y="219170"/>
                      </a:cubicBezTo>
                      <a:lnTo>
                        <a:pt x="1784414" y="476060"/>
                      </a:lnTo>
                    </a:path>
                  </a:pathLst>
                </a:custGeom>
                <a:noFill/>
                <a:ln w="19050" cap="rnd">
                  <a:solidFill>
                    <a:srgbClr val="2C0303"/>
                  </a:solidFill>
                  <a:prstDash val="solid"/>
                </a:ln>
              </p:spPr>
              <p:txBody>
                <a:bodyPr vert="horz" lIns="91440" tIns="45720" rIns="91440" bIns="45720" anchor="ctr">
                  <a:normAutofit/>
                </a:bodyPr>
                <a:lstStyle/>
                <a:p>
                  <a:pPr marL="0" algn="l"/>
                  <a:endParaRPr/>
                </a:p>
              </p:txBody>
            </p:sp>
            <p:sp>
              <p:nvSpPr>
                <p:cNvPr id="59" name="Freeform 59"/>
                <p:cNvSpPr/>
                <p:nvPr/>
              </p:nvSpPr>
              <p:spPr>
                <a:xfrm>
                  <a:off x="4980432" y="5469159"/>
                  <a:ext cx="618838" cy="4307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18838" h="430720">
                      <a:moveTo>
                        <a:pt x="0" y="0"/>
                      </a:moveTo>
                      <a:lnTo>
                        <a:pt x="501586" y="49625"/>
                      </a:lnTo>
                      <a:cubicBezTo>
                        <a:pt x="567404" y="53340"/>
                        <a:pt x="618839" y="107823"/>
                        <a:pt x="618839" y="173831"/>
                      </a:cubicBezTo>
                      <a:lnTo>
                        <a:pt x="618839" y="430721"/>
                      </a:lnTo>
                    </a:path>
                  </a:pathLst>
                </a:custGeom>
                <a:noFill/>
                <a:ln w="19050" cap="rnd">
                  <a:solidFill>
                    <a:srgbClr val="2C0303"/>
                  </a:solidFill>
                  <a:prstDash val="solid"/>
                </a:ln>
              </p:spPr>
              <p:txBody>
                <a:bodyPr vert="horz" lIns="91440" tIns="45720" rIns="91440" bIns="45720" anchor="ctr">
                  <a:normAutofit/>
                </a:bodyPr>
                <a:lstStyle/>
                <a:p>
                  <a:pPr marL="0" algn="l"/>
                  <a:endParaRPr/>
                </a:p>
              </p:txBody>
            </p:sp>
          </p:grpSp>
          <p:grpSp>
            <p:nvGrpSpPr>
              <p:cNvPr id="60" name="Group 60"/>
              <p:cNvGrpSpPr/>
              <p:nvPr/>
            </p:nvGrpSpPr>
            <p:grpSpPr>
              <a:xfrm>
                <a:off x="1593913" y="3974306"/>
                <a:ext cx="625887" cy="2884265"/>
                <a:chOff x="1593913" y="3974306"/>
                <a:chExt cx="625887" cy="2884265"/>
              </a:xfrm>
            </p:grpSpPr>
            <p:sp>
              <p:nvSpPr>
                <p:cNvPr id="61" name="Freeform 61"/>
                <p:cNvSpPr/>
                <p:nvPr/>
              </p:nvSpPr>
              <p:spPr>
                <a:xfrm>
                  <a:off x="1593913" y="3974306"/>
                  <a:ext cx="625887" cy="288426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25887" h="2884265">
                      <a:moveTo>
                        <a:pt x="0" y="0"/>
                      </a:moveTo>
                      <a:lnTo>
                        <a:pt x="625888" y="0"/>
                      </a:lnTo>
                      <a:lnTo>
                        <a:pt x="625888" y="2884265"/>
                      </a:lnTo>
                      <a:lnTo>
                        <a:pt x="0" y="2884265"/>
                      </a:lnTo>
                      <a:close/>
                    </a:path>
                  </a:pathLst>
                </a:custGeom>
                <a:solidFill>
                  <a:srgbClr val="FF5900"/>
                </a:solidFill>
                <a:ln cap="flat">
                  <a:prstDash val="solid"/>
                </a:ln>
              </p:spPr>
              <p:txBody>
                <a:bodyPr vert="horz" lIns="91440" tIns="45720" rIns="91440" bIns="45720" anchor="ctr">
                  <a:normAutofit/>
                </a:bodyPr>
                <a:lstStyle/>
                <a:p>
                  <a:pPr marL="0" algn="l"/>
                  <a:endParaRPr/>
                </a:p>
              </p:txBody>
            </p:sp>
            <p:sp>
              <p:nvSpPr>
                <p:cNvPr id="62" name="Freeform 62"/>
                <p:cNvSpPr/>
                <p:nvPr/>
              </p:nvSpPr>
              <p:spPr>
                <a:xfrm>
                  <a:off x="1778698" y="4233672"/>
                  <a:ext cx="214693" cy="241277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4693" h="2412777">
                      <a:moveTo>
                        <a:pt x="0" y="0"/>
                      </a:moveTo>
                      <a:lnTo>
                        <a:pt x="214693" y="0"/>
                      </a:lnTo>
                      <a:lnTo>
                        <a:pt x="214693" y="2412778"/>
                      </a:lnTo>
                      <a:lnTo>
                        <a:pt x="0" y="2412778"/>
                      </a:lnTo>
                      <a:close/>
                    </a:path>
                  </a:pathLst>
                </a:custGeom>
                <a:noFill/>
                <a:ln w="19050" cap="rnd">
                  <a:solidFill>
                    <a:srgbClr val="2C0303"/>
                  </a:solidFill>
                  <a:prstDash val="solid"/>
                </a:ln>
              </p:spPr>
              <p:txBody>
                <a:bodyPr vert="horz" lIns="91440" tIns="45720" rIns="91440" bIns="45720" anchor="ctr">
                  <a:normAutofit/>
                </a:bodyPr>
                <a:lstStyle/>
                <a:p>
                  <a:pPr marL="0" algn="l"/>
                  <a:endParaRPr/>
                </a:p>
              </p:txBody>
            </p:sp>
          </p:grpSp>
          <p:grpSp>
            <p:nvGrpSpPr>
              <p:cNvPr id="63" name="Group 63"/>
              <p:cNvGrpSpPr/>
              <p:nvPr/>
            </p:nvGrpSpPr>
            <p:grpSpPr>
              <a:xfrm>
                <a:off x="0" y="3109817"/>
                <a:ext cx="625792" cy="3748754"/>
                <a:chOff x="0" y="3109817"/>
                <a:chExt cx="625792" cy="3748754"/>
              </a:xfrm>
            </p:grpSpPr>
            <p:sp>
              <p:nvSpPr>
                <p:cNvPr id="64" name="Freeform 64"/>
                <p:cNvSpPr/>
                <p:nvPr/>
              </p:nvSpPr>
              <p:spPr>
                <a:xfrm>
                  <a:off x="0" y="3109817"/>
                  <a:ext cx="625792" cy="374875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25792" h="3748754">
                      <a:moveTo>
                        <a:pt x="0" y="0"/>
                      </a:moveTo>
                      <a:lnTo>
                        <a:pt x="625793" y="0"/>
                      </a:lnTo>
                      <a:lnTo>
                        <a:pt x="625793" y="3748754"/>
                      </a:lnTo>
                      <a:lnTo>
                        <a:pt x="0" y="3748754"/>
                      </a:lnTo>
                      <a:close/>
                    </a:path>
                  </a:pathLst>
                </a:custGeom>
                <a:solidFill>
                  <a:srgbClr val="FF8886"/>
                </a:solidFill>
                <a:ln cap="flat">
                  <a:prstDash val="solid"/>
                </a:ln>
              </p:spPr>
              <p:txBody>
                <a:bodyPr vert="horz" lIns="91440" tIns="45720" rIns="91440" bIns="45720" anchor="ctr">
                  <a:normAutofit/>
                </a:bodyPr>
                <a:lstStyle/>
                <a:p>
                  <a:pPr marL="0" algn="l"/>
                  <a:endParaRPr/>
                </a:p>
              </p:txBody>
            </p:sp>
            <p:grpSp>
              <p:nvGrpSpPr>
                <p:cNvPr id="65" name="Group 65"/>
                <p:cNvGrpSpPr/>
                <p:nvPr/>
              </p:nvGrpSpPr>
              <p:grpSpPr>
                <a:xfrm>
                  <a:off x="0" y="3306413"/>
                  <a:ext cx="625792" cy="283083"/>
                  <a:chOff x="0" y="3306413"/>
                  <a:chExt cx="625792" cy="283083"/>
                </a:xfrm>
                <a:solidFill>
                  <a:srgbClr val="FFFFFF"/>
                </a:solidFill>
              </p:grpSpPr>
              <p:sp>
                <p:nvSpPr>
                  <p:cNvPr id="66" name="Freeform 66"/>
                  <p:cNvSpPr/>
                  <p:nvPr/>
                </p:nvSpPr>
                <p:spPr>
                  <a:xfrm>
                    <a:off x="0" y="3306413"/>
                    <a:ext cx="625792" cy="110013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625792" h="110013">
                        <a:moveTo>
                          <a:pt x="0" y="0"/>
                        </a:moveTo>
                        <a:lnTo>
                          <a:pt x="625793" y="0"/>
                        </a:lnTo>
                        <a:lnTo>
                          <a:pt x="625793" y="110014"/>
                        </a:lnTo>
                        <a:lnTo>
                          <a:pt x="0" y="110014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 cap="flat">
                    <a:prstDash val="solid"/>
                  </a:ln>
                </p:spPr>
                <p:txBody>
                  <a:bodyPr vert="horz" lIns="91440" tIns="45720" rIns="91440" bIns="45720" anchor="ctr">
                    <a:normAutofit fontScale="25000" lnSpcReduction="20000"/>
                  </a:bodyPr>
                  <a:lstStyle/>
                  <a:p>
                    <a:pPr marL="0" algn="l"/>
                    <a:endParaRPr/>
                  </a:p>
                </p:txBody>
              </p:sp>
              <p:sp>
                <p:nvSpPr>
                  <p:cNvPr id="67" name="Freeform 67"/>
                  <p:cNvSpPr/>
                  <p:nvPr/>
                </p:nvSpPr>
                <p:spPr>
                  <a:xfrm>
                    <a:off x="0" y="3479482"/>
                    <a:ext cx="625792" cy="110013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625792" h="110013">
                        <a:moveTo>
                          <a:pt x="0" y="0"/>
                        </a:moveTo>
                        <a:lnTo>
                          <a:pt x="625793" y="0"/>
                        </a:lnTo>
                        <a:lnTo>
                          <a:pt x="625793" y="110014"/>
                        </a:lnTo>
                        <a:lnTo>
                          <a:pt x="0" y="110014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 cap="flat">
                    <a:prstDash val="solid"/>
                  </a:ln>
                </p:spPr>
                <p:txBody>
                  <a:bodyPr vert="horz" lIns="91440" tIns="45720" rIns="91440" bIns="45720" anchor="ctr">
                    <a:normAutofit fontScale="25000" lnSpcReduction="20000"/>
                  </a:bodyPr>
                  <a:lstStyle/>
                  <a:p>
                    <a:pPr marL="0" algn="l"/>
                    <a:endParaRPr/>
                  </a:p>
                </p:txBody>
              </p:sp>
            </p:grpSp>
            <p:grpSp>
              <p:nvGrpSpPr>
                <p:cNvPr id="68" name="Group 68"/>
                <p:cNvGrpSpPr/>
                <p:nvPr/>
              </p:nvGrpSpPr>
              <p:grpSpPr>
                <a:xfrm>
                  <a:off x="0" y="6376130"/>
                  <a:ext cx="625792" cy="283178"/>
                  <a:chOff x="0" y="6376130"/>
                  <a:chExt cx="625792" cy="283178"/>
                </a:xfrm>
                <a:solidFill>
                  <a:srgbClr val="FFFFFF"/>
                </a:solidFill>
              </p:grpSpPr>
              <p:sp>
                <p:nvSpPr>
                  <p:cNvPr id="69" name="Freeform 69"/>
                  <p:cNvSpPr/>
                  <p:nvPr/>
                </p:nvSpPr>
                <p:spPr>
                  <a:xfrm>
                    <a:off x="0" y="6376130"/>
                    <a:ext cx="625792" cy="110013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625792" h="110013">
                        <a:moveTo>
                          <a:pt x="0" y="0"/>
                        </a:moveTo>
                        <a:lnTo>
                          <a:pt x="625793" y="0"/>
                        </a:lnTo>
                        <a:lnTo>
                          <a:pt x="625793" y="110014"/>
                        </a:lnTo>
                        <a:lnTo>
                          <a:pt x="0" y="110014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 cap="flat">
                    <a:prstDash val="solid"/>
                  </a:ln>
                </p:spPr>
                <p:txBody>
                  <a:bodyPr vert="horz" lIns="91440" tIns="45720" rIns="91440" bIns="45720" anchor="ctr">
                    <a:normAutofit fontScale="25000" lnSpcReduction="20000"/>
                  </a:bodyPr>
                  <a:lstStyle/>
                  <a:p>
                    <a:pPr marL="0" algn="l"/>
                    <a:endParaRPr/>
                  </a:p>
                </p:txBody>
              </p:sp>
              <p:sp>
                <p:nvSpPr>
                  <p:cNvPr id="70" name="Freeform 70"/>
                  <p:cNvSpPr/>
                  <p:nvPr/>
                </p:nvSpPr>
                <p:spPr>
                  <a:xfrm>
                    <a:off x="0" y="6549294"/>
                    <a:ext cx="625792" cy="110013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625792" h="110013">
                        <a:moveTo>
                          <a:pt x="0" y="0"/>
                        </a:moveTo>
                        <a:lnTo>
                          <a:pt x="625793" y="0"/>
                        </a:lnTo>
                        <a:lnTo>
                          <a:pt x="625793" y="110014"/>
                        </a:lnTo>
                        <a:lnTo>
                          <a:pt x="0" y="110014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 cap="flat">
                    <a:prstDash val="solid"/>
                  </a:ln>
                </p:spPr>
                <p:txBody>
                  <a:bodyPr vert="horz" lIns="91440" tIns="45720" rIns="91440" bIns="45720" anchor="ctr">
                    <a:normAutofit fontScale="25000" lnSpcReduction="20000"/>
                  </a:bodyPr>
                  <a:lstStyle/>
                  <a:p>
                    <a:pPr marL="0" algn="l"/>
                    <a:endParaRPr/>
                  </a:p>
                </p:txBody>
              </p:sp>
            </p:grpSp>
            <p:sp>
              <p:nvSpPr>
                <p:cNvPr id="71" name="Freeform 71"/>
                <p:cNvSpPr/>
                <p:nvPr/>
              </p:nvSpPr>
              <p:spPr>
                <a:xfrm>
                  <a:off x="301847" y="3864483"/>
                  <a:ext cx="25812" cy="218093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812" h="2180939">
                      <a:moveTo>
                        <a:pt x="0" y="0"/>
                      </a:moveTo>
                      <a:lnTo>
                        <a:pt x="25813" y="2180939"/>
                      </a:lnTo>
                    </a:path>
                  </a:pathLst>
                </a:custGeom>
                <a:ln w="19050" cap="rnd">
                  <a:solidFill>
                    <a:srgbClr val="2C0303"/>
                  </a:solidFill>
                  <a:prstDash val="solid"/>
                </a:ln>
              </p:spPr>
              <p:txBody>
                <a:bodyPr vert="horz" lIns="91440" tIns="45720" rIns="91440" bIns="45720" anchor="ctr">
                  <a:normAutofit/>
                </a:bodyPr>
                <a:lstStyle/>
                <a:p>
                  <a:pPr marL="0" algn="l"/>
                  <a:endParaRPr/>
                </a:p>
              </p:txBody>
            </p:sp>
          </p:grpSp>
          <p:grpSp>
            <p:nvGrpSpPr>
              <p:cNvPr id="72" name="Group 72"/>
              <p:cNvGrpSpPr/>
              <p:nvPr/>
            </p:nvGrpSpPr>
            <p:grpSpPr>
              <a:xfrm>
                <a:off x="592836" y="3114389"/>
                <a:ext cx="1004506" cy="3739229"/>
                <a:chOff x="592836" y="3114389"/>
                <a:chExt cx="1004506" cy="3739229"/>
              </a:xfrm>
            </p:grpSpPr>
            <p:sp>
              <p:nvSpPr>
                <p:cNvPr id="73" name="Freeform 73"/>
                <p:cNvSpPr/>
                <p:nvPr/>
              </p:nvSpPr>
              <p:spPr>
                <a:xfrm>
                  <a:off x="592836" y="3114389"/>
                  <a:ext cx="1004506" cy="373922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04506" h="3739229">
                      <a:moveTo>
                        <a:pt x="0" y="0"/>
                      </a:moveTo>
                      <a:lnTo>
                        <a:pt x="1004507" y="0"/>
                      </a:lnTo>
                      <a:lnTo>
                        <a:pt x="1004507" y="3739229"/>
                      </a:lnTo>
                      <a:lnTo>
                        <a:pt x="0" y="3739229"/>
                      </a:lnTo>
                      <a:close/>
                    </a:path>
                  </a:pathLst>
                </a:custGeom>
                <a:solidFill>
                  <a:srgbClr val="1B3276"/>
                </a:solidFill>
                <a:ln cap="flat">
                  <a:prstDash val="solid"/>
                </a:ln>
              </p:spPr>
              <p:txBody>
                <a:bodyPr vert="horz" lIns="91440" tIns="45720" rIns="91440" bIns="45720" anchor="ctr">
                  <a:normAutofit/>
                </a:bodyPr>
                <a:lstStyle/>
                <a:p>
                  <a:pPr marL="0" algn="l"/>
                  <a:endParaRPr/>
                </a:p>
              </p:txBody>
            </p:sp>
            <p:sp>
              <p:nvSpPr>
                <p:cNvPr id="74" name="Freeform 74"/>
                <p:cNvSpPr/>
                <p:nvPr/>
              </p:nvSpPr>
              <p:spPr>
                <a:xfrm>
                  <a:off x="974502" y="3673411"/>
                  <a:ext cx="206502" cy="260527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6502" h="2605278">
                      <a:moveTo>
                        <a:pt x="0" y="0"/>
                      </a:moveTo>
                      <a:lnTo>
                        <a:pt x="206502" y="0"/>
                      </a:lnTo>
                      <a:lnTo>
                        <a:pt x="206502" y="2605278"/>
                      </a:lnTo>
                      <a:lnTo>
                        <a:pt x="0" y="2605278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 cap="flat">
                  <a:prstDash val="solid"/>
                </a:ln>
              </p:spPr>
              <p:txBody>
                <a:bodyPr vert="horz" lIns="91440" tIns="45720" rIns="91440" bIns="45720" anchor="ctr">
                  <a:normAutofit/>
                </a:bodyPr>
                <a:lstStyle/>
                <a:p>
                  <a:pPr marL="0" algn="l"/>
                  <a:endParaRPr/>
                </a:p>
              </p:txBody>
            </p:sp>
            <p:sp>
              <p:nvSpPr>
                <p:cNvPr id="75" name="Freeform 75"/>
                <p:cNvSpPr/>
                <p:nvPr/>
              </p:nvSpPr>
              <p:spPr>
                <a:xfrm>
                  <a:off x="592836" y="3114389"/>
                  <a:ext cx="1004506" cy="47148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04506" h="471487">
                      <a:moveTo>
                        <a:pt x="0" y="0"/>
                      </a:moveTo>
                      <a:lnTo>
                        <a:pt x="1004507" y="0"/>
                      </a:lnTo>
                      <a:lnTo>
                        <a:pt x="1004507" y="471488"/>
                      </a:lnTo>
                      <a:lnTo>
                        <a:pt x="0" y="471488"/>
                      </a:lnTo>
                      <a:close/>
                    </a:path>
                  </a:pathLst>
                </a:custGeom>
                <a:solidFill>
                  <a:srgbClr val="284499"/>
                </a:solidFill>
                <a:ln cap="flat">
                  <a:prstDash val="solid"/>
                </a:ln>
              </p:spPr>
              <p:txBody>
                <a:bodyPr vert="horz" lIns="91440" tIns="45720" rIns="91440" bIns="45720" anchor="ctr">
                  <a:normAutofit/>
                </a:bodyPr>
                <a:lstStyle/>
                <a:p>
                  <a:pPr marL="0" algn="l"/>
                  <a:endParaRPr/>
                </a:p>
              </p:txBody>
            </p:sp>
            <p:sp>
              <p:nvSpPr>
                <p:cNvPr id="76" name="Freeform 76"/>
                <p:cNvSpPr/>
                <p:nvPr/>
              </p:nvSpPr>
              <p:spPr>
                <a:xfrm>
                  <a:off x="592836" y="6380130"/>
                  <a:ext cx="1004506" cy="47348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04506" h="473487">
                      <a:moveTo>
                        <a:pt x="0" y="0"/>
                      </a:moveTo>
                      <a:lnTo>
                        <a:pt x="1004507" y="0"/>
                      </a:lnTo>
                      <a:lnTo>
                        <a:pt x="1004507" y="473488"/>
                      </a:lnTo>
                      <a:lnTo>
                        <a:pt x="0" y="473488"/>
                      </a:lnTo>
                      <a:close/>
                    </a:path>
                  </a:pathLst>
                </a:custGeom>
                <a:solidFill>
                  <a:srgbClr val="284499"/>
                </a:solidFill>
                <a:ln cap="flat">
                  <a:prstDash val="solid"/>
                </a:ln>
              </p:spPr>
              <p:txBody>
                <a:bodyPr vert="horz" lIns="91440" tIns="45720" rIns="91440" bIns="45720" anchor="ctr">
                  <a:normAutofit/>
                </a:bodyPr>
                <a:lstStyle/>
                <a:p>
                  <a:pPr marL="0" algn="l"/>
                  <a:endParaRPr/>
                </a:p>
              </p:txBody>
            </p:sp>
          </p:grpSp>
          <p:grpSp>
            <p:nvGrpSpPr>
              <p:cNvPr id="77" name="Group 77"/>
              <p:cNvGrpSpPr/>
              <p:nvPr/>
            </p:nvGrpSpPr>
            <p:grpSpPr>
              <a:xfrm>
                <a:off x="2051994" y="2856190"/>
                <a:ext cx="3637121" cy="897445"/>
                <a:chOff x="2051994" y="2856190"/>
                <a:chExt cx="3637121" cy="897445"/>
              </a:xfrm>
              <a:solidFill>
                <a:srgbClr val="FFFFFF"/>
              </a:solidFill>
            </p:grpSpPr>
            <p:sp>
              <p:nvSpPr>
                <p:cNvPr id="78" name="Freeform 78"/>
                <p:cNvSpPr/>
                <p:nvPr/>
              </p:nvSpPr>
              <p:spPr>
                <a:xfrm>
                  <a:off x="2051994" y="2856190"/>
                  <a:ext cx="341233" cy="34123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41233" h="341233">
                      <a:moveTo>
                        <a:pt x="14073" y="189333"/>
                      </a:moveTo>
                      <a:cubicBezTo>
                        <a:pt x="95607" y="213241"/>
                        <a:pt x="127992" y="245626"/>
                        <a:pt x="151900" y="327160"/>
                      </a:cubicBezTo>
                      <a:cubicBezTo>
                        <a:pt x="157424" y="345924"/>
                        <a:pt x="183809" y="345924"/>
                        <a:pt x="189333" y="327160"/>
                      </a:cubicBezTo>
                      <a:cubicBezTo>
                        <a:pt x="213241" y="245626"/>
                        <a:pt x="245626" y="213241"/>
                        <a:pt x="327160" y="189333"/>
                      </a:cubicBezTo>
                      <a:cubicBezTo>
                        <a:pt x="345924" y="183809"/>
                        <a:pt x="345924" y="157424"/>
                        <a:pt x="327160" y="151900"/>
                      </a:cubicBezTo>
                      <a:cubicBezTo>
                        <a:pt x="245626" y="127992"/>
                        <a:pt x="213241" y="95607"/>
                        <a:pt x="189333" y="14073"/>
                      </a:cubicBezTo>
                      <a:cubicBezTo>
                        <a:pt x="183809" y="-4691"/>
                        <a:pt x="157424" y="-4691"/>
                        <a:pt x="151900" y="14073"/>
                      </a:cubicBezTo>
                      <a:cubicBezTo>
                        <a:pt x="127992" y="95607"/>
                        <a:pt x="95607" y="127992"/>
                        <a:pt x="14073" y="151900"/>
                      </a:cubicBezTo>
                      <a:cubicBezTo>
                        <a:pt x="-4691" y="157424"/>
                        <a:pt x="-4691" y="183809"/>
                        <a:pt x="14073" y="189333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 cap="flat">
                  <a:prstDash val="solid"/>
                </a:ln>
              </p:spPr>
              <p:txBody>
                <a:bodyPr vert="horz" lIns="91440" tIns="45720" rIns="91440" bIns="45720" anchor="ctr">
                  <a:normAutofit fontScale="92500" lnSpcReduction="20000"/>
                </a:bodyPr>
                <a:lstStyle/>
                <a:p>
                  <a:pPr marL="0" algn="l"/>
                  <a:endParaRPr/>
                </a:p>
              </p:txBody>
            </p:sp>
            <p:sp>
              <p:nvSpPr>
                <p:cNvPr id="79" name="Freeform 79"/>
                <p:cNvSpPr/>
                <p:nvPr/>
              </p:nvSpPr>
              <p:spPr>
                <a:xfrm>
                  <a:off x="5462087" y="3526607"/>
                  <a:ext cx="227028" cy="22702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7028" h="227028">
                      <a:moveTo>
                        <a:pt x="9358" y="125944"/>
                      </a:moveTo>
                      <a:cubicBezTo>
                        <a:pt x="63556" y="141851"/>
                        <a:pt x="85178" y="163378"/>
                        <a:pt x="101084" y="217670"/>
                      </a:cubicBezTo>
                      <a:cubicBezTo>
                        <a:pt x="104704" y="230148"/>
                        <a:pt x="122325" y="230148"/>
                        <a:pt x="125944" y="217670"/>
                      </a:cubicBezTo>
                      <a:cubicBezTo>
                        <a:pt x="141851" y="163473"/>
                        <a:pt x="163377" y="141851"/>
                        <a:pt x="217670" y="125944"/>
                      </a:cubicBezTo>
                      <a:cubicBezTo>
                        <a:pt x="230148" y="122325"/>
                        <a:pt x="230148" y="104704"/>
                        <a:pt x="217670" y="101084"/>
                      </a:cubicBezTo>
                      <a:cubicBezTo>
                        <a:pt x="163473" y="85177"/>
                        <a:pt x="141851" y="63651"/>
                        <a:pt x="125944" y="9358"/>
                      </a:cubicBezTo>
                      <a:cubicBezTo>
                        <a:pt x="122325" y="-3119"/>
                        <a:pt x="104704" y="-3119"/>
                        <a:pt x="101084" y="9358"/>
                      </a:cubicBezTo>
                      <a:cubicBezTo>
                        <a:pt x="85178" y="63556"/>
                        <a:pt x="63651" y="85177"/>
                        <a:pt x="9358" y="101084"/>
                      </a:cubicBezTo>
                      <a:cubicBezTo>
                        <a:pt x="-3119" y="104799"/>
                        <a:pt x="-3119" y="122325"/>
                        <a:pt x="9358" y="125944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 cap="flat">
                  <a:prstDash val="solid"/>
                </a:ln>
              </p:spPr>
              <p:txBody>
                <a:bodyPr vert="horz" lIns="91440" tIns="45720" rIns="91440" bIns="45720" anchor="ctr">
                  <a:normAutofit fontScale="40000" lnSpcReduction="20000"/>
                </a:bodyPr>
                <a:lstStyle/>
                <a:p>
                  <a:pPr marL="0" algn="l"/>
                  <a:endParaRPr/>
                </a:p>
              </p:txBody>
            </p:sp>
          </p:grpSp>
          <p:sp>
            <p:nvSpPr>
              <p:cNvPr id="80" name="Freeform 80"/>
              <p:cNvSpPr/>
              <p:nvPr/>
            </p:nvSpPr>
            <p:spPr>
              <a:xfrm>
                <a:off x="4192996" y="3254702"/>
                <a:ext cx="918219" cy="942076"/>
              </a:xfrm>
              <a:custGeom>
                <a:avLst/>
                <a:gdLst/>
                <a:ahLst/>
                <a:cxnLst/>
                <a:rect l="l" t="t" r="r" b="b"/>
                <a:pathLst>
                  <a:path w="918219" h="942076">
                    <a:moveTo>
                      <a:pt x="344713" y="8944"/>
                    </a:moveTo>
                    <a:lnTo>
                      <a:pt x="544834" y="187442"/>
                    </a:lnTo>
                    <a:cubicBezTo>
                      <a:pt x="553501" y="195157"/>
                      <a:pt x="565312" y="198110"/>
                      <a:pt x="576552" y="195348"/>
                    </a:cubicBezTo>
                    <a:lnTo>
                      <a:pt x="836965" y="131721"/>
                    </a:lnTo>
                    <a:cubicBezTo>
                      <a:pt x="865254" y="124768"/>
                      <a:pt x="889162" y="153343"/>
                      <a:pt x="877447" y="180013"/>
                    </a:cubicBezTo>
                    <a:lnTo>
                      <a:pt x="769528" y="425472"/>
                    </a:lnTo>
                    <a:cubicBezTo>
                      <a:pt x="764861" y="436044"/>
                      <a:pt x="765718" y="448236"/>
                      <a:pt x="771814" y="458047"/>
                    </a:cubicBezTo>
                    <a:lnTo>
                      <a:pt x="912879" y="686076"/>
                    </a:lnTo>
                    <a:cubicBezTo>
                      <a:pt x="928215" y="710841"/>
                      <a:pt x="908498" y="742369"/>
                      <a:pt x="879447" y="739511"/>
                    </a:cubicBezTo>
                    <a:lnTo>
                      <a:pt x="612652" y="712746"/>
                    </a:lnTo>
                    <a:cubicBezTo>
                      <a:pt x="601126" y="711603"/>
                      <a:pt x="589792" y="716175"/>
                      <a:pt x="582362" y="725033"/>
                    </a:cubicBezTo>
                    <a:lnTo>
                      <a:pt x="409102" y="929630"/>
                    </a:lnTo>
                    <a:cubicBezTo>
                      <a:pt x="390243" y="951823"/>
                      <a:pt x="354143" y="942870"/>
                      <a:pt x="347952" y="914390"/>
                    </a:cubicBezTo>
                    <a:lnTo>
                      <a:pt x="290992" y="652357"/>
                    </a:lnTo>
                    <a:cubicBezTo>
                      <a:pt x="288516" y="641023"/>
                      <a:pt x="280705" y="631688"/>
                      <a:pt x="269942" y="627307"/>
                    </a:cubicBezTo>
                    <a:lnTo>
                      <a:pt x="21816" y="525675"/>
                    </a:lnTo>
                    <a:cubicBezTo>
                      <a:pt x="-5140" y="514626"/>
                      <a:pt x="-7712" y="477478"/>
                      <a:pt x="17434" y="462810"/>
                    </a:cubicBezTo>
                    <a:lnTo>
                      <a:pt x="248987" y="327650"/>
                    </a:lnTo>
                    <a:cubicBezTo>
                      <a:pt x="258988" y="321840"/>
                      <a:pt x="265465" y="311457"/>
                      <a:pt x="266323" y="299932"/>
                    </a:cubicBezTo>
                    <a:lnTo>
                      <a:pt x="286230" y="32566"/>
                    </a:lnTo>
                    <a:cubicBezTo>
                      <a:pt x="288516" y="3514"/>
                      <a:pt x="322996" y="-10392"/>
                      <a:pt x="344713" y="8944"/>
                    </a:cubicBezTo>
                    <a:close/>
                  </a:path>
                </a:pathLst>
              </a:custGeom>
              <a:noFill/>
              <a:ln w="19050" cap="flat">
                <a:solidFill>
                  <a:srgbClr val="FFFFFF"/>
                </a:solidFill>
                <a:prstDash val="solid"/>
              </a:ln>
            </p:spPr>
            <p:txBody>
              <a:bodyPr vert="horz" lIns="91440" tIns="45720" rIns="91440" bIns="45720" anchor="ctr">
                <a:normAutofit/>
              </a:bodyPr>
              <a:lstStyle/>
              <a:p>
                <a:pPr marL="0" algn="l"/>
                <a:endParaRPr/>
              </a:p>
            </p:txBody>
          </p:sp>
          <p:sp>
            <p:nvSpPr>
              <p:cNvPr id="81" name="Freeform 81"/>
              <p:cNvSpPr/>
              <p:nvPr/>
            </p:nvSpPr>
            <p:spPr>
              <a:xfrm>
                <a:off x="2573924" y="2400014"/>
                <a:ext cx="494489" cy="1314545"/>
              </a:xfrm>
              <a:custGeom>
                <a:avLst/>
                <a:gdLst/>
                <a:ahLst/>
                <a:cxnLst/>
                <a:rect l="l" t="t" r="r" b="b"/>
                <a:pathLst>
                  <a:path w="494489" h="1314545">
                    <a:moveTo>
                      <a:pt x="217091" y="0"/>
                    </a:moveTo>
                    <a:cubicBezTo>
                      <a:pt x="733537" y="224600"/>
                      <a:pt x="425308" y="828104"/>
                      <a:pt x="126128" y="859917"/>
                    </a:cubicBezTo>
                    <a:cubicBezTo>
                      <a:pt x="-173053" y="891731"/>
                      <a:pt x="128128" y="444151"/>
                      <a:pt x="327677" y="856679"/>
                    </a:cubicBezTo>
                    <a:cubicBezTo>
                      <a:pt x="449406" y="1108234"/>
                      <a:pt x="254239" y="1314545"/>
                      <a:pt x="254239" y="1314545"/>
                    </a:cubicBezTo>
                  </a:path>
                </a:pathLst>
              </a:custGeom>
              <a:noFill/>
              <a:ln w="19050" cap="flat">
                <a:solidFill>
                  <a:srgbClr val="FFFFFF"/>
                </a:solidFill>
                <a:prstDash val="solid"/>
              </a:ln>
            </p:spPr>
            <p:txBody>
              <a:bodyPr vert="horz" lIns="91440" tIns="45720" rIns="91440" bIns="45720" anchor="ctr">
                <a:normAutofit/>
              </a:bodyPr>
              <a:lstStyle/>
              <a:p>
                <a:pPr marL="0" algn="l"/>
                <a:endParaRPr/>
              </a:p>
            </p:txBody>
          </p:sp>
          <p:sp>
            <p:nvSpPr>
              <p:cNvPr id="82" name="Freeform 82"/>
              <p:cNvSpPr/>
              <p:nvPr/>
            </p:nvSpPr>
            <p:spPr>
              <a:xfrm>
                <a:off x="2833592" y="3809809"/>
                <a:ext cx="917878" cy="566356"/>
              </a:xfrm>
              <a:custGeom>
                <a:avLst/>
                <a:gdLst/>
                <a:ahLst/>
                <a:cxnLst/>
                <a:rect l="l" t="t" r="r" b="b"/>
                <a:pathLst>
                  <a:path w="917878" h="566356">
                    <a:moveTo>
                      <a:pt x="0" y="566357"/>
                    </a:moveTo>
                    <a:cubicBezTo>
                      <a:pt x="6191" y="547878"/>
                      <a:pt x="116967" y="0"/>
                      <a:pt x="560165" y="0"/>
                    </a:cubicBezTo>
                    <a:cubicBezTo>
                      <a:pt x="1003363" y="0"/>
                      <a:pt x="966502" y="369380"/>
                      <a:pt x="812578" y="320135"/>
                    </a:cubicBezTo>
                  </a:path>
                </a:pathLst>
              </a:custGeom>
              <a:noFill/>
              <a:ln w="19050" cap="flat">
                <a:solidFill>
                  <a:srgbClr val="FFFFFF"/>
                </a:solidFill>
                <a:prstDash val="solid"/>
              </a:ln>
            </p:spPr>
            <p:txBody>
              <a:bodyPr vert="horz" lIns="91440" tIns="45720" rIns="91440" bIns="45720" anchor="ctr">
                <a:normAutofit/>
              </a:bodyPr>
              <a:lstStyle/>
              <a:p>
                <a:pPr marL="0" algn="l"/>
                <a:endParaRPr/>
              </a:p>
            </p:txBody>
          </p:sp>
        </p:grpSp>
      </p:grpSp>
      <p:sp>
        <p:nvSpPr>
          <p:cNvPr id="83" name="AutoShape 83"/>
          <p:cNvSpPr>
            <a:spLocks noGrp="1"/>
          </p:cNvSpPr>
          <p:nvPr>
            <p:ph type="ctrTitle"/>
          </p:nvPr>
        </p:nvSpPr>
        <p:spPr>
          <a:xfrm>
            <a:off x="660399" y="1180512"/>
            <a:ext cx="10858500" cy="2174216"/>
          </a:xfrm>
          <a:prstGeom prst="rect">
            <a:avLst/>
          </a:prstGeom>
        </p:spPr>
        <p:txBody>
          <a:bodyPr vert="horz" wrap="square" lIns="91440" tIns="45720" rIns="91440" bIns="45720" anchor="b">
            <a:noAutofit/>
          </a:bodyPr>
          <a:lstStyle/>
          <a:p>
            <a:pPr algn="ctr">
              <a:lnSpc>
                <a:spcPct val="100000"/>
              </a:lnSpc>
              <a:spcBef>
                <a:spcPct val="0"/>
              </a:spcBef>
              <a:buNone/>
            </a:pPr>
            <a:r>
              <a:rPr lang="en-US" sz="7200" b="1" i="0" u="none" baseline="0">
                <a:solidFill>
                  <a:srgbClr val="000000"/>
                </a:solidFill>
                <a:latin typeface="Arial"/>
                <a:ea typeface="Arial"/>
              </a:rPr>
              <a:t>Click to add title</a:t>
            </a:r>
          </a:p>
        </p:txBody>
      </p:sp>
      <p:sp>
        <p:nvSpPr>
          <p:cNvPr id="84" name="AutoShape 84"/>
          <p:cNvSpPr>
            <a:spLocks noGrp="1"/>
          </p:cNvSpPr>
          <p:nvPr>
            <p:ph type="subTitle" sz="quarter" idx="1"/>
          </p:nvPr>
        </p:nvSpPr>
        <p:spPr>
          <a:xfrm>
            <a:off x="660399" y="3482429"/>
            <a:ext cx="10858500" cy="818697"/>
          </a:xfrm>
          <a:prstGeom prst="rect">
            <a:avLst/>
          </a:prstGeom>
          <a:noFill/>
        </p:spPr>
        <p:txBody>
          <a:bodyPr vert="horz" wrap="square" lIns="91440" tIns="45720" rIns="91440" bIns="45720" anchor="t">
            <a:normAutofit/>
          </a:bodyPr>
          <a:lstStyle/>
          <a:p>
            <a:pPr marL="0" indent="0" algn="ctr">
              <a:lnSpc>
                <a:spcPct val="100000"/>
              </a:lnSpc>
              <a:spcBef>
                <a:spcPts val="1000"/>
              </a:spcBef>
              <a:buNone/>
            </a:pPr>
            <a:r>
              <a:rPr lang="en-US" sz="2000" b="0" i="0" u="none" baseline="0">
                <a:solidFill>
                  <a:srgbClr val="000000"/>
                </a:solidFill>
                <a:latin typeface="Arial"/>
                <a:ea typeface="Arial"/>
              </a:rPr>
              <a:t>Click to add subtitle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bg>
      <p:bgPr>
        <a:gradFill>
          <a:gsLst>
            <a:gs pos="0">
              <a:srgbClr val="FFC717">
                <a:lumMod val="40000"/>
                <a:lumOff val="60000"/>
              </a:srgbClr>
            </a:gs>
            <a:gs pos="100000">
              <a:srgbClr val="FFC717">
                <a:alpha val="0"/>
                <a:lumMod val="20000"/>
                <a:lumOff val="80000"/>
              </a:srgbClr>
            </a:gs>
          </a:gsLst>
          <a:lin ang="162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title"/>
          </p:nvPr>
        </p:nvSpPr>
        <p:spPr>
          <a:xfrm>
            <a:off x="660400" y="128587"/>
            <a:ext cx="10858500" cy="900112"/>
          </a:xfrm>
        </p:spPr>
        <p:txBody>
          <a:bodyPr vert="horz" lIns="91440" tIns="45720" rIns="91440" bIns="45720" anchor="b">
            <a:norm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buNone/>
            </a:pPr>
            <a:r>
              <a:rPr lang="en-US" sz="2800" b="1" i="0" u="none" baseline="0">
                <a:solidFill>
                  <a:srgbClr val="000000"/>
                </a:solidFill>
                <a:latin typeface="Arial"/>
                <a:ea typeface="Arial"/>
              </a:rPr>
              <a:t>Click to add title</a:t>
            </a:r>
          </a:p>
        </p:txBody>
      </p:sp>
      <p:sp>
        <p:nvSpPr>
          <p:cNvPr id="3" name="AutoShape 3"/>
          <p:cNvSpPr>
            <a:spLocks noGrp="1"/>
          </p:cNvSpPr>
          <p:nvPr>
            <p:ph idx="1"/>
          </p:nvPr>
        </p:nvSpPr>
        <p:spPr>
          <a:xfrm>
            <a:off x="660400" y="1130300"/>
            <a:ext cx="10858500" cy="5003800"/>
          </a:xfrm>
        </p:spPr>
        <p:txBody>
          <a:bodyPr vert="horz" lIns="91440" tIns="45720" rIns="91440" bIns="45720" anchor="t">
            <a:normAutofit/>
          </a:bodyPr>
          <a:lstStyle/>
          <a:p>
            <a:pPr marL="228600" indent="-228600" algn="l">
              <a:lnSpc>
                <a:spcPct val="120000"/>
              </a:lnSpc>
              <a:spcBef>
                <a:spcPts val="1000"/>
              </a:spcBef>
              <a:buNone/>
            </a:pPr>
            <a:r>
              <a:rPr lang="en-US" sz="1800" b="0" i="0" u="none" baseline="0">
                <a:solidFill>
                  <a:srgbClr val="000000"/>
                </a:solidFill>
                <a:latin typeface="Arial"/>
                <a:ea typeface="Arial"/>
              </a:rPr>
              <a:t>Click to add text</a:t>
            </a:r>
          </a:p>
          <a:p>
            <a:pPr marL="685800" lvl="1" indent="-228600" algn="l">
              <a:lnSpc>
                <a:spcPct val="120000"/>
              </a:lnSpc>
              <a:spcBef>
                <a:spcPts val="500"/>
              </a:spcBef>
              <a:buNone/>
            </a:pPr>
            <a:r>
              <a:rPr lang="en-US" sz="1600" b="0" i="0" u="none" baseline="0">
                <a:solidFill>
                  <a:srgbClr val="000000"/>
                </a:solidFill>
                <a:latin typeface="Arial"/>
                <a:ea typeface="Arial"/>
              </a:rPr>
              <a:t>Second level</a:t>
            </a:r>
          </a:p>
          <a:p>
            <a:pPr marL="1143000" lvl="2" indent="-228600" algn="l">
              <a:lnSpc>
                <a:spcPct val="120000"/>
              </a:lnSpc>
              <a:spcBef>
                <a:spcPts val="500"/>
              </a:spcBef>
              <a:buNone/>
            </a:pPr>
            <a:r>
              <a:rPr lang="en-US" sz="1400" b="0" i="0" u="none" baseline="0">
                <a:solidFill>
                  <a:srgbClr val="000000"/>
                </a:solidFill>
                <a:latin typeface="Arial"/>
                <a:ea typeface="Arial"/>
              </a:rPr>
              <a:t>Third level</a:t>
            </a:r>
          </a:p>
          <a:p>
            <a:pPr marL="1600200" lvl="3" indent="-228600" algn="l">
              <a:lnSpc>
                <a:spcPct val="120000"/>
              </a:lnSpc>
              <a:spcBef>
                <a:spcPts val="500"/>
              </a:spcBef>
              <a:buNone/>
            </a:pPr>
            <a:r>
              <a:rPr lang="en-US" sz="1200" b="0" i="0" u="none" baseline="0">
                <a:solidFill>
                  <a:srgbClr val="000000"/>
                </a:solidFill>
                <a:latin typeface="Arial"/>
                <a:ea typeface="Arial"/>
              </a:rPr>
              <a:t>Fourth level</a:t>
            </a:r>
          </a:p>
          <a:p>
            <a:pPr marL="2057400" lvl="4" indent="-228600" algn="l">
              <a:lnSpc>
                <a:spcPct val="120000"/>
              </a:lnSpc>
              <a:spcBef>
                <a:spcPts val="500"/>
              </a:spcBef>
              <a:buNone/>
            </a:pPr>
            <a:r>
              <a:rPr lang="en-US" sz="1200" b="0" i="0" u="none" baseline="0">
                <a:solidFill>
                  <a:srgbClr val="000000"/>
                </a:solidFill>
                <a:latin typeface="Arial"/>
                <a:ea typeface="Arial"/>
              </a:rPr>
              <a:t>Fifth level</a:t>
            </a:r>
          </a:p>
        </p:txBody>
      </p:sp>
      <p:sp>
        <p:nvSpPr>
          <p:cNvPr id="4" name="AutoShape 4"/>
          <p:cNvSpPr>
            <a:spLocks noGrp="1"/>
          </p:cNvSpPr>
          <p:nvPr>
            <p:ph type="dt" sz="half" idx="10"/>
          </p:nvPr>
        </p:nvSpPr>
        <p:spPr>
          <a:xfrm>
            <a:off x="4718050" y="6409690"/>
            <a:ext cx="2743200" cy="274320"/>
          </a:xfrm>
        </p:spPr>
        <p:txBody>
          <a:bodyPr vert="horz" lIns="91440" tIns="45720" rIns="91440" bIns="45720" anchor="ctr">
            <a:normAutofit/>
          </a:bodyPr>
          <a:lstStyle/>
          <a:p>
            <a:pPr marL="0" algn="ctr">
              <a:buNone/>
            </a:pPr>
            <a:endParaRPr/>
          </a:p>
        </p:txBody>
      </p:sp>
      <p:sp>
        <p:nvSpPr>
          <p:cNvPr id="5" name="AutoShape 5"/>
          <p:cNvSpPr>
            <a:spLocks noGrp="1"/>
          </p:cNvSpPr>
          <p:nvPr>
            <p:ph type="ftr" sz="quarter" idx="11"/>
          </p:nvPr>
        </p:nvSpPr>
        <p:spPr>
          <a:xfrm>
            <a:off x="660399" y="6409690"/>
            <a:ext cx="3657600" cy="274320"/>
          </a:xfrm>
        </p:spPr>
        <p:txBody>
          <a:bodyPr vert="horz" lIns="91440" tIns="45720" rIns="91440" bIns="45720" anchor="ctr">
            <a:normAutofit/>
          </a:bodyPr>
          <a:lstStyle/>
          <a:p>
            <a:pPr marL="0" algn="l">
              <a:buNone/>
            </a:pPr>
            <a:endParaRPr/>
          </a:p>
        </p:txBody>
      </p:sp>
      <p:sp>
        <p:nvSpPr>
          <p:cNvPr id="6" name="AutoShape 6"/>
          <p:cNvSpPr>
            <a:spLocks noGrp="1"/>
          </p:cNvSpPr>
          <p:nvPr>
            <p:ph type="sldNum" sz="quarter" idx="12"/>
          </p:nvPr>
        </p:nvSpPr>
        <p:spPr>
          <a:xfrm>
            <a:off x="7861300" y="6409690"/>
            <a:ext cx="3657600" cy="274320"/>
          </a:xfrm>
        </p:spPr>
        <p:txBody>
          <a:bodyPr vert="horz" lIns="91440" tIns="45720" rIns="91440" bIns="45720" anchor="ctr">
            <a:normAutofit/>
          </a:bodyPr>
          <a:lstStyle/>
          <a:p>
            <a:pPr marL="0" algn="r">
              <a:buNone/>
            </a:pPr>
            <a:fld id="{3386411A-70EE-422D-B97C-F56BEE3FF077}" type="slidenum">
              <a:rPr lang="en-US" sz="1200" b="0" i="0" u="none" baseline="0">
                <a:solidFill>
                  <a:srgbClr val="000000">
                    <a:tint val="75000"/>
                  </a:srgbClr>
                </a:solidFill>
                <a:latin typeface="Arial"/>
                <a:ea typeface="Arial"/>
              </a:rPr>
              <a:t>‹#›</a:t>
            </a:fld>
            <a:endParaRPr lang="en-US" sz="1200" b="0" i="0" u="none" baseline="0">
              <a:solidFill>
                <a:srgbClr val="000000">
                  <a:tint val="75000"/>
                </a:srgbClr>
              </a:solidFill>
              <a:latin typeface="Arial"/>
              <a:ea typeface="Arial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Agenda">
    <p:bg>
      <p:bgPr>
        <a:gradFill>
          <a:gsLst>
            <a:gs pos="0">
              <a:srgbClr val="FFC717">
                <a:lumMod val="40000"/>
                <a:lumOff val="60000"/>
              </a:srgbClr>
            </a:gs>
            <a:gs pos="100000">
              <a:srgbClr val="FFC717">
                <a:alpha val="0"/>
                <a:lumMod val="20000"/>
                <a:lumOff val="80000"/>
              </a:srgbClr>
            </a:gs>
          </a:gsLst>
          <a:lin ang="162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title"/>
          </p:nvPr>
        </p:nvSpPr>
        <p:spPr>
          <a:xfrm>
            <a:off x="1328414" y="1500189"/>
            <a:ext cx="2061861" cy="864515"/>
          </a:xfrm>
          <a:prstGeom prst="rect">
            <a:avLst/>
          </a:prstGeom>
          <a:noFill/>
        </p:spPr>
        <p:txBody>
          <a:bodyPr vert="horz" lIns="91440" tIns="45720" rIns="91440" bIns="45720" anchor="t">
            <a:normAutofit/>
          </a:bodyPr>
          <a:lstStyle/>
          <a:p>
            <a:pPr algn="r">
              <a:lnSpc>
                <a:spcPct val="100000"/>
              </a:lnSpc>
              <a:spcBef>
                <a:spcPct val="0"/>
              </a:spcBef>
              <a:buNone/>
            </a:pPr>
            <a:r>
              <a:rPr lang="en-US" sz="2800" b="1" i="0" u="none" baseline="0">
                <a:solidFill>
                  <a:srgbClr val="000000"/>
                </a:solidFill>
                <a:latin typeface="Arial"/>
                <a:ea typeface="Arial"/>
              </a:rPr>
              <a:t>Agenda</a:t>
            </a:r>
          </a:p>
        </p:txBody>
      </p:sp>
      <p:sp>
        <p:nvSpPr>
          <p:cNvPr id="3" name="AutoShape 3"/>
          <p:cNvSpPr>
            <a:spLocks noGrp="1"/>
          </p:cNvSpPr>
          <p:nvPr>
            <p:ph sz="quarter" idx="1"/>
          </p:nvPr>
        </p:nvSpPr>
        <p:spPr>
          <a:xfrm>
            <a:off x="3638391" y="1500189"/>
            <a:ext cx="7880509" cy="4633912"/>
          </a:xfrm>
        </p:spPr>
        <p:txBody>
          <a:bodyPr vert="horz" lIns="91440" tIns="45720" rIns="91440" bIns="45720" anchor="t">
            <a:normAutofit/>
          </a:bodyPr>
          <a:lstStyle/>
          <a:p>
            <a:pPr marL="342900" indent="-342900" algn="l">
              <a:lnSpc>
                <a:spcPct val="100000"/>
              </a:lnSpc>
              <a:spcBef>
                <a:spcPts val="1000"/>
              </a:spcBef>
              <a:buNone/>
            </a:pPr>
            <a:r>
              <a:rPr lang="en-US" sz="1800" b="0" i="0" u="none" baseline="0">
                <a:solidFill>
                  <a:srgbClr val="000000"/>
                </a:solidFill>
                <a:latin typeface="Arial"/>
                <a:ea typeface="Arial"/>
              </a:rPr>
              <a:t>Click to add text</a:t>
            </a:r>
          </a:p>
          <a:p>
            <a:pPr marL="800100" lvl="1" indent="-342900" algn="l">
              <a:lnSpc>
                <a:spcPct val="100000"/>
              </a:lnSpc>
              <a:spcBef>
                <a:spcPts val="500"/>
              </a:spcBef>
              <a:buNone/>
            </a:pPr>
            <a:r>
              <a:rPr lang="en-US" sz="1600" b="0" i="0" u="none" baseline="0">
                <a:solidFill>
                  <a:srgbClr val="000000"/>
                </a:solidFill>
                <a:latin typeface="Arial"/>
                <a:ea typeface="Arial"/>
              </a:rPr>
              <a:t>Second level</a:t>
            </a:r>
          </a:p>
          <a:p>
            <a:pPr marL="1257300" lvl="2" indent="-342900" algn="l">
              <a:lnSpc>
                <a:spcPct val="100000"/>
              </a:lnSpc>
              <a:spcBef>
                <a:spcPts val="500"/>
              </a:spcBef>
              <a:buNone/>
            </a:pPr>
            <a:r>
              <a:rPr lang="en-US" sz="1400" b="0" i="0" u="none" baseline="0">
                <a:solidFill>
                  <a:srgbClr val="000000"/>
                </a:solidFill>
                <a:latin typeface="Arial"/>
                <a:ea typeface="Arial"/>
              </a:rPr>
              <a:t>Third level</a:t>
            </a:r>
          </a:p>
          <a:p>
            <a:pPr marL="1600200" lvl="3" indent="-228600" algn="l">
              <a:lnSpc>
                <a:spcPct val="100000"/>
              </a:lnSpc>
              <a:spcBef>
                <a:spcPts val="500"/>
              </a:spcBef>
              <a:buNone/>
            </a:pPr>
            <a:r>
              <a:rPr lang="en-US" sz="1200" b="0" i="0" u="none" baseline="0">
                <a:solidFill>
                  <a:srgbClr val="000000"/>
                </a:solidFill>
                <a:latin typeface="Arial"/>
                <a:ea typeface="Arial"/>
              </a:rPr>
              <a:t>Fourth level</a:t>
            </a:r>
          </a:p>
          <a:p>
            <a:pPr marL="2057400" lvl="4" indent="-228600" algn="l">
              <a:lnSpc>
                <a:spcPct val="100000"/>
              </a:lnSpc>
              <a:spcBef>
                <a:spcPts val="500"/>
              </a:spcBef>
              <a:buNone/>
            </a:pPr>
            <a:r>
              <a:rPr lang="en-US" sz="1200" b="0" i="0" u="none" baseline="0">
                <a:solidFill>
                  <a:srgbClr val="000000"/>
                </a:solidFill>
                <a:latin typeface="Arial"/>
                <a:ea typeface="Arial"/>
              </a:rPr>
              <a:t>Fifth level</a:t>
            </a:r>
          </a:p>
        </p:txBody>
      </p:sp>
      <p:sp>
        <p:nvSpPr>
          <p:cNvPr id="4" name="AutoShape 4"/>
          <p:cNvSpPr>
            <a:spLocks noGrp="1"/>
          </p:cNvSpPr>
          <p:nvPr>
            <p:ph type="dt" sz="half" idx="10"/>
          </p:nvPr>
        </p:nvSpPr>
        <p:spPr>
          <a:xfrm>
            <a:off x="4718050" y="6409690"/>
            <a:ext cx="2743200" cy="274320"/>
          </a:xfrm>
        </p:spPr>
        <p:txBody>
          <a:bodyPr vert="horz" lIns="91440" tIns="45720" rIns="91440" bIns="45720" anchor="ctr">
            <a:normAutofit/>
          </a:bodyPr>
          <a:lstStyle/>
          <a:p>
            <a:pPr marL="0" algn="ctr">
              <a:buNone/>
            </a:pPr>
            <a:endParaRPr/>
          </a:p>
        </p:txBody>
      </p:sp>
      <p:sp>
        <p:nvSpPr>
          <p:cNvPr id="5" name="AutoShape 5"/>
          <p:cNvSpPr>
            <a:spLocks noGrp="1"/>
          </p:cNvSpPr>
          <p:nvPr>
            <p:ph type="ftr" sz="quarter" idx="11"/>
          </p:nvPr>
        </p:nvSpPr>
        <p:spPr>
          <a:xfrm>
            <a:off x="660399" y="6409690"/>
            <a:ext cx="3657600" cy="274320"/>
          </a:xfrm>
        </p:spPr>
        <p:txBody>
          <a:bodyPr vert="horz" lIns="91440" tIns="45720" rIns="91440" bIns="45720" anchor="ctr">
            <a:normAutofit/>
          </a:bodyPr>
          <a:lstStyle/>
          <a:p>
            <a:pPr marL="0" algn="l">
              <a:buNone/>
            </a:pPr>
            <a:endParaRPr/>
          </a:p>
        </p:txBody>
      </p:sp>
      <p:sp>
        <p:nvSpPr>
          <p:cNvPr id="6" name="AutoShape 6"/>
          <p:cNvSpPr>
            <a:spLocks noGrp="1"/>
          </p:cNvSpPr>
          <p:nvPr>
            <p:ph type="sldNum" sz="quarter" idx="12"/>
          </p:nvPr>
        </p:nvSpPr>
        <p:spPr>
          <a:xfrm>
            <a:off x="7861300" y="6409690"/>
            <a:ext cx="3657600" cy="274320"/>
          </a:xfrm>
        </p:spPr>
        <p:txBody>
          <a:bodyPr vert="horz" lIns="91440" tIns="45720" rIns="91440" bIns="45720" anchor="ctr">
            <a:normAutofit/>
          </a:bodyPr>
          <a:lstStyle/>
          <a:p>
            <a:pPr marL="0" algn="r">
              <a:buNone/>
            </a:pPr>
            <a:fld id="{3386411A-70EE-422D-B97C-F56BEE3FF077}" type="slidenum">
              <a:rPr lang="en-US" sz="1200" b="0" i="0" u="none" baseline="0">
                <a:solidFill>
                  <a:srgbClr val="000000">
                    <a:tint val="75000"/>
                  </a:srgbClr>
                </a:solidFill>
                <a:latin typeface="Arial"/>
                <a:ea typeface="Arial"/>
              </a:rPr>
              <a:t>‹#›</a:t>
            </a:fld>
            <a:endParaRPr lang="en-US" sz="1200" b="0" i="0" u="none" baseline="0">
              <a:solidFill>
                <a:srgbClr val="000000">
                  <a:tint val="75000"/>
                </a:srgbClr>
              </a:solidFill>
              <a:latin typeface="Arial"/>
              <a:ea typeface="Arial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flipH="1">
            <a:off x="0" y="0"/>
            <a:ext cx="12192001" cy="6858571"/>
            <a:chOff x="0" y="0"/>
            <a:chExt cx="12192001" cy="6858571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2192000" cy="6858000"/>
            </a:xfrm>
            <a:custGeom>
              <a:avLst/>
              <a:gdLst/>
              <a:ahLst/>
              <a:cxnLst/>
              <a:rect l="l" t="t" r="r" b="b"/>
              <a:pathLst>
                <a:path w="12192000" h="6858000">
                  <a:moveTo>
                    <a:pt x="0" y="0"/>
                  </a:moveTo>
                  <a:lnTo>
                    <a:pt x="12192000" y="0"/>
                  </a:lnTo>
                  <a:lnTo>
                    <a:pt x="12192000" y="6858000"/>
                  </a:lnTo>
                  <a:lnTo>
                    <a:pt x="0" y="6858000"/>
                  </a:lnTo>
                  <a:close/>
                </a:path>
              </a:pathLst>
            </a:custGeom>
            <a:solidFill>
              <a:srgbClr val="FFDA80"/>
            </a:solidFill>
            <a:ln cap="flat">
              <a:prstDash val="solid"/>
            </a:ln>
          </p:spPr>
          <p:txBody>
            <a:bodyPr vert="horz" lIns="91440" tIns="45720" rIns="91440" bIns="45720" anchor="ctr">
              <a:normAutofit/>
            </a:bodyPr>
            <a:lstStyle/>
            <a:p>
              <a:pPr marL="0" algn="l"/>
              <a:endParaRPr/>
            </a:p>
          </p:txBody>
        </p:sp>
        <p:sp>
          <p:nvSpPr>
            <p:cNvPr id="4" name="Freeform 4"/>
            <p:cNvSpPr/>
            <p:nvPr/>
          </p:nvSpPr>
          <p:spPr>
            <a:xfrm>
              <a:off x="8345837" y="3457662"/>
              <a:ext cx="1498663" cy="1393126"/>
            </a:xfrm>
            <a:custGeom>
              <a:avLst/>
              <a:gdLst/>
              <a:ahLst/>
              <a:cxnLst/>
              <a:rect l="l" t="t" r="r" b="b"/>
              <a:pathLst>
                <a:path w="1498663" h="1393126">
                  <a:moveTo>
                    <a:pt x="1498663" y="696563"/>
                  </a:moveTo>
                  <a:cubicBezTo>
                    <a:pt x="1498663" y="1081265"/>
                    <a:pt x="1163176" y="1393127"/>
                    <a:pt x="749332" y="1393127"/>
                  </a:cubicBezTo>
                  <a:cubicBezTo>
                    <a:pt x="335487" y="1393127"/>
                    <a:pt x="0" y="1081265"/>
                    <a:pt x="0" y="696563"/>
                  </a:cubicBezTo>
                  <a:cubicBezTo>
                    <a:pt x="0" y="311862"/>
                    <a:pt x="335487" y="0"/>
                    <a:pt x="749332" y="0"/>
                  </a:cubicBezTo>
                  <a:cubicBezTo>
                    <a:pt x="1163176" y="0"/>
                    <a:pt x="1498663" y="311862"/>
                    <a:pt x="1498663" y="696563"/>
                  </a:cubicBezTo>
                  <a:close/>
                </a:path>
              </a:pathLst>
            </a:custGeom>
            <a:solidFill>
              <a:srgbClr val="FFE592"/>
            </a:solidFill>
            <a:ln cap="flat">
              <a:prstDash val="solid"/>
            </a:ln>
          </p:spPr>
          <p:txBody>
            <a:bodyPr vert="horz" lIns="91440" tIns="45720" rIns="91440" bIns="45720" anchor="ctr">
              <a:normAutofit/>
            </a:bodyPr>
            <a:lstStyle/>
            <a:p>
              <a:pPr marL="0" algn="l"/>
              <a:endParaRPr/>
            </a:p>
          </p:txBody>
        </p:sp>
        <p:sp>
          <p:nvSpPr>
            <p:cNvPr id="5" name="Freeform 5"/>
            <p:cNvSpPr/>
            <p:nvPr/>
          </p:nvSpPr>
          <p:spPr>
            <a:xfrm>
              <a:off x="6444322" y="2105026"/>
              <a:ext cx="5747679" cy="4752975"/>
            </a:xfrm>
            <a:custGeom>
              <a:avLst/>
              <a:gdLst/>
              <a:ahLst/>
              <a:cxnLst/>
              <a:rect l="l" t="t" r="r" b="b"/>
              <a:pathLst>
                <a:path w="5747679" h="4752975">
                  <a:moveTo>
                    <a:pt x="4311133" y="403"/>
                  </a:moveTo>
                  <a:cubicBezTo>
                    <a:pt x="4697936" y="9349"/>
                    <a:pt x="5133063" y="166873"/>
                    <a:pt x="5503933" y="420166"/>
                  </a:cubicBezTo>
                  <a:cubicBezTo>
                    <a:pt x="5571364" y="466220"/>
                    <a:pt x="5631039" y="511608"/>
                    <a:pt x="5683851" y="556204"/>
                  </a:cubicBezTo>
                  <a:lnTo>
                    <a:pt x="5747679" y="616599"/>
                  </a:lnTo>
                  <a:lnTo>
                    <a:pt x="5747679" y="4752975"/>
                  </a:lnTo>
                  <a:lnTo>
                    <a:pt x="0" y="4752975"/>
                  </a:lnTo>
                  <a:lnTo>
                    <a:pt x="31482" y="4554509"/>
                  </a:lnTo>
                  <a:cubicBezTo>
                    <a:pt x="129078" y="4130452"/>
                    <a:pt x="416846" y="3732617"/>
                    <a:pt x="1087858" y="3545129"/>
                  </a:cubicBezTo>
                  <a:cubicBezTo>
                    <a:pt x="2877224" y="3045161"/>
                    <a:pt x="4012794" y="4125201"/>
                    <a:pt x="3407481" y="1941118"/>
                  </a:cubicBezTo>
                  <a:cubicBezTo>
                    <a:pt x="3010369" y="507752"/>
                    <a:pt x="3572691" y="-16677"/>
                    <a:pt x="4311133" y="403"/>
                  </a:cubicBezTo>
                  <a:close/>
                </a:path>
              </a:pathLst>
            </a:custGeom>
            <a:solidFill>
              <a:srgbClr val="FFCB48"/>
            </a:solidFill>
            <a:ln cap="flat">
              <a:prstDash val="solid"/>
            </a:ln>
          </p:spPr>
          <p:txBody>
            <a:bodyPr vert="horz" lIns="91440" tIns="45720" rIns="91440" bIns="45720" anchor="ctr">
              <a:normAutofit/>
            </a:bodyPr>
            <a:lstStyle/>
            <a:p>
              <a:pPr marL="0" algn="l"/>
              <a:endParaRPr/>
            </a:p>
          </p:txBody>
        </p:sp>
        <p:grpSp>
          <p:nvGrpSpPr>
            <p:cNvPr id="6" name="Group 6"/>
            <p:cNvGrpSpPr/>
            <p:nvPr/>
          </p:nvGrpSpPr>
          <p:grpSpPr>
            <a:xfrm>
              <a:off x="10211480" y="343483"/>
              <a:ext cx="1636369" cy="1427246"/>
              <a:chOff x="10634688" y="-6006744"/>
              <a:chExt cx="1636369" cy="1427246"/>
            </a:xfrm>
            <a:solidFill>
              <a:srgbClr val="FFCB48"/>
            </a:solidFill>
          </p:grpSpPr>
          <p:sp>
            <p:nvSpPr>
              <p:cNvPr id="7" name="Freeform 7"/>
              <p:cNvSpPr/>
              <p:nvPr/>
            </p:nvSpPr>
            <p:spPr>
              <a:xfrm>
                <a:off x="11690794" y="-6006744"/>
                <a:ext cx="580263" cy="638175"/>
              </a:xfrm>
              <a:custGeom>
                <a:avLst/>
                <a:gdLst/>
                <a:ahLst/>
                <a:cxnLst/>
                <a:rect l="l" t="t" r="r" b="b"/>
                <a:pathLst>
                  <a:path w="580263" h="638175">
                    <a:moveTo>
                      <a:pt x="580263" y="319088"/>
                    </a:moveTo>
                    <a:cubicBezTo>
                      <a:pt x="580263" y="495315"/>
                      <a:pt x="450367" y="638175"/>
                      <a:pt x="290131" y="638175"/>
                    </a:cubicBezTo>
                    <a:cubicBezTo>
                      <a:pt x="129896" y="638175"/>
                      <a:pt x="-1" y="495315"/>
                      <a:pt x="-1" y="319088"/>
                    </a:cubicBezTo>
                    <a:cubicBezTo>
                      <a:pt x="-1" y="142860"/>
                      <a:pt x="129896" y="0"/>
                      <a:pt x="290131" y="0"/>
                    </a:cubicBezTo>
                    <a:cubicBezTo>
                      <a:pt x="450366" y="0"/>
                      <a:pt x="580263" y="142860"/>
                      <a:pt x="580263" y="319088"/>
                    </a:cubicBezTo>
                    <a:close/>
                  </a:path>
                </a:pathLst>
              </a:custGeom>
              <a:solidFill>
                <a:srgbClr val="FFCB48"/>
              </a:solidFill>
              <a:ln cap="flat">
                <a:prstDash val="solid"/>
              </a:ln>
            </p:spPr>
            <p:txBody>
              <a:bodyPr vert="horz" lIns="91440" tIns="45720" rIns="91440" bIns="45720" anchor="ctr">
                <a:normAutofit/>
              </a:bodyPr>
              <a:lstStyle/>
              <a:p>
                <a:pPr marL="0" algn="l"/>
                <a:endParaRPr/>
              </a:p>
            </p:txBody>
          </p:sp>
          <p:sp>
            <p:nvSpPr>
              <p:cNvPr id="8" name="Freeform 8"/>
              <p:cNvSpPr/>
              <p:nvPr/>
            </p:nvSpPr>
            <p:spPr>
              <a:xfrm>
                <a:off x="10634688" y="-5146806"/>
                <a:ext cx="602932" cy="567308"/>
              </a:xfrm>
              <a:custGeom>
                <a:avLst/>
                <a:gdLst/>
                <a:ahLst/>
                <a:cxnLst/>
                <a:rect l="l" t="t" r="r" b="b"/>
                <a:pathLst>
                  <a:path w="602932" h="567308">
                    <a:moveTo>
                      <a:pt x="602933" y="283655"/>
                    </a:moveTo>
                    <a:cubicBezTo>
                      <a:pt x="602933" y="440313"/>
                      <a:pt x="467961" y="567309"/>
                      <a:pt x="301466" y="567309"/>
                    </a:cubicBezTo>
                    <a:cubicBezTo>
                      <a:pt x="134971" y="567309"/>
                      <a:pt x="0" y="440313"/>
                      <a:pt x="0" y="283655"/>
                    </a:cubicBezTo>
                    <a:cubicBezTo>
                      <a:pt x="0" y="126996"/>
                      <a:pt x="134971" y="0"/>
                      <a:pt x="301466" y="0"/>
                    </a:cubicBezTo>
                    <a:cubicBezTo>
                      <a:pt x="467961" y="0"/>
                      <a:pt x="602933" y="126996"/>
                      <a:pt x="602933" y="283655"/>
                    </a:cubicBezTo>
                    <a:close/>
                  </a:path>
                </a:pathLst>
              </a:custGeom>
              <a:solidFill>
                <a:srgbClr val="FFCB48"/>
              </a:solidFill>
              <a:ln cap="flat">
                <a:prstDash val="solid"/>
              </a:ln>
            </p:spPr>
            <p:txBody>
              <a:bodyPr vert="horz" lIns="91440" tIns="45720" rIns="91440" bIns="45720" anchor="ctr">
                <a:normAutofit/>
              </a:bodyPr>
              <a:lstStyle/>
              <a:p>
                <a:pPr marL="0" algn="l"/>
                <a:endParaRPr/>
              </a:p>
            </p:txBody>
          </p:sp>
        </p:grpSp>
        <p:sp>
          <p:nvSpPr>
            <p:cNvPr id="9" name="Freeform 9"/>
            <p:cNvSpPr/>
            <p:nvPr/>
          </p:nvSpPr>
          <p:spPr>
            <a:xfrm>
              <a:off x="9021055" y="2844684"/>
              <a:ext cx="341233" cy="341233"/>
            </a:xfrm>
            <a:custGeom>
              <a:avLst/>
              <a:gdLst/>
              <a:ahLst/>
              <a:cxnLst/>
              <a:rect l="l" t="t" r="r" b="b"/>
              <a:pathLst>
                <a:path w="341233" h="341233">
                  <a:moveTo>
                    <a:pt x="14073" y="189333"/>
                  </a:moveTo>
                  <a:cubicBezTo>
                    <a:pt x="95607" y="213241"/>
                    <a:pt x="127992" y="245626"/>
                    <a:pt x="151900" y="327160"/>
                  </a:cubicBezTo>
                  <a:cubicBezTo>
                    <a:pt x="157424" y="345924"/>
                    <a:pt x="183809" y="345924"/>
                    <a:pt x="189333" y="327160"/>
                  </a:cubicBezTo>
                  <a:cubicBezTo>
                    <a:pt x="213241" y="245626"/>
                    <a:pt x="245626" y="213241"/>
                    <a:pt x="327160" y="189333"/>
                  </a:cubicBezTo>
                  <a:cubicBezTo>
                    <a:pt x="345924" y="183809"/>
                    <a:pt x="345924" y="157424"/>
                    <a:pt x="327160" y="151900"/>
                  </a:cubicBezTo>
                  <a:cubicBezTo>
                    <a:pt x="245626" y="127992"/>
                    <a:pt x="213241" y="95607"/>
                    <a:pt x="189333" y="14073"/>
                  </a:cubicBezTo>
                  <a:cubicBezTo>
                    <a:pt x="183809" y="-4691"/>
                    <a:pt x="157424" y="-4691"/>
                    <a:pt x="151900" y="14073"/>
                  </a:cubicBezTo>
                  <a:cubicBezTo>
                    <a:pt x="127992" y="95607"/>
                    <a:pt x="95607" y="127992"/>
                    <a:pt x="14073" y="151900"/>
                  </a:cubicBezTo>
                  <a:cubicBezTo>
                    <a:pt x="-4691" y="157424"/>
                    <a:pt x="-4691" y="183809"/>
                    <a:pt x="14073" y="189333"/>
                  </a:cubicBezTo>
                  <a:close/>
                </a:path>
              </a:pathLst>
            </a:custGeom>
            <a:solidFill>
              <a:srgbClr val="FFFFFF"/>
            </a:solidFill>
            <a:ln cap="flat">
              <a:prstDash val="solid"/>
            </a:ln>
          </p:spPr>
          <p:txBody>
            <a:bodyPr vert="horz" lIns="91440" tIns="45720" rIns="91440" bIns="45720" anchor="ctr">
              <a:normAutofit lnSpcReduction="10000"/>
            </a:bodyPr>
            <a:lstStyle/>
            <a:p>
              <a:pPr marL="0" algn="l"/>
              <a:endParaRPr/>
            </a:p>
          </p:txBody>
        </p:sp>
        <p:grpSp>
          <p:nvGrpSpPr>
            <p:cNvPr id="10" name="Group 10"/>
            <p:cNvGrpSpPr/>
            <p:nvPr/>
          </p:nvGrpSpPr>
          <p:grpSpPr>
            <a:xfrm>
              <a:off x="6856762" y="3892249"/>
              <a:ext cx="5134322" cy="2965751"/>
              <a:chOff x="5365315" y="-5239314"/>
              <a:chExt cx="6253564" cy="3612261"/>
            </a:xfrm>
          </p:grpSpPr>
          <p:grpSp>
            <p:nvGrpSpPr>
              <p:cNvPr id="11" name="Group 11"/>
              <p:cNvGrpSpPr/>
              <p:nvPr/>
            </p:nvGrpSpPr>
            <p:grpSpPr>
              <a:xfrm>
                <a:off x="5365315" y="-2645085"/>
                <a:ext cx="6253564" cy="1018032"/>
                <a:chOff x="5365315" y="-2645085"/>
                <a:chExt cx="6253564" cy="1018032"/>
              </a:xfrm>
            </p:grpSpPr>
            <p:grpSp>
              <p:nvGrpSpPr>
                <p:cNvPr id="12" name="Group 12"/>
                <p:cNvGrpSpPr/>
                <p:nvPr/>
              </p:nvGrpSpPr>
              <p:grpSpPr>
                <a:xfrm>
                  <a:off x="5365315" y="-2645085"/>
                  <a:ext cx="6253564" cy="1018032"/>
                  <a:chOff x="5365315" y="-2645085"/>
                  <a:chExt cx="6253564" cy="1018032"/>
                </a:xfrm>
              </p:grpSpPr>
              <p:sp>
                <p:nvSpPr>
                  <p:cNvPr id="13" name="Freeform 13"/>
                  <p:cNvSpPr/>
                  <p:nvPr/>
                </p:nvSpPr>
                <p:spPr>
                  <a:xfrm>
                    <a:off x="5365315" y="-2645085"/>
                    <a:ext cx="1917594" cy="1017936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917594" h="1017936">
                        <a:moveTo>
                          <a:pt x="1917594" y="1017937"/>
                        </a:moveTo>
                        <a:lnTo>
                          <a:pt x="210524" y="1017937"/>
                        </a:lnTo>
                        <a:cubicBezTo>
                          <a:pt x="-263155" y="459486"/>
                          <a:pt x="210524" y="0"/>
                          <a:pt x="210524" y="0"/>
                        </a:cubicBezTo>
                        <a:lnTo>
                          <a:pt x="1917594" y="0"/>
                        </a:lnTo>
                        <a:cubicBezTo>
                          <a:pt x="1917594" y="0"/>
                          <a:pt x="1443916" y="459486"/>
                          <a:pt x="1917594" y="1017937"/>
                        </a:cubicBezTo>
                        <a:close/>
                      </a:path>
                    </a:pathLst>
                  </a:custGeom>
                  <a:solidFill>
                    <a:srgbClr val="FF5900"/>
                  </a:solidFill>
                  <a:ln cap="flat">
                    <a:prstDash val="solid"/>
                  </a:ln>
                </p:spPr>
                <p:txBody>
                  <a:bodyPr vert="horz" lIns="91440" tIns="45720" rIns="91440" bIns="45720" anchor="ctr">
                    <a:normAutofit/>
                  </a:bodyPr>
                  <a:lstStyle/>
                  <a:p>
                    <a:pPr marL="0" algn="l"/>
                    <a:endParaRPr/>
                  </a:p>
                </p:txBody>
              </p:sp>
              <p:sp>
                <p:nvSpPr>
                  <p:cNvPr id="14" name="Freeform 14"/>
                  <p:cNvSpPr/>
                  <p:nvPr/>
                </p:nvSpPr>
                <p:spPr>
                  <a:xfrm>
                    <a:off x="7072386" y="-2644990"/>
                    <a:ext cx="4546494" cy="1017936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546494" h="1017936">
                        <a:moveTo>
                          <a:pt x="156707" y="348996"/>
                        </a:moveTo>
                        <a:cubicBezTo>
                          <a:pt x="102224" y="528542"/>
                          <a:pt x="141848" y="708565"/>
                          <a:pt x="274341" y="884968"/>
                        </a:cubicBezTo>
                        <a:lnTo>
                          <a:pt x="4480010" y="884968"/>
                        </a:lnTo>
                        <a:cubicBezTo>
                          <a:pt x="4516681" y="884968"/>
                          <a:pt x="4546495" y="914686"/>
                          <a:pt x="4546495" y="951452"/>
                        </a:cubicBezTo>
                        <a:lnTo>
                          <a:pt x="4546495" y="951452"/>
                        </a:lnTo>
                        <a:cubicBezTo>
                          <a:pt x="4546495" y="988124"/>
                          <a:pt x="4516777" y="1017937"/>
                          <a:pt x="4480010" y="1017937"/>
                        </a:cubicBezTo>
                        <a:lnTo>
                          <a:pt x="210524" y="1017937"/>
                        </a:lnTo>
                        <a:cubicBezTo>
                          <a:pt x="-263155" y="459486"/>
                          <a:pt x="210524" y="0"/>
                          <a:pt x="210524" y="0"/>
                        </a:cubicBezTo>
                        <a:lnTo>
                          <a:pt x="4480010" y="0"/>
                        </a:lnTo>
                        <a:cubicBezTo>
                          <a:pt x="4516681" y="0"/>
                          <a:pt x="4546495" y="29718"/>
                          <a:pt x="4546495" y="66485"/>
                        </a:cubicBezTo>
                        <a:lnTo>
                          <a:pt x="4546495" y="66485"/>
                        </a:lnTo>
                        <a:cubicBezTo>
                          <a:pt x="4546495" y="103156"/>
                          <a:pt x="4516777" y="132969"/>
                          <a:pt x="4480010" y="132969"/>
                        </a:cubicBezTo>
                        <a:lnTo>
                          <a:pt x="270817" y="132969"/>
                        </a:lnTo>
                        <a:cubicBezTo>
                          <a:pt x="237384" y="175355"/>
                          <a:pt x="186330" y="251365"/>
                          <a:pt x="156707" y="348996"/>
                        </a:cubicBezTo>
                        <a:close/>
                      </a:path>
                    </a:pathLst>
                  </a:custGeom>
                  <a:solidFill>
                    <a:srgbClr val="FF7402"/>
                  </a:solidFill>
                  <a:ln cap="flat">
                    <a:prstDash val="solid"/>
                  </a:ln>
                </p:spPr>
                <p:txBody>
                  <a:bodyPr vert="horz" lIns="91440" tIns="45720" rIns="91440" bIns="45720" anchor="ctr">
                    <a:normAutofit/>
                  </a:bodyPr>
                  <a:lstStyle/>
                  <a:p>
                    <a:pPr marL="0" algn="l"/>
                    <a:endParaRPr/>
                  </a:p>
                </p:txBody>
              </p:sp>
              <p:sp>
                <p:nvSpPr>
                  <p:cNvPr id="15" name="Freeform 15"/>
                  <p:cNvSpPr/>
                  <p:nvPr/>
                </p:nvSpPr>
                <p:spPr>
                  <a:xfrm>
                    <a:off x="7205406" y="-2512116"/>
                    <a:ext cx="4216211" cy="752093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216211" h="752093">
                        <a:moveTo>
                          <a:pt x="4216211" y="0"/>
                        </a:moveTo>
                        <a:lnTo>
                          <a:pt x="4216211" y="752094"/>
                        </a:lnTo>
                        <a:lnTo>
                          <a:pt x="141321" y="752094"/>
                        </a:lnTo>
                        <a:cubicBezTo>
                          <a:pt x="8828" y="575786"/>
                          <a:pt x="-30796" y="395669"/>
                          <a:pt x="23687" y="216122"/>
                        </a:cubicBezTo>
                        <a:cubicBezTo>
                          <a:pt x="53310" y="118491"/>
                          <a:pt x="104364" y="42481"/>
                          <a:pt x="137797" y="0"/>
                        </a:cubicBezTo>
                        <a:lnTo>
                          <a:pt x="4216211" y="0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 cap="flat">
                    <a:prstDash val="solid"/>
                  </a:ln>
                </p:spPr>
                <p:txBody>
                  <a:bodyPr vert="horz" lIns="91440" tIns="45720" rIns="91440" bIns="45720" anchor="ctr">
                    <a:normAutofit/>
                  </a:bodyPr>
                  <a:lstStyle/>
                  <a:p>
                    <a:pPr marL="0" algn="l"/>
                    <a:endParaRPr/>
                  </a:p>
                </p:txBody>
              </p:sp>
            </p:grpSp>
            <p:sp>
              <p:nvSpPr>
                <p:cNvPr id="16" name="Freeform 16"/>
                <p:cNvSpPr/>
                <p:nvPr/>
              </p:nvSpPr>
              <p:spPr>
                <a:xfrm>
                  <a:off x="7953184" y="-2280945"/>
                  <a:ext cx="3197828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197828" h="9525">
                      <a:moveTo>
                        <a:pt x="3197829" y="0"/>
                      </a:moveTo>
                      <a:lnTo>
                        <a:pt x="0" y="0"/>
                      </a:lnTo>
                    </a:path>
                  </a:pathLst>
                </a:custGeom>
                <a:ln w="19050" cap="rnd">
                  <a:solidFill>
                    <a:srgbClr val="2C0303"/>
                  </a:solidFill>
                  <a:prstDash val="solid"/>
                </a:ln>
              </p:spPr>
              <p:txBody>
                <a:bodyPr vert="horz" lIns="91440" tIns="45720" rIns="91440" bIns="45720" anchor="ctr">
                  <a:normAutofit fontScale="25000" lnSpcReduction="20000"/>
                </a:bodyPr>
                <a:lstStyle/>
                <a:p>
                  <a:pPr marL="0" algn="l"/>
                  <a:endParaRPr/>
                </a:p>
              </p:txBody>
            </p:sp>
            <p:sp>
              <p:nvSpPr>
                <p:cNvPr id="17" name="Freeform 17"/>
                <p:cNvSpPr/>
                <p:nvPr/>
              </p:nvSpPr>
              <p:spPr>
                <a:xfrm>
                  <a:off x="8780144" y="-2143880"/>
                  <a:ext cx="2357723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357723" h="9525">
                      <a:moveTo>
                        <a:pt x="0" y="0"/>
                      </a:moveTo>
                      <a:lnTo>
                        <a:pt x="2357724" y="0"/>
                      </a:lnTo>
                    </a:path>
                  </a:pathLst>
                </a:custGeom>
                <a:ln w="19050" cap="rnd">
                  <a:solidFill>
                    <a:srgbClr val="2C0303"/>
                  </a:solidFill>
                  <a:prstDash val="solid"/>
                </a:ln>
              </p:spPr>
              <p:txBody>
                <a:bodyPr vert="horz" lIns="91440" tIns="45720" rIns="91440" bIns="45720" anchor="ctr">
                  <a:normAutofit fontScale="25000" lnSpcReduction="20000"/>
                </a:bodyPr>
                <a:lstStyle/>
                <a:p>
                  <a:pPr marL="0" algn="l"/>
                  <a:endParaRPr/>
                </a:p>
              </p:txBody>
            </p:sp>
            <p:sp>
              <p:nvSpPr>
                <p:cNvPr id="18" name="Freeform 18"/>
                <p:cNvSpPr/>
                <p:nvPr/>
              </p:nvSpPr>
              <p:spPr>
                <a:xfrm>
                  <a:off x="7527988" y="-1902897"/>
                  <a:ext cx="3761041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761041" h="9525">
                      <a:moveTo>
                        <a:pt x="3761042" y="0"/>
                      </a:moveTo>
                      <a:lnTo>
                        <a:pt x="0" y="0"/>
                      </a:lnTo>
                    </a:path>
                  </a:pathLst>
                </a:custGeom>
                <a:ln w="19050" cap="rnd">
                  <a:solidFill>
                    <a:srgbClr val="2C0303"/>
                  </a:solidFill>
                  <a:prstDash val="solid"/>
                </a:ln>
              </p:spPr>
              <p:txBody>
                <a:bodyPr vert="horz" lIns="91440" tIns="45720" rIns="91440" bIns="45720" anchor="ctr">
                  <a:normAutofit fontScale="25000" lnSpcReduction="20000"/>
                </a:bodyPr>
                <a:lstStyle/>
                <a:p>
                  <a:pPr marL="0" algn="l"/>
                  <a:endParaRPr/>
                </a:p>
              </p:txBody>
            </p:sp>
            <p:sp>
              <p:nvSpPr>
                <p:cNvPr id="19" name="Freeform 19"/>
                <p:cNvSpPr/>
                <p:nvPr/>
              </p:nvSpPr>
              <p:spPr>
                <a:xfrm>
                  <a:off x="8111584" y="-2287803"/>
                  <a:ext cx="430815" cy="33604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30815" h="336041">
                      <a:moveTo>
                        <a:pt x="430816" y="336042"/>
                      </a:moveTo>
                      <a:lnTo>
                        <a:pt x="255366" y="249650"/>
                      </a:lnTo>
                      <a:lnTo>
                        <a:pt x="124683" y="336042"/>
                      </a:lnTo>
                      <a:lnTo>
                        <a:pt x="0" y="0"/>
                      </a:lnTo>
                      <a:lnTo>
                        <a:pt x="306134" y="0"/>
                      </a:lnTo>
                      <a:close/>
                    </a:path>
                  </a:pathLst>
                </a:custGeom>
                <a:solidFill>
                  <a:srgbClr val="0C1A44"/>
                </a:solidFill>
                <a:ln cap="flat">
                  <a:prstDash val="solid"/>
                </a:ln>
              </p:spPr>
              <p:txBody>
                <a:bodyPr vert="horz" lIns="91440" tIns="45720" rIns="91440" bIns="45720" anchor="ctr">
                  <a:normAutofit fontScale="85000" lnSpcReduction="20000"/>
                </a:bodyPr>
                <a:lstStyle/>
                <a:p>
                  <a:pPr marL="0" algn="l"/>
                  <a:endParaRPr/>
                </a:p>
              </p:txBody>
            </p:sp>
            <p:sp>
              <p:nvSpPr>
                <p:cNvPr id="20" name="Freeform 20"/>
                <p:cNvSpPr/>
                <p:nvPr/>
              </p:nvSpPr>
              <p:spPr>
                <a:xfrm>
                  <a:off x="5757385" y="-2251893"/>
                  <a:ext cx="919733" cy="22536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19733" h="225361">
                      <a:moveTo>
                        <a:pt x="919734" y="112681"/>
                      </a:moveTo>
                      <a:cubicBezTo>
                        <a:pt x="919734" y="174913"/>
                        <a:pt x="713845" y="225361"/>
                        <a:pt x="459867" y="225361"/>
                      </a:cubicBezTo>
                      <a:cubicBezTo>
                        <a:pt x="205889" y="225361"/>
                        <a:pt x="0" y="174912"/>
                        <a:pt x="0" y="112681"/>
                      </a:cubicBezTo>
                      <a:cubicBezTo>
                        <a:pt x="0" y="50449"/>
                        <a:pt x="205889" y="0"/>
                        <a:pt x="459867" y="0"/>
                      </a:cubicBezTo>
                      <a:cubicBezTo>
                        <a:pt x="713845" y="0"/>
                        <a:pt x="919734" y="50449"/>
                        <a:pt x="919734" y="112681"/>
                      </a:cubicBezTo>
                      <a:close/>
                    </a:path>
                  </a:pathLst>
                </a:custGeom>
                <a:solidFill>
                  <a:srgbClr val="FF7402"/>
                </a:solidFill>
                <a:ln cap="flat">
                  <a:prstDash val="solid"/>
                </a:ln>
              </p:spPr>
              <p:txBody>
                <a:bodyPr vert="horz" lIns="91440" tIns="45720" rIns="91440" bIns="45720" anchor="ctr">
                  <a:normAutofit fontScale="40000" lnSpcReduction="20000"/>
                </a:bodyPr>
                <a:lstStyle/>
                <a:p>
                  <a:pPr marL="0" algn="l"/>
                  <a:endParaRPr/>
                </a:p>
              </p:txBody>
            </p:sp>
          </p:grpSp>
          <p:grpSp>
            <p:nvGrpSpPr>
              <p:cNvPr id="21" name="Group 21"/>
              <p:cNvGrpSpPr/>
              <p:nvPr/>
            </p:nvGrpSpPr>
            <p:grpSpPr>
              <a:xfrm>
                <a:off x="6550754" y="-3503193"/>
                <a:ext cx="4401184" cy="861631"/>
                <a:chOff x="6550754" y="-3503193"/>
                <a:chExt cx="4401184" cy="861631"/>
              </a:xfrm>
            </p:grpSpPr>
            <p:grpSp>
              <p:nvGrpSpPr>
                <p:cNvPr id="22" name="Group 22"/>
                <p:cNvGrpSpPr/>
                <p:nvPr/>
              </p:nvGrpSpPr>
              <p:grpSpPr>
                <a:xfrm>
                  <a:off x="6550754" y="-3503193"/>
                  <a:ext cx="4401184" cy="861631"/>
                  <a:chOff x="6550754" y="-3503193"/>
                  <a:chExt cx="4401184" cy="861631"/>
                </a:xfrm>
              </p:grpSpPr>
              <p:sp>
                <p:nvSpPr>
                  <p:cNvPr id="23" name="Freeform 23"/>
                  <p:cNvSpPr/>
                  <p:nvPr/>
                </p:nvSpPr>
                <p:spPr>
                  <a:xfrm>
                    <a:off x="7752238" y="-3503193"/>
                    <a:ext cx="454310" cy="861631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54310" h="861631">
                        <a:moveTo>
                          <a:pt x="454311" y="861632"/>
                        </a:moveTo>
                        <a:lnTo>
                          <a:pt x="178181" y="861632"/>
                        </a:lnTo>
                        <a:cubicBezTo>
                          <a:pt x="-222726" y="388906"/>
                          <a:pt x="178181" y="0"/>
                          <a:pt x="178181" y="0"/>
                        </a:cubicBezTo>
                        <a:lnTo>
                          <a:pt x="454311" y="0"/>
                        </a:lnTo>
                        <a:cubicBezTo>
                          <a:pt x="454311" y="0"/>
                          <a:pt x="53403" y="388906"/>
                          <a:pt x="454311" y="861632"/>
                        </a:cubicBezTo>
                        <a:close/>
                      </a:path>
                    </a:pathLst>
                  </a:custGeom>
                  <a:solidFill>
                    <a:srgbClr val="284499"/>
                  </a:solidFill>
                  <a:ln cap="flat">
                    <a:prstDash val="solid"/>
                  </a:ln>
                </p:spPr>
                <p:txBody>
                  <a:bodyPr vert="horz" lIns="91440" tIns="45720" rIns="91440" bIns="45720" anchor="ctr">
                    <a:normAutofit/>
                  </a:bodyPr>
                  <a:lstStyle/>
                  <a:p>
                    <a:pPr marL="0" algn="l"/>
                    <a:endParaRPr/>
                  </a:p>
                </p:txBody>
              </p:sp>
              <p:sp>
                <p:nvSpPr>
                  <p:cNvPr id="24" name="Freeform 24"/>
                  <p:cNvSpPr/>
                  <p:nvPr/>
                </p:nvSpPr>
                <p:spPr>
                  <a:xfrm>
                    <a:off x="6583520" y="-3503193"/>
                    <a:ext cx="1346803" cy="861631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346803" h="861631">
                        <a:moveTo>
                          <a:pt x="1346803" y="861632"/>
                        </a:moveTo>
                        <a:lnTo>
                          <a:pt x="178181" y="861632"/>
                        </a:lnTo>
                        <a:cubicBezTo>
                          <a:pt x="-222726" y="388906"/>
                          <a:pt x="178181" y="0"/>
                          <a:pt x="178181" y="0"/>
                        </a:cubicBezTo>
                        <a:lnTo>
                          <a:pt x="1346803" y="0"/>
                        </a:lnTo>
                        <a:cubicBezTo>
                          <a:pt x="1346803" y="0"/>
                          <a:pt x="945896" y="388906"/>
                          <a:pt x="1346803" y="861632"/>
                        </a:cubicBezTo>
                        <a:close/>
                      </a:path>
                    </a:pathLst>
                  </a:custGeom>
                  <a:solidFill>
                    <a:srgbClr val="0C1A44"/>
                  </a:solidFill>
                  <a:ln cap="flat">
                    <a:prstDash val="solid"/>
                  </a:ln>
                </p:spPr>
                <p:txBody>
                  <a:bodyPr vert="horz" lIns="91440" tIns="45720" rIns="91440" bIns="45720" anchor="ctr">
                    <a:normAutofit/>
                  </a:bodyPr>
                  <a:lstStyle/>
                  <a:p>
                    <a:pPr marL="0" algn="l"/>
                    <a:endParaRPr/>
                  </a:p>
                </p:txBody>
              </p:sp>
              <p:sp>
                <p:nvSpPr>
                  <p:cNvPr id="25" name="Freeform 25"/>
                  <p:cNvSpPr/>
                  <p:nvPr/>
                </p:nvSpPr>
                <p:spPr>
                  <a:xfrm>
                    <a:off x="8028272" y="-3503097"/>
                    <a:ext cx="2923666" cy="861536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923666" h="861536">
                        <a:moveTo>
                          <a:pt x="132652" y="295370"/>
                        </a:moveTo>
                        <a:cubicBezTo>
                          <a:pt x="86551" y="447294"/>
                          <a:pt x="120078" y="599694"/>
                          <a:pt x="232188" y="748951"/>
                        </a:cubicBezTo>
                        <a:lnTo>
                          <a:pt x="2867375" y="748951"/>
                        </a:lnTo>
                        <a:cubicBezTo>
                          <a:pt x="2898426" y="748951"/>
                          <a:pt x="2923667" y="774097"/>
                          <a:pt x="2923667" y="805244"/>
                        </a:cubicBezTo>
                        <a:lnTo>
                          <a:pt x="2923667" y="805244"/>
                        </a:lnTo>
                        <a:cubicBezTo>
                          <a:pt x="2923667" y="836295"/>
                          <a:pt x="2898521" y="861536"/>
                          <a:pt x="2867375" y="861536"/>
                        </a:cubicBezTo>
                        <a:lnTo>
                          <a:pt x="178181" y="861536"/>
                        </a:lnTo>
                        <a:cubicBezTo>
                          <a:pt x="-222726" y="388906"/>
                          <a:pt x="178181" y="0"/>
                          <a:pt x="178181" y="0"/>
                        </a:cubicBezTo>
                        <a:lnTo>
                          <a:pt x="2867375" y="0"/>
                        </a:lnTo>
                        <a:cubicBezTo>
                          <a:pt x="2898426" y="0"/>
                          <a:pt x="2923667" y="25146"/>
                          <a:pt x="2923667" y="56293"/>
                        </a:cubicBezTo>
                        <a:lnTo>
                          <a:pt x="2923667" y="56293"/>
                        </a:lnTo>
                        <a:cubicBezTo>
                          <a:pt x="2923667" y="87344"/>
                          <a:pt x="2898521" y="112586"/>
                          <a:pt x="2867375" y="112586"/>
                        </a:cubicBezTo>
                        <a:lnTo>
                          <a:pt x="229235" y="112586"/>
                        </a:lnTo>
                        <a:cubicBezTo>
                          <a:pt x="200946" y="148495"/>
                          <a:pt x="157702" y="212788"/>
                          <a:pt x="132652" y="295370"/>
                        </a:cubicBezTo>
                        <a:close/>
                      </a:path>
                    </a:pathLst>
                  </a:custGeom>
                  <a:solidFill>
                    <a:srgbClr val="1B3276"/>
                  </a:solidFill>
                  <a:ln cap="flat">
                    <a:prstDash val="solid"/>
                  </a:ln>
                </p:spPr>
                <p:txBody>
                  <a:bodyPr vert="horz" lIns="91440" tIns="45720" rIns="91440" bIns="45720" anchor="ctr">
                    <a:normAutofit/>
                  </a:bodyPr>
                  <a:lstStyle/>
                  <a:p>
                    <a:pPr marL="0" algn="l"/>
                    <a:endParaRPr/>
                  </a:p>
                </p:txBody>
              </p:sp>
              <p:sp>
                <p:nvSpPr>
                  <p:cNvPr id="26" name="Freeform 26"/>
                  <p:cNvSpPr/>
                  <p:nvPr/>
                </p:nvSpPr>
                <p:spPr>
                  <a:xfrm>
                    <a:off x="8140881" y="-3390607"/>
                    <a:ext cx="2644085" cy="63655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44085" h="636555">
                        <a:moveTo>
                          <a:pt x="2644086" y="0"/>
                        </a:moveTo>
                        <a:lnTo>
                          <a:pt x="2644086" y="636556"/>
                        </a:lnTo>
                        <a:lnTo>
                          <a:pt x="119579" y="636556"/>
                        </a:lnTo>
                        <a:cubicBezTo>
                          <a:pt x="7470" y="487299"/>
                          <a:pt x="-26058" y="334899"/>
                          <a:pt x="20043" y="182975"/>
                        </a:cubicBezTo>
                        <a:cubicBezTo>
                          <a:pt x="45094" y="100298"/>
                          <a:pt x="88337" y="36004"/>
                          <a:pt x="116626" y="0"/>
                        </a:cubicBezTo>
                        <a:lnTo>
                          <a:pt x="2644086" y="0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 cap="flat">
                    <a:prstDash val="solid"/>
                  </a:ln>
                </p:spPr>
                <p:txBody>
                  <a:bodyPr vert="horz" lIns="91440" tIns="45720" rIns="91440" bIns="45720" anchor="ctr">
                    <a:normAutofit/>
                  </a:bodyPr>
                  <a:lstStyle/>
                  <a:p>
                    <a:pPr marL="0" algn="l"/>
                    <a:endParaRPr/>
                  </a:p>
                </p:txBody>
              </p:sp>
              <p:sp>
                <p:nvSpPr>
                  <p:cNvPr id="27" name="Freeform 27"/>
                  <p:cNvSpPr/>
                  <p:nvPr/>
                </p:nvSpPr>
                <p:spPr>
                  <a:xfrm>
                    <a:off x="6550754" y="-3503193"/>
                    <a:ext cx="454310" cy="861631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54310" h="861631">
                        <a:moveTo>
                          <a:pt x="454311" y="861632"/>
                        </a:moveTo>
                        <a:lnTo>
                          <a:pt x="178181" y="861632"/>
                        </a:lnTo>
                        <a:cubicBezTo>
                          <a:pt x="-222726" y="388906"/>
                          <a:pt x="178181" y="0"/>
                          <a:pt x="178181" y="0"/>
                        </a:cubicBezTo>
                        <a:lnTo>
                          <a:pt x="454311" y="0"/>
                        </a:lnTo>
                        <a:cubicBezTo>
                          <a:pt x="454311" y="0"/>
                          <a:pt x="53404" y="388906"/>
                          <a:pt x="454311" y="861632"/>
                        </a:cubicBezTo>
                        <a:close/>
                      </a:path>
                    </a:pathLst>
                  </a:custGeom>
                  <a:solidFill>
                    <a:srgbClr val="284499"/>
                  </a:solidFill>
                  <a:ln cap="flat">
                    <a:prstDash val="solid"/>
                  </a:ln>
                </p:spPr>
                <p:txBody>
                  <a:bodyPr vert="horz" lIns="91440" tIns="45720" rIns="91440" bIns="45720" anchor="ctr">
                    <a:normAutofit/>
                  </a:bodyPr>
                  <a:lstStyle/>
                  <a:p>
                    <a:pPr marL="0" algn="l"/>
                    <a:endParaRPr/>
                  </a:p>
                </p:txBody>
              </p:sp>
            </p:grpSp>
            <p:sp>
              <p:nvSpPr>
                <p:cNvPr id="28" name="Freeform 28"/>
                <p:cNvSpPr/>
                <p:nvPr/>
              </p:nvSpPr>
              <p:spPr>
                <a:xfrm>
                  <a:off x="8773667" y="-3194963"/>
                  <a:ext cx="1782318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82318" h="9525">
                      <a:moveTo>
                        <a:pt x="1782318" y="0"/>
                      </a:moveTo>
                      <a:lnTo>
                        <a:pt x="0" y="0"/>
                      </a:lnTo>
                    </a:path>
                  </a:pathLst>
                </a:custGeom>
                <a:ln w="19050" cap="rnd">
                  <a:solidFill>
                    <a:srgbClr val="2C0303"/>
                  </a:solidFill>
                  <a:prstDash val="solid"/>
                </a:ln>
              </p:spPr>
              <p:txBody>
                <a:bodyPr vert="horz" lIns="91440" tIns="45720" rIns="91440" bIns="45720" anchor="ctr">
                  <a:normAutofit fontScale="25000" lnSpcReduction="20000"/>
                </a:bodyPr>
                <a:lstStyle/>
                <a:p>
                  <a:pPr marL="0" algn="l"/>
                  <a:endParaRPr/>
                </a:p>
              </p:txBody>
            </p:sp>
            <p:sp>
              <p:nvSpPr>
                <p:cNvPr id="29" name="Freeform 29"/>
                <p:cNvSpPr/>
                <p:nvPr/>
              </p:nvSpPr>
              <p:spPr>
                <a:xfrm>
                  <a:off x="9473564" y="-3078949"/>
                  <a:ext cx="1071276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71276" h="9525">
                      <a:moveTo>
                        <a:pt x="0" y="0"/>
                      </a:moveTo>
                      <a:lnTo>
                        <a:pt x="1071277" y="0"/>
                      </a:lnTo>
                    </a:path>
                  </a:pathLst>
                </a:custGeom>
                <a:ln w="19050" cap="rnd">
                  <a:solidFill>
                    <a:srgbClr val="2C0303"/>
                  </a:solidFill>
                  <a:prstDash val="solid"/>
                </a:ln>
              </p:spPr>
              <p:txBody>
                <a:bodyPr vert="horz" lIns="91440" tIns="45720" rIns="91440" bIns="45720" anchor="ctr">
                  <a:normAutofit fontScale="25000" lnSpcReduction="20000"/>
                </a:bodyPr>
                <a:lstStyle/>
                <a:p>
                  <a:pPr marL="0" algn="l"/>
                  <a:endParaRPr/>
                </a:p>
              </p:txBody>
            </p:sp>
            <p:sp>
              <p:nvSpPr>
                <p:cNvPr id="30" name="Freeform 30"/>
                <p:cNvSpPr/>
                <p:nvPr/>
              </p:nvSpPr>
              <p:spPr>
                <a:xfrm>
                  <a:off x="8413908" y="-2875019"/>
                  <a:ext cx="2258853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58853" h="9525">
                      <a:moveTo>
                        <a:pt x="2258854" y="0"/>
                      </a:moveTo>
                      <a:lnTo>
                        <a:pt x="0" y="0"/>
                      </a:lnTo>
                    </a:path>
                  </a:pathLst>
                </a:custGeom>
                <a:ln w="19050" cap="rnd">
                  <a:solidFill>
                    <a:srgbClr val="2C0303"/>
                  </a:solidFill>
                  <a:prstDash val="solid"/>
                </a:ln>
              </p:spPr>
              <p:txBody>
                <a:bodyPr vert="horz" lIns="91440" tIns="45720" rIns="91440" bIns="45720" anchor="ctr">
                  <a:normAutofit fontScale="25000" lnSpcReduction="20000"/>
                </a:bodyPr>
                <a:lstStyle/>
                <a:p>
                  <a:pPr marL="0" algn="l"/>
                  <a:endParaRPr/>
                </a:p>
              </p:txBody>
            </p:sp>
          </p:grpSp>
          <p:grpSp>
            <p:nvGrpSpPr>
              <p:cNvPr id="31" name="Group 31"/>
              <p:cNvGrpSpPr/>
              <p:nvPr/>
            </p:nvGrpSpPr>
            <p:grpSpPr>
              <a:xfrm>
                <a:off x="9038137" y="-5239314"/>
                <a:ext cx="1631705" cy="1728487"/>
                <a:chOff x="9038137" y="-5239314"/>
                <a:chExt cx="1631705" cy="1728487"/>
              </a:xfrm>
            </p:grpSpPr>
            <p:grpSp>
              <p:nvGrpSpPr>
                <p:cNvPr id="32" name="Group 32"/>
                <p:cNvGrpSpPr/>
                <p:nvPr/>
              </p:nvGrpSpPr>
              <p:grpSpPr>
                <a:xfrm>
                  <a:off x="9038137" y="-5239314"/>
                  <a:ext cx="1631705" cy="1728487"/>
                  <a:chOff x="9038137" y="-5239314"/>
                  <a:chExt cx="1631705" cy="1728487"/>
                </a:xfrm>
              </p:grpSpPr>
              <p:sp>
                <p:nvSpPr>
                  <p:cNvPr id="33" name="Freeform 33"/>
                  <p:cNvSpPr/>
                  <p:nvPr/>
                </p:nvSpPr>
                <p:spPr>
                  <a:xfrm>
                    <a:off x="9099422" y="-5217209"/>
                    <a:ext cx="753808" cy="392067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753808" h="392067">
                        <a:moveTo>
                          <a:pt x="0" y="37426"/>
                        </a:moveTo>
                        <a:cubicBezTo>
                          <a:pt x="0" y="37426"/>
                          <a:pt x="114776" y="436142"/>
                          <a:pt x="753808" y="388041"/>
                        </a:cubicBezTo>
                        <a:cubicBezTo>
                          <a:pt x="753808" y="387946"/>
                          <a:pt x="700088" y="-143073"/>
                          <a:pt x="0" y="37426"/>
                        </a:cubicBezTo>
                        <a:close/>
                      </a:path>
                    </a:pathLst>
                  </a:custGeom>
                  <a:solidFill>
                    <a:srgbClr val="0C1A44"/>
                  </a:solidFill>
                  <a:ln cap="flat">
                    <a:prstDash val="solid"/>
                  </a:ln>
                </p:spPr>
                <p:txBody>
                  <a:bodyPr vert="horz" lIns="91440" tIns="45720" rIns="91440" bIns="45720" anchor="ctr">
                    <a:normAutofit fontScale="92500" lnSpcReduction="20000"/>
                  </a:bodyPr>
                  <a:lstStyle/>
                  <a:p>
                    <a:pPr marL="0" algn="l"/>
                    <a:endParaRPr/>
                  </a:p>
                </p:txBody>
              </p:sp>
              <p:sp>
                <p:nvSpPr>
                  <p:cNvPr id="34" name="Freeform 34"/>
                  <p:cNvSpPr/>
                  <p:nvPr/>
                </p:nvSpPr>
                <p:spPr>
                  <a:xfrm>
                    <a:off x="9713403" y="-5239314"/>
                    <a:ext cx="152788" cy="52739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52788" h="527399">
                        <a:moveTo>
                          <a:pt x="0" y="0"/>
                        </a:moveTo>
                        <a:cubicBezTo>
                          <a:pt x="0" y="0"/>
                          <a:pt x="242126" y="154876"/>
                          <a:pt x="116777" y="527399"/>
                        </a:cubicBezTo>
                      </a:path>
                    </a:pathLst>
                  </a:custGeom>
                  <a:noFill/>
                  <a:ln w="19050" cap="rnd">
                    <a:solidFill>
                      <a:srgbClr val="2C0303"/>
                    </a:solidFill>
                    <a:prstDash val="solid"/>
                  </a:ln>
                </p:spPr>
                <p:txBody>
                  <a:bodyPr vert="horz" lIns="91440" tIns="45720" rIns="91440" bIns="45720" anchor="ctr">
                    <a:normAutofit/>
                  </a:bodyPr>
                  <a:lstStyle/>
                  <a:p>
                    <a:pPr marL="0" algn="l"/>
                    <a:endParaRPr/>
                  </a:p>
                </p:txBody>
              </p:sp>
              <p:sp>
                <p:nvSpPr>
                  <p:cNvPr id="35" name="Freeform 35"/>
                  <p:cNvSpPr/>
                  <p:nvPr/>
                </p:nvSpPr>
                <p:spPr>
                  <a:xfrm>
                    <a:off x="9038137" y="-4857608"/>
                    <a:ext cx="1631705" cy="1346781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631705" h="1346781">
                        <a:moveTo>
                          <a:pt x="776994" y="138454"/>
                        </a:moveTo>
                        <a:cubicBezTo>
                          <a:pt x="776994" y="138454"/>
                          <a:pt x="29662" y="-226163"/>
                          <a:pt x="1278" y="410679"/>
                        </a:cubicBezTo>
                        <a:cubicBezTo>
                          <a:pt x="-27012" y="1047425"/>
                          <a:pt x="418854" y="1360512"/>
                          <a:pt x="899962" y="1346320"/>
                        </a:cubicBezTo>
                        <a:cubicBezTo>
                          <a:pt x="1381069" y="1332127"/>
                          <a:pt x="1858748" y="641089"/>
                          <a:pt x="1514610" y="173411"/>
                        </a:cubicBezTo>
                        <a:cubicBezTo>
                          <a:pt x="1243338" y="-195206"/>
                          <a:pt x="776994" y="138454"/>
                          <a:pt x="776994" y="138454"/>
                        </a:cubicBezTo>
                        <a:close/>
                      </a:path>
                    </a:pathLst>
                  </a:custGeom>
                  <a:solidFill>
                    <a:srgbClr val="FF5900"/>
                  </a:solidFill>
                  <a:ln cap="flat">
                    <a:prstDash val="solid"/>
                  </a:ln>
                </p:spPr>
                <p:txBody>
                  <a:bodyPr vert="horz" lIns="91440" tIns="45720" rIns="91440" bIns="45720" anchor="ctr">
                    <a:normAutofit/>
                  </a:bodyPr>
                  <a:lstStyle/>
                  <a:p>
                    <a:pPr marL="0" algn="l"/>
                    <a:endParaRPr/>
                  </a:p>
                </p:txBody>
              </p:sp>
            </p:grpSp>
            <p:sp>
              <p:nvSpPr>
                <p:cNvPr id="36" name="Freeform 36"/>
                <p:cNvSpPr/>
                <p:nvPr/>
              </p:nvSpPr>
              <p:spPr>
                <a:xfrm>
                  <a:off x="10044112" y="-4788306"/>
                  <a:ext cx="354711" cy="20897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54711" h="208978">
                      <a:moveTo>
                        <a:pt x="354711" y="104489"/>
                      </a:moveTo>
                      <a:cubicBezTo>
                        <a:pt x="354711" y="162197"/>
                        <a:pt x="275306" y="208979"/>
                        <a:pt x="177355" y="208979"/>
                      </a:cubicBezTo>
                      <a:cubicBezTo>
                        <a:pt x="79405" y="208979"/>
                        <a:pt x="0" y="162197"/>
                        <a:pt x="0" y="104489"/>
                      </a:cubicBezTo>
                      <a:cubicBezTo>
                        <a:pt x="0" y="46781"/>
                        <a:pt x="79405" y="0"/>
                        <a:pt x="177355" y="0"/>
                      </a:cubicBezTo>
                      <a:cubicBezTo>
                        <a:pt x="275306" y="0"/>
                        <a:pt x="354711" y="46781"/>
                        <a:pt x="354711" y="104489"/>
                      </a:cubicBezTo>
                      <a:close/>
                    </a:path>
                  </a:pathLst>
                </a:custGeom>
                <a:solidFill>
                  <a:srgbClr val="FF7402"/>
                </a:solidFill>
                <a:ln cap="flat">
                  <a:prstDash val="solid"/>
                </a:ln>
              </p:spPr>
              <p:txBody>
                <a:bodyPr vert="horz" lIns="91440" tIns="45720" rIns="91440" bIns="45720" anchor="ctr">
                  <a:normAutofit fontScale="32500" lnSpcReduction="20000"/>
                </a:bodyPr>
                <a:lstStyle/>
                <a:p>
                  <a:pPr marL="0" algn="l"/>
                  <a:endParaRPr/>
                </a:p>
              </p:txBody>
            </p:sp>
          </p:grpSp>
        </p:grpSp>
        <p:sp>
          <p:nvSpPr>
            <p:cNvPr id="37" name="Freeform 37"/>
            <p:cNvSpPr/>
            <p:nvPr/>
          </p:nvSpPr>
          <p:spPr>
            <a:xfrm>
              <a:off x="7813458" y="3255479"/>
              <a:ext cx="959725" cy="960911"/>
            </a:xfrm>
            <a:custGeom>
              <a:avLst/>
              <a:gdLst/>
              <a:ahLst/>
              <a:cxnLst/>
              <a:rect l="l" t="t" r="r" b="b"/>
              <a:pathLst>
                <a:path w="959725" h="960911">
                  <a:moveTo>
                    <a:pt x="705225" y="36475"/>
                  </a:moveTo>
                  <a:lnTo>
                    <a:pt x="702939" y="312319"/>
                  </a:lnTo>
                  <a:cubicBezTo>
                    <a:pt x="702843" y="324225"/>
                    <a:pt x="708558" y="335369"/>
                    <a:pt x="718369" y="342227"/>
                  </a:cubicBezTo>
                  <a:lnTo>
                    <a:pt x="944302" y="500533"/>
                  </a:lnTo>
                  <a:cubicBezTo>
                    <a:pt x="968877" y="517678"/>
                    <a:pt x="962971" y="555587"/>
                    <a:pt x="934491" y="564636"/>
                  </a:cubicBezTo>
                  <a:lnTo>
                    <a:pt x="671411" y="647694"/>
                  </a:lnTo>
                  <a:cubicBezTo>
                    <a:pt x="660076" y="651314"/>
                    <a:pt x="651218" y="660172"/>
                    <a:pt x="647694" y="671602"/>
                  </a:cubicBezTo>
                  <a:lnTo>
                    <a:pt x="567017" y="935349"/>
                  </a:lnTo>
                  <a:cubicBezTo>
                    <a:pt x="558254" y="964019"/>
                    <a:pt x="520440" y="970115"/>
                    <a:pt x="503009" y="945732"/>
                  </a:cubicBezTo>
                  <a:lnTo>
                    <a:pt x="342703" y="721227"/>
                  </a:lnTo>
                  <a:cubicBezTo>
                    <a:pt x="335750" y="711512"/>
                    <a:pt x="324510" y="705892"/>
                    <a:pt x="312699" y="706082"/>
                  </a:cubicBezTo>
                  <a:lnTo>
                    <a:pt x="36855" y="710845"/>
                  </a:lnTo>
                  <a:cubicBezTo>
                    <a:pt x="6947" y="711321"/>
                    <a:pt x="-10674" y="677317"/>
                    <a:pt x="7137" y="653219"/>
                  </a:cubicBezTo>
                  <a:lnTo>
                    <a:pt x="171158" y="431381"/>
                  </a:lnTo>
                  <a:cubicBezTo>
                    <a:pt x="178206" y="421856"/>
                    <a:pt x="180111" y="409379"/>
                    <a:pt x="176301" y="398139"/>
                  </a:cubicBezTo>
                  <a:lnTo>
                    <a:pt x="86576" y="137249"/>
                  </a:lnTo>
                  <a:cubicBezTo>
                    <a:pt x="76860" y="108960"/>
                    <a:pt x="103816" y="81719"/>
                    <a:pt x="132201" y="91244"/>
                  </a:cubicBezTo>
                  <a:lnTo>
                    <a:pt x="393852" y="178683"/>
                  </a:lnTo>
                  <a:cubicBezTo>
                    <a:pt x="405092" y="182493"/>
                    <a:pt x="417570" y="180398"/>
                    <a:pt x="427095" y="173254"/>
                  </a:cubicBezTo>
                  <a:lnTo>
                    <a:pt x="647408" y="7328"/>
                  </a:lnTo>
                  <a:cubicBezTo>
                    <a:pt x="671316" y="-10674"/>
                    <a:pt x="705510" y="6566"/>
                    <a:pt x="705225" y="36475"/>
                  </a:cubicBezTo>
                  <a:close/>
                </a:path>
              </a:pathLst>
            </a:custGeom>
            <a:noFill/>
            <a:ln w="19050" cap="flat">
              <a:solidFill>
                <a:srgbClr val="FFFFFF"/>
              </a:solidFill>
              <a:prstDash val="solid"/>
            </a:ln>
          </p:spPr>
          <p:txBody>
            <a:bodyPr vert="horz" lIns="91440" tIns="45720" rIns="91440" bIns="45720" anchor="ctr">
              <a:normAutofit/>
            </a:bodyPr>
            <a:lstStyle/>
            <a:p>
              <a:pPr marL="0" algn="l"/>
              <a:endParaRPr/>
            </a:p>
          </p:txBody>
        </p:sp>
        <p:sp>
          <p:nvSpPr>
            <p:cNvPr id="38" name="Freeform 38"/>
            <p:cNvSpPr/>
            <p:nvPr/>
          </p:nvSpPr>
          <p:spPr>
            <a:xfrm>
              <a:off x="9462589" y="461102"/>
              <a:ext cx="494489" cy="1314545"/>
            </a:xfrm>
            <a:custGeom>
              <a:avLst/>
              <a:gdLst/>
              <a:ahLst/>
              <a:cxnLst/>
              <a:rect l="l" t="t" r="r" b="b"/>
              <a:pathLst>
                <a:path w="494489" h="1314545">
                  <a:moveTo>
                    <a:pt x="217091" y="0"/>
                  </a:moveTo>
                  <a:cubicBezTo>
                    <a:pt x="733537" y="224599"/>
                    <a:pt x="425308" y="828104"/>
                    <a:pt x="126127" y="859917"/>
                  </a:cubicBezTo>
                  <a:cubicBezTo>
                    <a:pt x="-173053" y="891730"/>
                    <a:pt x="128128" y="444151"/>
                    <a:pt x="327677" y="856679"/>
                  </a:cubicBezTo>
                  <a:cubicBezTo>
                    <a:pt x="449406" y="1108234"/>
                    <a:pt x="254239" y="1314545"/>
                    <a:pt x="254239" y="1314545"/>
                  </a:cubicBezTo>
                </a:path>
              </a:pathLst>
            </a:custGeom>
            <a:noFill/>
            <a:ln w="19050" cap="flat">
              <a:solidFill>
                <a:srgbClr val="FFFFFF"/>
              </a:solidFill>
              <a:prstDash val="solid"/>
            </a:ln>
          </p:spPr>
          <p:txBody>
            <a:bodyPr vert="horz" lIns="91440" tIns="45720" rIns="91440" bIns="45720" anchor="ctr">
              <a:normAutofit/>
            </a:bodyPr>
            <a:lstStyle/>
            <a:p>
              <a:pPr marL="0" algn="l"/>
              <a:endParaRPr/>
            </a:p>
          </p:txBody>
        </p:sp>
        <p:sp>
          <p:nvSpPr>
            <p:cNvPr id="39" name="Freeform 39"/>
            <p:cNvSpPr/>
            <p:nvPr/>
          </p:nvSpPr>
          <p:spPr>
            <a:xfrm>
              <a:off x="1845906" y="782715"/>
              <a:ext cx="917878" cy="566356"/>
            </a:xfrm>
            <a:custGeom>
              <a:avLst/>
              <a:gdLst/>
              <a:ahLst/>
              <a:cxnLst/>
              <a:rect l="l" t="t" r="r" b="b"/>
              <a:pathLst>
                <a:path w="917878" h="566356">
                  <a:moveTo>
                    <a:pt x="0" y="566357"/>
                  </a:moveTo>
                  <a:cubicBezTo>
                    <a:pt x="6191" y="547878"/>
                    <a:pt x="116967" y="0"/>
                    <a:pt x="560165" y="0"/>
                  </a:cubicBezTo>
                  <a:cubicBezTo>
                    <a:pt x="1003363" y="0"/>
                    <a:pt x="966502" y="369380"/>
                    <a:pt x="812578" y="320135"/>
                  </a:cubicBezTo>
                </a:path>
              </a:pathLst>
            </a:custGeom>
            <a:noFill/>
            <a:ln w="19050" cap="flat">
              <a:solidFill>
                <a:srgbClr val="FFFFFF"/>
              </a:solidFill>
              <a:prstDash val="solid"/>
            </a:ln>
          </p:spPr>
          <p:txBody>
            <a:bodyPr vert="horz" lIns="91440" tIns="45720" rIns="91440" bIns="45720" anchor="ctr">
              <a:normAutofit/>
            </a:bodyPr>
            <a:lstStyle/>
            <a:p>
              <a:pPr marL="0" algn="l"/>
              <a:endParaRPr/>
            </a:p>
          </p:txBody>
        </p:sp>
        <p:grpSp>
          <p:nvGrpSpPr>
            <p:cNvPr id="40" name="Group 40"/>
            <p:cNvGrpSpPr/>
            <p:nvPr/>
          </p:nvGrpSpPr>
          <p:grpSpPr>
            <a:xfrm>
              <a:off x="1" y="1063960"/>
              <a:ext cx="5259062" cy="5794611"/>
              <a:chOff x="0" y="257633"/>
              <a:chExt cx="5990867" cy="6600938"/>
            </a:xfrm>
          </p:grpSpPr>
          <p:sp>
            <p:nvSpPr>
              <p:cNvPr id="41" name="Freeform 41"/>
              <p:cNvSpPr/>
              <p:nvPr/>
            </p:nvSpPr>
            <p:spPr>
              <a:xfrm>
                <a:off x="575595" y="257633"/>
                <a:ext cx="2406205" cy="2236469"/>
              </a:xfrm>
              <a:custGeom>
                <a:avLst/>
                <a:gdLst/>
                <a:ahLst/>
                <a:cxnLst/>
                <a:rect l="l" t="t" r="r" b="b"/>
                <a:pathLst>
                  <a:path w="2406205" h="2236470">
                    <a:moveTo>
                      <a:pt x="2406205" y="1118235"/>
                    </a:moveTo>
                    <a:cubicBezTo>
                      <a:pt x="2406205" y="1735819"/>
                      <a:pt x="1867558" y="2236470"/>
                      <a:pt x="1203103" y="2236470"/>
                    </a:cubicBezTo>
                    <a:cubicBezTo>
                      <a:pt x="538647" y="2236470"/>
                      <a:pt x="0" y="1735819"/>
                      <a:pt x="0" y="1118235"/>
                    </a:cubicBezTo>
                    <a:cubicBezTo>
                      <a:pt x="0" y="500651"/>
                      <a:pt x="538647" y="0"/>
                      <a:pt x="1203103" y="0"/>
                    </a:cubicBezTo>
                    <a:cubicBezTo>
                      <a:pt x="1867558" y="0"/>
                      <a:pt x="2406205" y="500651"/>
                      <a:pt x="2406205" y="1118235"/>
                    </a:cubicBezTo>
                    <a:close/>
                  </a:path>
                </a:pathLst>
              </a:custGeom>
              <a:solidFill>
                <a:srgbClr val="FFE592"/>
              </a:solidFill>
              <a:ln cap="flat">
                <a:prstDash val="solid"/>
              </a:ln>
            </p:spPr>
            <p:txBody>
              <a:bodyPr vert="horz" lIns="91440" tIns="45720" rIns="91440" bIns="45720" anchor="ctr">
                <a:normAutofit/>
              </a:bodyPr>
              <a:lstStyle/>
              <a:p>
                <a:pPr marL="0" algn="l"/>
                <a:endParaRPr/>
              </a:p>
            </p:txBody>
          </p:sp>
          <p:grpSp>
            <p:nvGrpSpPr>
              <p:cNvPr id="42" name="Group 42"/>
              <p:cNvGrpSpPr/>
              <p:nvPr/>
            </p:nvGrpSpPr>
            <p:grpSpPr>
              <a:xfrm>
                <a:off x="377571" y="2105025"/>
                <a:ext cx="5613296" cy="4707350"/>
                <a:chOff x="377571" y="2105025"/>
                <a:chExt cx="5613296" cy="4707350"/>
              </a:xfrm>
              <a:solidFill>
                <a:srgbClr val="FFCB48"/>
              </a:solidFill>
            </p:grpSpPr>
            <p:sp>
              <p:nvSpPr>
                <p:cNvPr id="43" name="Freeform 43"/>
                <p:cNvSpPr/>
                <p:nvPr/>
              </p:nvSpPr>
              <p:spPr>
                <a:xfrm>
                  <a:off x="377571" y="2105025"/>
                  <a:ext cx="1482090" cy="134835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82090" h="1348359">
                      <a:moveTo>
                        <a:pt x="1482090" y="674180"/>
                      </a:moveTo>
                      <a:cubicBezTo>
                        <a:pt x="1482090" y="1046519"/>
                        <a:pt x="1150313" y="1348359"/>
                        <a:pt x="741045" y="1348359"/>
                      </a:cubicBezTo>
                      <a:cubicBezTo>
                        <a:pt x="331777" y="1348359"/>
                        <a:pt x="0" y="1046519"/>
                        <a:pt x="0" y="674180"/>
                      </a:cubicBezTo>
                      <a:cubicBezTo>
                        <a:pt x="0" y="301840"/>
                        <a:pt x="331777" y="0"/>
                        <a:pt x="741045" y="0"/>
                      </a:cubicBezTo>
                      <a:cubicBezTo>
                        <a:pt x="1150313" y="0"/>
                        <a:pt x="1482090" y="301840"/>
                        <a:pt x="1482090" y="674180"/>
                      </a:cubicBezTo>
                      <a:close/>
                    </a:path>
                  </a:pathLst>
                </a:custGeom>
                <a:solidFill>
                  <a:srgbClr val="FFCB48"/>
                </a:solidFill>
                <a:ln cap="flat">
                  <a:prstDash val="solid"/>
                </a:ln>
              </p:spPr>
              <p:txBody>
                <a:bodyPr vert="horz" lIns="91440" tIns="45720" rIns="91440" bIns="45720" anchor="ctr">
                  <a:normAutofit/>
                </a:bodyPr>
                <a:lstStyle/>
                <a:p>
                  <a:pPr marL="0" algn="l"/>
                  <a:endParaRPr/>
                </a:p>
              </p:txBody>
            </p:sp>
            <p:sp>
              <p:nvSpPr>
                <p:cNvPr id="44" name="Freeform 44"/>
                <p:cNvSpPr/>
                <p:nvPr/>
              </p:nvSpPr>
              <p:spPr>
                <a:xfrm>
                  <a:off x="912399" y="3318031"/>
                  <a:ext cx="5078467" cy="349434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078467" h="3494343">
                      <a:moveTo>
                        <a:pt x="149447" y="8193"/>
                      </a:moveTo>
                      <a:cubicBezTo>
                        <a:pt x="149447" y="52294"/>
                        <a:pt x="595503" y="635415"/>
                        <a:pt x="1153001" y="272988"/>
                      </a:cubicBezTo>
                      <a:cubicBezTo>
                        <a:pt x="1710500" y="-89438"/>
                        <a:pt x="2379535" y="-173067"/>
                        <a:pt x="2421350" y="537783"/>
                      </a:cubicBezTo>
                      <a:cubicBezTo>
                        <a:pt x="2463165" y="1248634"/>
                        <a:pt x="2783777" y="1429799"/>
                        <a:pt x="2895219" y="1151003"/>
                      </a:cubicBezTo>
                      <a:cubicBezTo>
                        <a:pt x="3006757" y="872206"/>
                        <a:pt x="3427667" y="861824"/>
                        <a:pt x="3433572" y="1165957"/>
                      </a:cubicBezTo>
                      <a:cubicBezTo>
                        <a:pt x="3439382" y="1470090"/>
                        <a:pt x="3221927" y="1956341"/>
                        <a:pt x="3646265" y="1978725"/>
                      </a:cubicBezTo>
                      <a:cubicBezTo>
                        <a:pt x="4070509" y="2001014"/>
                        <a:pt x="4271486" y="1606583"/>
                        <a:pt x="4532090" y="1904335"/>
                      </a:cubicBezTo>
                      <a:cubicBezTo>
                        <a:pt x="4792599" y="2202087"/>
                        <a:pt x="4152424" y="2015968"/>
                        <a:pt x="4293870" y="2388205"/>
                      </a:cubicBezTo>
                      <a:cubicBezTo>
                        <a:pt x="4435317" y="2760347"/>
                        <a:pt x="4577429" y="2850739"/>
                        <a:pt x="4853274" y="2988661"/>
                      </a:cubicBezTo>
                      <a:cubicBezTo>
                        <a:pt x="5129118" y="3126583"/>
                        <a:pt x="5073968" y="3494343"/>
                        <a:pt x="5073968" y="3494343"/>
                      </a:cubicBezTo>
                      <a:lnTo>
                        <a:pt x="0" y="3494343"/>
                      </a:lnTo>
                      <a:cubicBezTo>
                        <a:pt x="0" y="3494343"/>
                        <a:pt x="149447" y="-19334"/>
                        <a:pt x="149447" y="8193"/>
                      </a:cubicBezTo>
                      <a:close/>
                    </a:path>
                  </a:pathLst>
                </a:custGeom>
                <a:solidFill>
                  <a:srgbClr val="FFCB48"/>
                </a:solidFill>
                <a:ln cap="flat">
                  <a:prstDash val="solid"/>
                </a:ln>
              </p:spPr>
              <p:txBody>
                <a:bodyPr vert="horz" lIns="91440" tIns="45720" rIns="91440" bIns="45720" anchor="ctr">
                  <a:normAutofit/>
                </a:bodyPr>
                <a:lstStyle/>
                <a:p>
                  <a:pPr marL="0" algn="l"/>
                  <a:endParaRPr/>
                </a:p>
              </p:txBody>
            </p:sp>
            <p:sp>
              <p:nvSpPr>
                <p:cNvPr id="45" name="Freeform 45"/>
                <p:cNvSpPr/>
                <p:nvPr/>
              </p:nvSpPr>
              <p:spPr>
                <a:xfrm>
                  <a:off x="5342477" y="4379976"/>
                  <a:ext cx="300799" cy="31908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00799" h="319087">
                      <a:moveTo>
                        <a:pt x="300799" y="159544"/>
                      </a:moveTo>
                      <a:cubicBezTo>
                        <a:pt x="300799" y="247657"/>
                        <a:pt x="233463" y="319087"/>
                        <a:pt x="150400" y="319087"/>
                      </a:cubicBezTo>
                      <a:cubicBezTo>
                        <a:pt x="67336" y="319087"/>
                        <a:pt x="0" y="247657"/>
                        <a:pt x="0" y="159544"/>
                      </a:cubicBezTo>
                      <a:cubicBezTo>
                        <a:pt x="0" y="71430"/>
                        <a:pt x="67336" y="0"/>
                        <a:pt x="150400" y="0"/>
                      </a:cubicBezTo>
                      <a:cubicBezTo>
                        <a:pt x="233463" y="0"/>
                        <a:pt x="300799" y="71430"/>
                        <a:pt x="300799" y="159544"/>
                      </a:cubicBezTo>
                      <a:close/>
                    </a:path>
                  </a:pathLst>
                </a:custGeom>
                <a:solidFill>
                  <a:srgbClr val="FFCB48"/>
                </a:solidFill>
                <a:ln cap="flat">
                  <a:prstDash val="solid"/>
                </a:ln>
              </p:spPr>
              <p:txBody>
                <a:bodyPr vert="horz" lIns="91440" tIns="45720" rIns="91440" bIns="45720" anchor="ctr">
                  <a:normAutofit fontScale="85000" lnSpcReduction="20000"/>
                </a:bodyPr>
                <a:lstStyle/>
                <a:p>
                  <a:pPr marL="0" algn="l"/>
                  <a:endParaRPr/>
                </a:p>
              </p:txBody>
            </p:sp>
          </p:grpSp>
          <p:grpSp>
            <p:nvGrpSpPr>
              <p:cNvPr id="46" name="Group 46"/>
              <p:cNvGrpSpPr/>
              <p:nvPr/>
            </p:nvGrpSpPr>
            <p:grpSpPr>
              <a:xfrm>
                <a:off x="2435076" y="5916549"/>
                <a:ext cx="3350122" cy="927068"/>
                <a:chOff x="2435076" y="5916549"/>
                <a:chExt cx="3350122" cy="927068"/>
              </a:xfrm>
            </p:grpSpPr>
            <p:grpSp>
              <p:nvGrpSpPr>
                <p:cNvPr id="47" name="Group 47"/>
                <p:cNvGrpSpPr/>
                <p:nvPr/>
              </p:nvGrpSpPr>
              <p:grpSpPr>
                <a:xfrm>
                  <a:off x="2435076" y="5916549"/>
                  <a:ext cx="3350122" cy="927068"/>
                  <a:chOff x="2435076" y="5916549"/>
                  <a:chExt cx="3350122" cy="927068"/>
                </a:xfrm>
              </p:grpSpPr>
              <p:sp>
                <p:nvSpPr>
                  <p:cNvPr id="48" name="Freeform 48"/>
                  <p:cNvSpPr/>
                  <p:nvPr/>
                </p:nvSpPr>
                <p:spPr>
                  <a:xfrm>
                    <a:off x="2435076" y="5916549"/>
                    <a:ext cx="3350122" cy="92706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350122" h="927068">
                        <a:moveTo>
                          <a:pt x="3350122" y="866585"/>
                        </a:moveTo>
                        <a:cubicBezTo>
                          <a:pt x="3350122" y="883253"/>
                          <a:pt x="3343265" y="898398"/>
                          <a:pt x="3332406" y="909352"/>
                        </a:cubicBezTo>
                        <a:cubicBezTo>
                          <a:pt x="3321357" y="920210"/>
                          <a:pt x="3306308" y="927068"/>
                          <a:pt x="3289639" y="927068"/>
                        </a:cubicBezTo>
                        <a:lnTo>
                          <a:pt x="191728" y="927068"/>
                        </a:lnTo>
                        <a:cubicBezTo>
                          <a:pt x="-239660" y="418529"/>
                          <a:pt x="191728" y="0"/>
                          <a:pt x="191728" y="0"/>
                        </a:cubicBezTo>
                        <a:lnTo>
                          <a:pt x="3289544" y="0"/>
                        </a:lnTo>
                        <a:cubicBezTo>
                          <a:pt x="3322881" y="0"/>
                          <a:pt x="3350122" y="27146"/>
                          <a:pt x="3350122" y="60579"/>
                        </a:cubicBezTo>
                        <a:cubicBezTo>
                          <a:pt x="3350122" y="77248"/>
                          <a:pt x="3343265" y="92488"/>
                          <a:pt x="3332406" y="103346"/>
                        </a:cubicBezTo>
                        <a:cubicBezTo>
                          <a:pt x="3321357" y="114205"/>
                          <a:pt x="3306308" y="121063"/>
                          <a:pt x="3289639" y="121063"/>
                        </a:cubicBezTo>
                        <a:lnTo>
                          <a:pt x="246592" y="121063"/>
                        </a:lnTo>
                        <a:cubicBezTo>
                          <a:pt x="216302" y="159829"/>
                          <a:pt x="169630" y="228981"/>
                          <a:pt x="142769" y="317945"/>
                        </a:cubicBezTo>
                        <a:cubicBezTo>
                          <a:pt x="93239" y="481394"/>
                          <a:pt x="129244" y="645414"/>
                          <a:pt x="249926" y="806005"/>
                        </a:cubicBezTo>
                        <a:lnTo>
                          <a:pt x="3289639" y="806005"/>
                        </a:lnTo>
                        <a:cubicBezTo>
                          <a:pt x="3322976" y="806005"/>
                          <a:pt x="3350122" y="833056"/>
                          <a:pt x="3350122" y="866585"/>
                        </a:cubicBezTo>
                        <a:close/>
                      </a:path>
                    </a:pathLst>
                  </a:custGeom>
                  <a:solidFill>
                    <a:srgbClr val="FF8886"/>
                  </a:solidFill>
                  <a:ln cap="flat">
                    <a:prstDash val="solid"/>
                  </a:ln>
                </p:spPr>
                <p:txBody>
                  <a:bodyPr vert="horz" lIns="91440" tIns="45720" rIns="91440" bIns="45720" anchor="ctr">
                    <a:normAutofit/>
                  </a:bodyPr>
                  <a:lstStyle/>
                  <a:p>
                    <a:pPr marL="0" algn="l"/>
                    <a:endParaRPr/>
                  </a:p>
                </p:txBody>
              </p:sp>
              <p:sp>
                <p:nvSpPr>
                  <p:cNvPr id="49" name="Freeform 49"/>
                  <p:cNvSpPr/>
                  <p:nvPr/>
                </p:nvSpPr>
                <p:spPr>
                  <a:xfrm>
                    <a:off x="2556331" y="6037707"/>
                    <a:ext cx="3049226" cy="684847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049226" h="684847">
                        <a:moveTo>
                          <a:pt x="3049226" y="0"/>
                        </a:moveTo>
                        <a:lnTo>
                          <a:pt x="3049226" y="684847"/>
                        </a:lnTo>
                        <a:lnTo>
                          <a:pt x="128671" y="684847"/>
                        </a:lnTo>
                        <a:cubicBezTo>
                          <a:pt x="8084" y="524256"/>
                          <a:pt x="-28015" y="360331"/>
                          <a:pt x="21515" y="196882"/>
                        </a:cubicBezTo>
                        <a:cubicBezTo>
                          <a:pt x="48470" y="108013"/>
                          <a:pt x="94952" y="38767"/>
                          <a:pt x="125432" y="95"/>
                        </a:cubicBezTo>
                        <a:lnTo>
                          <a:pt x="3049226" y="95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 cap="flat">
                    <a:prstDash val="solid"/>
                  </a:ln>
                </p:spPr>
                <p:txBody>
                  <a:bodyPr vert="horz" lIns="91440" tIns="45720" rIns="91440" bIns="45720" anchor="ctr">
                    <a:normAutofit/>
                  </a:bodyPr>
                  <a:lstStyle/>
                  <a:p>
                    <a:pPr marL="0" algn="l"/>
                    <a:endParaRPr/>
                  </a:p>
                </p:txBody>
              </p:sp>
            </p:grpSp>
            <p:sp>
              <p:nvSpPr>
                <p:cNvPr id="50" name="Freeform 50"/>
                <p:cNvSpPr/>
                <p:nvPr/>
              </p:nvSpPr>
              <p:spPr>
                <a:xfrm>
                  <a:off x="3237166" y="6248209"/>
                  <a:ext cx="2121979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21979" h="9525">
                      <a:moveTo>
                        <a:pt x="2121980" y="0"/>
                      </a:moveTo>
                      <a:lnTo>
                        <a:pt x="0" y="0"/>
                      </a:lnTo>
                    </a:path>
                  </a:pathLst>
                </a:custGeom>
                <a:ln w="19050" cap="rnd">
                  <a:solidFill>
                    <a:srgbClr val="2C0303"/>
                  </a:solidFill>
                  <a:prstDash val="solid"/>
                </a:ln>
              </p:spPr>
              <p:txBody>
                <a:bodyPr vert="horz" lIns="91440" tIns="45720" rIns="91440" bIns="45720" anchor="ctr">
                  <a:normAutofit fontScale="25000" lnSpcReduction="20000"/>
                </a:bodyPr>
                <a:lstStyle/>
                <a:p>
                  <a:pPr marL="0" algn="l"/>
                  <a:endParaRPr/>
                </a:p>
              </p:txBody>
            </p:sp>
            <p:sp>
              <p:nvSpPr>
                <p:cNvPr id="51" name="Freeform 51"/>
                <p:cNvSpPr/>
                <p:nvPr/>
              </p:nvSpPr>
              <p:spPr>
                <a:xfrm>
                  <a:off x="3990117" y="6372987"/>
                  <a:ext cx="1357026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57026" h="9525">
                      <a:moveTo>
                        <a:pt x="0" y="0"/>
                      </a:moveTo>
                      <a:lnTo>
                        <a:pt x="1357027" y="0"/>
                      </a:lnTo>
                    </a:path>
                  </a:pathLst>
                </a:custGeom>
                <a:ln w="19050" cap="rnd">
                  <a:solidFill>
                    <a:srgbClr val="2C0303"/>
                  </a:solidFill>
                  <a:prstDash val="solid"/>
                </a:ln>
              </p:spPr>
              <p:txBody>
                <a:bodyPr vert="horz" lIns="91440" tIns="45720" rIns="91440" bIns="45720" anchor="ctr">
                  <a:normAutofit fontScale="25000" lnSpcReduction="20000"/>
                </a:bodyPr>
                <a:lstStyle/>
                <a:p>
                  <a:pPr marL="0" algn="l"/>
                  <a:endParaRPr/>
                </a:p>
              </p:txBody>
            </p:sp>
            <p:sp>
              <p:nvSpPr>
                <p:cNvPr id="52" name="Freeform 52"/>
                <p:cNvSpPr/>
                <p:nvPr/>
              </p:nvSpPr>
              <p:spPr>
                <a:xfrm>
                  <a:off x="2849975" y="6592443"/>
                  <a:ext cx="2634805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634805" h="9525">
                      <a:moveTo>
                        <a:pt x="2634806" y="0"/>
                      </a:moveTo>
                      <a:lnTo>
                        <a:pt x="0" y="0"/>
                      </a:lnTo>
                    </a:path>
                  </a:pathLst>
                </a:custGeom>
                <a:ln w="19050" cap="rnd">
                  <a:solidFill>
                    <a:srgbClr val="2C0303"/>
                  </a:solidFill>
                  <a:prstDash val="solid"/>
                </a:ln>
              </p:spPr>
              <p:txBody>
                <a:bodyPr vert="horz" lIns="91440" tIns="45720" rIns="91440" bIns="45720" anchor="ctr">
                  <a:normAutofit fontScale="25000" lnSpcReduction="20000"/>
                </a:bodyPr>
                <a:lstStyle/>
                <a:p>
                  <a:pPr marL="0" algn="l"/>
                  <a:endParaRPr/>
                </a:p>
              </p:txBody>
            </p:sp>
            <p:sp>
              <p:nvSpPr>
                <p:cNvPr id="53" name="Freeform 53"/>
                <p:cNvSpPr/>
                <p:nvPr/>
              </p:nvSpPr>
              <p:spPr>
                <a:xfrm>
                  <a:off x="3217735" y="6237065"/>
                  <a:ext cx="328041" cy="25584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28041" h="255841">
                      <a:moveTo>
                        <a:pt x="328041" y="255842"/>
                      </a:moveTo>
                      <a:lnTo>
                        <a:pt x="194405" y="190119"/>
                      </a:lnTo>
                      <a:lnTo>
                        <a:pt x="94964" y="255842"/>
                      </a:lnTo>
                      <a:lnTo>
                        <a:pt x="0" y="0"/>
                      </a:lnTo>
                      <a:lnTo>
                        <a:pt x="233077" y="0"/>
                      </a:lnTo>
                      <a:close/>
                    </a:path>
                  </a:pathLst>
                </a:custGeom>
                <a:solidFill>
                  <a:srgbClr val="0C1A44"/>
                </a:solidFill>
                <a:ln cap="flat">
                  <a:prstDash val="solid"/>
                </a:ln>
              </p:spPr>
              <p:txBody>
                <a:bodyPr vert="horz" lIns="91440" tIns="45720" rIns="91440" bIns="45720" anchor="ctr">
                  <a:normAutofit fontScale="55000" lnSpcReduction="20000"/>
                </a:bodyPr>
                <a:lstStyle/>
                <a:p>
                  <a:pPr marL="0" algn="l"/>
                  <a:endParaRPr/>
                </a:p>
              </p:txBody>
            </p:sp>
          </p:grpSp>
          <p:grpSp>
            <p:nvGrpSpPr>
              <p:cNvPr id="54" name="Group 54"/>
              <p:cNvGrpSpPr/>
              <p:nvPr/>
            </p:nvGrpSpPr>
            <p:grpSpPr>
              <a:xfrm>
                <a:off x="2624020" y="4861325"/>
                <a:ext cx="2975250" cy="1038848"/>
                <a:chOff x="2624020" y="4861325"/>
                <a:chExt cx="2975250" cy="1038848"/>
              </a:xfrm>
            </p:grpSpPr>
            <p:sp>
              <p:nvSpPr>
                <p:cNvPr id="55" name="Freeform 55"/>
                <p:cNvSpPr/>
                <p:nvPr/>
              </p:nvSpPr>
              <p:spPr>
                <a:xfrm rot="-4846898">
                  <a:off x="2624020" y="4861325"/>
                  <a:ext cx="1038621" cy="103862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38621" h="1038621">
                      <a:moveTo>
                        <a:pt x="1038622" y="519311"/>
                      </a:moveTo>
                      <a:cubicBezTo>
                        <a:pt x="1038622" y="806119"/>
                        <a:pt x="806118" y="1038622"/>
                        <a:pt x="519311" y="1038622"/>
                      </a:cubicBezTo>
                      <a:cubicBezTo>
                        <a:pt x="232503" y="1038622"/>
                        <a:pt x="0" y="806119"/>
                        <a:pt x="0" y="519311"/>
                      </a:cubicBezTo>
                      <a:cubicBezTo>
                        <a:pt x="0" y="232504"/>
                        <a:pt x="232503" y="0"/>
                        <a:pt x="519311" y="0"/>
                      </a:cubicBezTo>
                      <a:cubicBezTo>
                        <a:pt x="806118" y="0"/>
                        <a:pt x="1038622" y="232504"/>
                        <a:pt x="1038622" y="519311"/>
                      </a:cubicBezTo>
                      <a:close/>
                    </a:path>
                  </a:pathLst>
                </a:custGeom>
                <a:noFill/>
                <a:ln w="19050" cap="rnd">
                  <a:solidFill>
                    <a:srgbClr val="2C0303"/>
                  </a:solidFill>
                  <a:prstDash val="solid"/>
                </a:ln>
              </p:spPr>
              <p:txBody>
                <a:bodyPr vert="horz" lIns="91440" tIns="45720" rIns="91440" bIns="45720" anchor="ctr">
                  <a:normAutofit/>
                </a:bodyPr>
                <a:lstStyle/>
                <a:p>
                  <a:pPr marL="0" algn="l"/>
                  <a:endParaRPr/>
                </a:p>
              </p:txBody>
            </p:sp>
            <p:sp>
              <p:nvSpPr>
                <p:cNvPr id="56" name="Freeform 56"/>
                <p:cNvSpPr/>
                <p:nvPr/>
              </p:nvSpPr>
              <p:spPr>
                <a:xfrm rot="-4644133">
                  <a:off x="3938815" y="4861594"/>
                  <a:ext cx="1038579" cy="103857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38579" h="1038579">
                      <a:moveTo>
                        <a:pt x="1038579" y="519290"/>
                      </a:moveTo>
                      <a:cubicBezTo>
                        <a:pt x="1038579" y="806086"/>
                        <a:pt x="806085" y="1038579"/>
                        <a:pt x="519290" y="1038579"/>
                      </a:cubicBezTo>
                      <a:cubicBezTo>
                        <a:pt x="232494" y="1038579"/>
                        <a:pt x="0" y="806086"/>
                        <a:pt x="0" y="519290"/>
                      </a:cubicBezTo>
                      <a:cubicBezTo>
                        <a:pt x="0" y="232494"/>
                        <a:pt x="232494" y="0"/>
                        <a:pt x="519290" y="0"/>
                      </a:cubicBezTo>
                      <a:cubicBezTo>
                        <a:pt x="806085" y="0"/>
                        <a:pt x="1038579" y="232494"/>
                        <a:pt x="1038579" y="519290"/>
                      </a:cubicBezTo>
                      <a:close/>
                    </a:path>
                  </a:pathLst>
                </a:custGeom>
                <a:noFill/>
                <a:ln w="19050" cap="rnd">
                  <a:solidFill>
                    <a:srgbClr val="2C0303"/>
                  </a:solidFill>
                  <a:prstDash val="solid"/>
                </a:ln>
              </p:spPr>
              <p:txBody>
                <a:bodyPr vert="horz" lIns="91440" tIns="45720" rIns="91440" bIns="45720" anchor="ctr">
                  <a:normAutofit/>
                </a:bodyPr>
                <a:lstStyle/>
                <a:p>
                  <a:pPr marL="0" algn="l"/>
                  <a:endParaRPr/>
                </a:p>
              </p:txBody>
            </p:sp>
            <p:sp>
              <p:nvSpPr>
                <p:cNvPr id="57" name="Freeform 57"/>
                <p:cNvSpPr/>
                <p:nvPr/>
              </p:nvSpPr>
              <p:spPr>
                <a:xfrm>
                  <a:off x="3662553" y="5380577"/>
                  <a:ext cx="276320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76320" h="9525">
                      <a:moveTo>
                        <a:pt x="0" y="0"/>
                      </a:moveTo>
                      <a:lnTo>
                        <a:pt x="276320" y="0"/>
                      </a:lnTo>
                    </a:path>
                  </a:pathLst>
                </a:custGeom>
                <a:ln w="19050" cap="rnd">
                  <a:solidFill>
                    <a:srgbClr val="2C0303"/>
                  </a:solidFill>
                  <a:prstDash val="solid"/>
                </a:ln>
              </p:spPr>
              <p:txBody>
                <a:bodyPr vert="horz" lIns="91440" tIns="45720" rIns="91440" bIns="45720" anchor="ctr">
                  <a:normAutofit fontScale="25000" lnSpcReduction="20000"/>
                </a:bodyPr>
                <a:lstStyle/>
                <a:p>
                  <a:pPr marL="0" algn="l"/>
                  <a:endParaRPr/>
                </a:p>
              </p:txBody>
            </p:sp>
            <p:sp>
              <p:nvSpPr>
                <p:cNvPr id="58" name="Freeform 58"/>
                <p:cNvSpPr/>
                <p:nvPr/>
              </p:nvSpPr>
              <p:spPr>
                <a:xfrm>
                  <a:off x="2625566" y="5423916"/>
                  <a:ext cx="1784413" cy="47605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84413" h="476059">
                      <a:moveTo>
                        <a:pt x="0" y="0"/>
                      </a:moveTo>
                      <a:lnTo>
                        <a:pt x="1667161" y="94964"/>
                      </a:lnTo>
                      <a:cubicBezTo>
                        <a:pt x="1732979" y="98679"/>
                        <a:pt x="1784414" y="153162"/>
                        <a:pt x="1784414" y="219170"/>
                      </a:cubicBezTo>
                      <a:lnTo>
                        <a:pt x="1784414" y="476060"/>
                      </a:lnTo>
                    </a:path>
                  </a:pathLst>
                </a:custGeom>
                <a:noFill/>
                <a:ln w="19050" cap="rnd">
                  <a:solidFill>
                    <a:srgbClr val="2C0303"/>
                  </a:solidFill>
                  <a:prstDash val="solid"/>
                </a:ln>
              </p:spPr>
              <p:txBody>
                <a:bodyPr vert="horz" lIns="91440" tIns="45720" rIns="91440" bIns="45720" anchor="ctr">
                  <a:normAutofit/>
                </a:bodyPr>
                <a:lstStyle/>
                <a:p>
                  <a:pPr marL="0" algn="l"/>
                  <a:endParaRPr/>
                </a:p>
              </p:txBody>
            </p:sp>
            <p:sp>
              <p:nvSpPr>
                <p:cNvPr id="59" name="Freeform 59"/>
                <p:cNvSpPr/>
                <p:nvPr/>
              </p:nvSpPr>
              <p:spPr>
                <a:xfrm>
                  <a:off x="4980432" y="5469159"/>
                  <a:ext cx="618838" cy="4307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18838" h="430720">
                      <a:moveTo>
                        <a:pt x="0" y="0"/>
                      </a:moveTo>
                      <a:lnTo>
                        <a:pt x="501586" y="49625"/>
                      </a:lnTo>
                      <a:cubicBezTo>
                        <a:pt x="567404" y="53340"/>
                        <a:pt x="618839" y="107823"/>
                        <a:pt x="618839" y="173831"/>
                      </a:cubicBezTo>
                      <a:lnTo>
                        <a:pt x="618839" y="430721"/>
                      </a:lnTo>
                    </a:path>
                  </a:pathLst>
                </a:custGeom>
                <a:noFill/>
                <a:ln w="19050" cap="rnd">
                  <a:solidFill>
                    <a:srgbClr val="2C0303"/>
                  </a:solidFill>
                  <a:prstDash val="solid"/>
                </a:ln>
              </p:spPr>
              <p:txBody>
                <a:bodyPr vert="horz" lIns="91440" tIns="45720" rIns="91440" bIns="45720" anchor="ctr">
                  <a:normAutofit/>
                </a:bodyPr>
                <a:lstStyle/>
                <a:p>
                  <a:pPr marL="0" algn="l"/>
                  <a:endParaRPr/>
                </a:p>
              </p:txBody>
            </p:sp>
          </p:grpSp>
          <p:grpSp>
            <p:nvGrpSpPr>
              <p:cNvPr id="60" name="Group 60"/>
              <p:cNvGrpSpPr/>
              <p:nvPr/>
            </p:nvGrpSpPr>
            <p:grpSpPr>
              <a:xfrm>
                <a:off x="1593913" y="3974306"/>
                <a:ext cx="625887" cy="2884265"/>
                <a:chOff x="1593913" y="3974306"/>
                <a:chExt cx="625887" cy="2884265"/>
              </a:xfrm>
            </p:grpSpPr>
            <p:sp>
              <p:nvSpPr>
                <p:cNvPr id="61" name="Freeform 61"/>
                <p:cNvSpPr/>
                <p:nvPr/>
              </p:nvSpPr>
              <p:spPr>
                <a:xfrm>
                  <a:off x="1593913" y="3974306"/>
                  <a:ext cx="625887" cy="288426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25887" h="2884265">
                      <a:moveTo>
                        <a:pt x="0" y="0"/>
                      </a:moveTo>
                      <a:lnTo>
                        <a:pt x="625888" y="0"/>
                      </a:lnTo>
                      <a:lnTo>
                        <a:pt x="625888" y="2884265"/>
                      </a:lnTo>
                      <a:lnTo>
                        <a:pt x="0" y="2884265"/>
                      </a:lnTo>
                      <a:close/>
                    </a:path>
                  </a:pathLst>
                </a:custGeom>
                <a:solidFill>
                  <a:srgbClr val="FF5900"/>
                </a:solidFill>
                <a:ln cap="flat">
                  <a:prstDash val="solid"/>
                </a:ln>
              </p:spPr>
              <p:txBody>
                <a:bodyPr vert="horz" lIns="91440" tIns="45720" rIns="91440" bIns="45720" anchor="ctr">
                  <a:normAutofit/>
                </a:bodyPr>
                <a:lstStyle/>
                <a:p>
                  <a:pPr marL="0" algn="l"/>
                  <a:endParaRPr/>
                </a:p>
              </p:txBody>
            </p:sp>
            <p:sp>
              <p:nvSpPr>
                <p:cNvPr id="62" name="Freeform 62"/>
                <p:cNvSpPr/>
                <p:nvPr/>
              </p:nvSpPr>
              <p:spPr>
                <a:xfrm>
                  <a:off x="1778698" y="4233672"/>
                  <a:ext cx="214693" cy="241277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4693" h="2412777">
                      <a:moveTo>
                        <a:pt x="0" y="0"/>
                      </a:moveTo>
                      <a:lnTo>
                        <a:pt x="214693" y="0"/>
                      </a:lnTo>
                      <a:lnTo>
                        <a:pt x="214693" y="2412778"/>
                      </a:lnTo>
                      <a:lnTo>
                        <a:pt x="0" y="2412778"/>
                      </a:lnTo>
                      <a:close/>
                    </a:path>
                  </a:pathLst>
                </a:custGeom>
                <a:noFill/>
                <a:ln w="19050" cap="rnd">
                  <a:solidFill>
                    <a:srgbClr val="2C0303"/>
                  </a:solidFill>
                  <a:prstDash val="solid"/>
                </a:ln>
              </p:spPr>
              <p:txBody>
                <a:bodyPr vert="horz" lIns="91440" tIns="45720" rIns="91440" bIns="45720" anchor="ctr">
                  <a:normAutofit/>
                </a:bodyPr>
                <a:lstStyle/>
                <a:p>
                  <a:pPr marL="0" algn="l"/>
                  <a:endParaRPr/>
                </a:p>
              </p:txBody>
            </p:sp>
          </p:grpSp>
          <p:grpSp>
            <p:nvGrpSpPr>
              <p:cNvPr id="63" name="Group 63"/>
              <p:cNvGrpSpPr/>
              <p:nvPr/>
            </p:nvGrpSpPr>
            <p:grpSpPr>
              <a:xfrm>
                <a:off x="0" y="3109817"/>
                <a:ext cx="625792" cy="3748754"/>
                <a:chOff x="0" y="3109817"/>
                <a:chExt cx="625792" cy="3748754"/>
              </a:xfrm>
            </p:grpSpPr>
            <p:sp>
              <p:nvSpPr>
                <p:cNvPr id="64" name="Freeform 64"/>
                <p:cNvSpPr/>
                <p:nvPr/>
              </p:nvSpPr>
              <p:spPr>
                <a:xfrm>
                  <a:off x="0" y="3109817"/>
                  <a:ext cx="625792" cy="374875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25792" h="3748754">
                      <a:moveTo>
                        <a:pt x="0" y="0"/>
                      </a:moveTo>
                      <a:lnTo>
                        <a:pt x="625793" y="0"/>
                      </a:lnTo>
                      <a:lnTo>
                        <a:pt x="625793" y="3748754"/>
                      </a:lnTo>
                      <a:lnTo>
                        <a:pt x="0" y="3748754"/>
                      </a:lnTo>
                      <a:close/>
                    </a:path>
                  </a:pathLst>
                </a:custGeom>
                <a:solidFill>
                  <a:srgbClr val="FF8886"/>
                </a:solidFill>
                <a:ln cap="flat">
                  <a:prstDash val="solid"/>
                </a:ln>
              </p:spPr>
              <p:txBody>
                <a:bodyPr vert="horz" lIns="91440" tIns="45720" rIns="91440" bIns="45720" anchor="ctr">
                  <a:normAutofit/>
                </a:bodyPr>
                <a:lstStyle/>
                <a:p>
                  <a:pPr marL="0" algn="l"/>
                  <a:endParaRPr/>
                </a:p>
              </p:txBody>
            </p:sp>
            <p:grpSp>
              <p:nvGrpSpPr>
                <p:cNvPr id="65" name="Group 65"/>
                <p:cNvGrpSpPr/>
                <p:nvPr/>
              </p:nvGrpSpPr>
              <p:grpSpPr>
                <a:xfrm>
                  <a:off x="0" y="3306413"/>
                  <a:ext cx="625792" cy="283083"/>
                  <a:chOff x="0" y="3306413"/>
                  <a:chExt cx="625792" cy="283083"/>
                </a:xfrm>
                <a:solidFill>
                  <a:srgbClr val="FFFFFF"/>
                </a:solidFill>
              </p:grpSpPr>
              <p:sp>
                <p:nvSpPr>
                  <p:cNvPr id="66" name="Freeform 66"/>
                  <p:cNvSpPr/>
                  <p:nvPr/>
                </p:nvSpPr>
                <p:spPr>
                  <a:xfrm>
                    <a:off x="0" y="3306413"/>
                    <a:ext cx="625792" cy="110013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625792" h="110013">
                        <a:moveTo>
                          <a:pt x="0" y="0"/>
                        </a:moveTo>
                        <a:lnTo>
                          <a:pt x="625793" y="0"/>
                        </a:lnTo>
                        <a:lnTo>
                          <a:pt x="625793" y="110014"/>
                        </a:lnTo>
                        <a:lnTo>
                          <a:pt x="0" y="110014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 cap="flat">
                    <a:prstDash val="solid"/>
                  </a:ln>
                </p:spPr>
                <p:txBody>
                  <a:bodyPr vert="horz" lIns="91440" tIns="45720" rIns="91440" bIns="45720" anchor="ctr">
                    <a:normAutofit fontScale="25000" lnSpcReduction="20000"/>
                  </a:bodyPr>
                  <a:lstStyle/>
                  <a:p>
                    <a:pPr marL="0" algn="l"/>
                    <a:endParaRPr/>
                  </a:p>
                </p:txBody>
              </p:sp>
              <p:sp>
                <p:nvSpPr>
                  <p:cNvPr id="67" name="Freeform 67"/>
                  <p:cNvSpPr/>
                  <p:nvPr/>
                </p:nvSpPr>
                <p:spPr>
                  <a:xfrm>
                    <a:off x="0" y="3479482"/>
                    <a:ext cx="625792" cy="110013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625792" h="110013">
                        <a:moveTo>
                          <a:pt x="0" y="0"/>
                        </a:moveTo>
                        <a:lnTo>
                          <a:pt x="625793" y="0"/>
                        </a:lnTo>
                        <a:lnTo>
                          <a:pt x="625793" y="110014"/>
                        </a:lnTo>
                        <a:lnTo>
                          <a:pt x="0" y="110014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 cap="flat">
                    <a:prstDash val="solid"/>
                  </a:ln>
                </p:spPr>
                <p:txBody>
                  <a:bodyPr vert="horz" lIns="91440" tIns="45720" rIns="91440" bIns="45720" anchor="ctr">
                    <a:normAutofit fontScale="25000" lnSpcReduction="20000"/>
                  </a:bodyPr>
                  <a:lstStyle/>
                  <a:p>
                    <a:pPr marL="0" algn="l"/>
                    <a:endParaRPr/>
                  </a:p>
                </p:txBody>
              </p:sp>
            </p:grpSp>
            <p:grpSp>
              <p:nvGrpSpPr>
                <p:cNvPr id="68" name="Group 68"/>
                <p:cNvGrpSpPr/>
                <p:nvPr/>
              </p:nvGrpSpPr>
              <p:grpSpPr>
                <a:xfrm>
                  <a:off x="0" y="6376130"/>
                  <a:ext cx="625792" cy="283178"/>
                  <a:chOff x="0" y="6376130"/>
                  <a:chExt cx="625792" cy="283178"/>
                </a:xfrm>
                <a:solidFill>
                  <a:srgbClr val="FFFFFF"/>
                </a:solidFill>
              </p:grpSpPr>
              <p:sp>
                <p:nvSpPr>
                  <p:cNvPr id="69" name="Freeform 69"/>
                  <p:cNvSpPr/>
                  <p:nvPr/>
                </p:nvSpPr>
                <p:spPr>
                  <a:xfrm>
                    <a:off x="0" y="6376130"/>
                    <a:ext cx="625792" cy="110013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625792" h="110013">
                        <a:moveTo>
                          <a:pt x="0" y="0"/>
                        </a:moveTo>
                        <a:lnTo>
                          <a:pt x="625793" y="0"/>
                        </a:lnTo>
                        <a:lnTo>
                          <a:pt x="625793" y="110014"/>
                        </a:lnTo>
                        <a:lnTo>
                          <a:pt x="0" y="110014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 cap="flat">
                    <a:prstDash val="solid"/>
                  </a:ln>
                </p:spPr>
                <p:txBody>
                  <a:bodyPr vert="horz" lIns="91440" tIns="45720" rIns="91440" bIns="45720" anchor="ctr">
                    <a:normAutofit fontScale="25000" lnSpcReduction="20000"/>
                  </a:bodyPr>
                  <a:lstStyle/>
                  <a:p>
                    <a:pPr marL="0" algn="l"/>
                    <a:endParaRPr/>
                  </a:p>
                </p:txBody>
              </p:sp>
              <p:sp>
                <p:nvSpPr>
                  <p:cNvPr id="70" name="Freeform 70"/>
                  <p:cNvSpPr/>
                  <p:nvPr/>
                </p:nvSpPr>
                <p:spPr>
                  <a:xfrm>
                    <a:off x="0" y="6549294"/>
                    <a:ext cx="625792" cy="110013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625792" h="110013">
                        <a:moveTo>
                          <a:pt x="0" y="0"/>
                        </a:moveTo>
                        <a:lnTo>
                          <a:pt x="625793" y="0"/>
                        </a:lnTo>
                        <a:lnTo>
                          <a:pt x="625793" y="110014"/>
                        </a:lnTo>
                        <a:lnTo>
                          <a:pt x="0" y="110014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 cap="flat">
                    <a:prstDash val="solid"/>
                  </a:ln>
                </p:spPr>
                <p:txBody>
                  <a:bodyPr vert="horz" lIns="91440" tIns="45720" rIns="91440" bIns="45720" anchor="ctr">
                    <a:normAutofit fontScale="25000" lnSpcReduction="20000"/>
                  </a:bodyPr>
                  <a:lstStyle/>
                  <a:p>
                    <a:pPr marL="0" algn="l"/>
                    <a:endParaRPr/>
                  </a:p>
                </p:txBody>
              </p:sp>
            </p:grpSp>
            <p:sp>
              <p:nvSpPr>
                <p:cNvPr id="71" name="Freeform 71"/>
                <p:cNvSpPr/>
                <p:nvPr/>
              </p:nvSpPr>
              <p:spPr>
                <a:xfrm>
                  <a:off x="301847" y="3864483"/>
                  <a:ext cx="25812" cy="218093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812" h="2180939">
                      <a:moveTo>
                        <a:pt x="0" y="0"/>
                      </a:moveTo>
                      <a:lnTo>
                        <a:pt x="25813" y="2180939"/>
                      </a:lnTo>
                    </a:path>
                  </a:pathLst>
                </a:custGeom>
                <a:ln w="19050" cap="rnd">
                  <a:solidFill>
                    <a:srgbClr val="2C0303"/>
                  </a:solidFill>
                  <a:prstDash val="solid"/>
                </a:ln>
              </p:spPr>
              <p:txBody>
                <a:bodyPr vert="horz" lIns="91440" tIns="45720" rIns="91440" bIns="45720" anchor="ctr">
                  <a:normAutofit/>
                </a:bodyPr>
                <a:lstStyle/>
                <a:p>
                  <a:pPr marL="0" algn="l"/>
                  <a:endParaRPr/>
                </a:p>
              </p:txBody>
            </p:sp>
          </p:grpSp>
          <p:grpSp>
            <p:nvGrpSpPr>
              <p:cNvPr id="72" name="Group 72"/>
              <p:cNvGrpSpPr/>
              <p:nvPr/>
            </p:nvGrpSpPr>
            <p:grpSpPr>
              <a:xfrm>
                <a:off x="592836" y="3114389"/>
                <a:ext cx="1004506" cy="3739229"/>
                <a:chOff x="592836" y="3114389"/>
                <a:chExt cx="1004506" cy="3739229"/>
              </a:xfrm>
            </p:grpSpPr>
            <p:sp>
              <p:nvSpPr>
                <p:cNvPr id="73" name="Freeform 73"/>
                <p:cNvSpPr/>
                <p:nvPr/>
              </p:nvSpPr>
              <p:spPr>
                <a:xfrm>
                  <a:off x="592836" y="3114389"/>
                  <a:ext cx="1004506" cy="373922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04506" h="3739229">
                      <a:moveTo>
                        <a:pt x="0" y="0"/>
                      </a:moveTo>
                      <a:lnTo>
                        <a:pt x="1004507" y="0"/>
                      </a:lnTo>
                      <a:lnTo>
                        <a:pt x="1004507" y="3739229"/>
                      </a:lnTo>
                      <a:lnTo>
                        <a:pt x="0" y="3739229"/>
                      </a:lnTo>
                      <a:close/>
                    </a:path>
                  </a:pathLst>
                </a:custGeom>
                <a:solidFill>
                  <a:srgbClr val="1B3276"/>
                </a:solidFill>
                <a:ln cap="flat">
                  <a:prstDash val="solid"/>
                </a:ln>
              </p:spPr>
              <p:txBody>
                <a:bodyPr vert="horz" lIns="91440" tIns="45720" rIns="91440" bIns="45720" anchor="ctr">
                  <a:normAutofit/>
                </a:bodyPr>
                <a:lstStyle/>
                <a:p>
                  <a:pPr marL="0" algn="l"/>
                  <a:endParaRPr/>
                </a:p>
              </p:txBody>
            </p:sp>
            <p:sp>
              <p:nvSpPr>
                <p:cNvPr id="74" name="Freeform 74"/>
                <p:cNvSpPr/>
                <p:nvPr/>
              </p:nvSpPr>
              <p:spPr>
                <a:xfrm>
                  <a:off x="974502" y="3673411"/>
                  <a:ext cx="206502" cy="260527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6502" h="2605278">
                      <a:moveTo>
                        <a:pt x="0" y="0"/>
                      </a:moveTo>
                      <a:lnTo>
                        <a:pt x="206502" y="0"/>
                      </a:lnTo>
                      <a:lnTo>
                        <a:pt x="206502" y="2605278"/>
                      </a:lnTo>
                      <a:lnTo>
                        <a:pt x="0" y="2605278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 cap="flat">
                  <a:prstDash val="solid"/>
                </a:ln>
              </p:spPr>
              <p:txBody>
                <a:bodyPr vert="horz" lIns="91440" tIns="45720" rIns="91440" bIns="45720" anchor="ctr">
                  <a:normAutofit/>
                </a:bodyPr>
                <a:lstStyle/>
                <a:p>
                  <a:pPr marL="0" algn="l"/>
                  <a:endParaRPr/>
                </a:p>
              </p:txBody>
            </p:sp>
            <p:sp>
              <p:nvSpPr>
                <p:cNvPr id="75" name="Freeform 75"/>
                <p:cNvSpPr/>
                <p:nvPr/>
              </p:nvSpPr>
              <p:spPr>
                <a:xfrm>
                  <a:off x="592836" y="3114389"/>
                  <a:ext cx="1004506" cy="47148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04506" h="471487">
                      <a:moveTo>
                        <a:pt x="0" y="0"/>
                      </a:moveTo>
                      <a:lnTo>
                        <a:pt x="1004507" y="0"/>
                      </a:lnTo>
                      <a:lnTo>
                        <a:pt x="1004507" y="471488"/>
                      </a:lnTo>
                      <a:lnTo>
                        <a:pt x="0" y="471488"/>
                      </a:lnTo>
                      <a:close/>
                    </a:path>
                  </a:pathLst>
                </a:custGeom>
                <a:solidFill>
                  <a:srgbClr val="284499"/>
                </a:solidFill>
                <a:ln cap="flat">
                  <a:prstDash val="solid"/>
                </a:ln>
              </p:spPr>
              <p:txBody>
                <a:bodyPr vert="horz" lIns="91440" tIns="45720" rIns="91440" bIns="45720" anchor="ctr">
                  <a:normAutofit/>
                </a:bodyPr>
                <a:lstStyle/>
                <a:p>
                  <a:pPr marL="0" algn="l"/>
                  <a:endParaRPr/>
                </a:p>
              </p:txBody>
            </p:sp>
            <p:sp>
              <p:nvSpPr>
                <p:cNvPr id="76" name="Freeform 76"/>
                <p:cNvSpPr/>
                <p:nvPr/>
              </p:nvSpPr>
              <p:spPr>
                <a:xfrm>
                  <a:off x="592836" y="6380130"/>
                  <a:ext cx="1004506" cy="47348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04506" h="473487">
                      <a:moveTo>
                        <a:pt x="0" y="0"/>
                      </a:moveTo>
                      <a:lnTo>
                        <a:pt x="1004507" y="0"/>
                      </a:lnTo>
                      <a:lnTo>
                        <a:pt x="1004507" y="473488"/>
                      </a:lnTo>
                      <a:lnTo>
                        <a:pt x="0" y="473488"/>
                      </a:lnTo>
                      <a:close/>
                    </a:path>
                  </a:pathLst>
                </a:custGeom>
                <a:solidFill>
                  <a:srgbClr val="284499"/>
                </a:solidFill>
                <a:ln cap="flat">
                  <a:prstDash val="solid"/>
                </a:ln>
              </p:spPr>
              <p:txBody>
                <a:bodyPr vert="horz" lIns="91440" tIns="45720" rIns="91440" bIns="45720" anchor="ctr">
                  <a:normAutofit/>
                </a:bodyPr>
                <a:lstStyle/>
                <a:p>
                  <a:pPr marL="0" algn="l"/>
                  <a:endParaRPr/>
                </a:p>
              </p:txBody>
            </p:sp>
          </p:grpSp>
          <p:grpSp>
            <p:nvGrpSpPr>
              <p:cNvPr id="77" name="Group 77"/>
              <p:cNvGrpSpPr/>
              <p:nvPr/>
            </p:nvGrpSpPr>
            <p:grpSpPr>
              <a:xfrm>
                <a:off x="2051994" y="2856190"/>
                <a:ext cx="3637121" cy="897445"/>
                <a:chOff x="2051994" y="2856190"/>
                <a:chExt cx="3637121" cy="897445"/>
              </a:xfrm>
              <a:solidFill>
                <a:srgbClr val="FFFFFF"/>
              </a:solidFill>
            </p:grpSpPr>
            <p:sp>
              <p:nvSpPr>
                <p:cNvPr id="78" name="Freeform 78"/>
                <p:cNvSpPr/>
                <p:nvPr/>
              </p:nvSpPr>
              <p:spPr>
                <a:xfrm>
                  <a:off x="2051994" y="2856190"/>
                  <a:ext cx="341233" cy="34123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41233" h="341233">
                      <a:moveTo>
                        <a:pt x="14073" y="189333"/>
                      </a:moveTo>
                      <a:cubicBezTo>
                        <a:pt x="95607" y="213241"/>
                        <a:pt x="127992" y="245626"/>
                        <a:pt x="151900" y="327160"/>
                      </a:cubicBezTo>
                      <a:cubicBezTo>
                        <a:pt x="157424" y="345924"/>
                        <a:pt x="183809" y="345924"/>
                        <a:pt x="189333" y="327160"/>
                      </a:cubicBezTo>
                      <a:cubicBezTo>
                        <a:pt x="213241" y="245626"/>
                        <a:pt x="245626" y="213241"/>
                        <a:pt x="327160" y="189333"/>
                      </a:cubicBezTo>
                      <a:cubicBezTo>
                        <a:pt x="345924" y="183809"/>
                        <a:pt x="345924" y="157424"/>
                        <a:pt x="327160" y="151900"/>
                      </a:cubicBezTo>
                      <a:cubicBezTo>
                        <a:pt x="245626" y="127992"/>
                        <a:pt x="213241" y="95607"/>
                        <a:pt x="189333" y="14073"/>
                      </a:cubicBezTo>
                      <a:cubicBezTo>
                        <a:pt x="183809" y="-4691"/>
                        <a:pt x="157424" y="-4691"/>
                        <a:pt x="151900" y="14073"/>
                      </a:cubicBezTo>
                      <a:cubicBezTo>
                        <a:pt x="127992" y="95607"/>
                        <a:pt x="95607" y="127992"/>
                        <a:pt x="14073" y="151900"/>
                      </a:cubicBezTo>
                      <a:cubicBezTo>
                        <a:pt x="-4691" y="157424"/>
                        <a:pt x="-4691" y="183809"/>
                        <a:pt x="14073" y="189333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 cap="flat">
                  <a:prstDash val="solid"/>
                </a:ln>
              </p:spPr>
              <p:txBody>
                <a:bodyPr vert="horz" lIns="91440" tIns="45720" rIns="91440" bIns="45720" anchor="ctr">
                  <a:normAutofit fontScale="92500" lnSpcReduction="20000"/>
                </a:bodyPr>
                <a:lstStyle/>
                <a:p>
                  <a:pPr marL="0" algn="l"/>
                  <a:endParaRPr/>
                </a:p>
              </p:txBody>
            </p:sp>
            <p:sp>
              <p:nvSpPr>
                <p:cNvPr id="79" name="Freeform 79"/>
                <p:cNvSpPr/>
                <p:nvPr/>
              </p:nvSpPr>
              <p:spPr>
                <a:xfrm>
                  <a:off x="5462087" y="3526607"/>
                  <a:ext cx="227028" cy="22702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7028" h="227028">
                      <a:moveTo>
                        <a:pt x="9358" y="125944"/>
                      </a:moveTo>
                      <a:cubicBezTo>
                        <a:pt x="63556" y="141851"/>
                        <a:pt x="85178" y="163378"/>
                        <a:pt x="101084" y="217670"/>
                      </a:cubicBezTo>
                      <a:cubicBezTo>
                        <a:pt x="104704" y="230148"/>
                        <a:pt x="122325" y="230148"/>
                        <a:pt x="125944" y="217670"/>
                      </a:cubicBezTo>
                      <a:cubicBezTo>
                        <a:pt x="141851" y="163473"/>
                        <a:pt x="163377" y="141851"/>
                        <a:pt x="217670" y="125944"/>
                      </a:cubicBezTo>
                      <a:cubicBezTo>
                        <a:pt x="230148" y="122325"/>
                        <a:pt x="230148" y="104704"/>
                        <a:pt x="217670" y="101084"/>
                      </a:cubicBezTo>
                      <a:cubicBezTo>
                        <a:pt x="163473" y="85177"/>
                        <a:pt x="141851" y="63651"/>
                        <a:pt x="125944" y="9358"/>
                      </a:cubicBezTo>
                      <a:cubicBezTo>
                        <a:pt x="122325" y="-3119"/>
                        <a:pt x="104704" y="-3119"/>
                        <a:pt x="101084" y="9358"/>
                      </a:cubicBezTo>
                      <a:cubicBezTo>
                        <a:pt x="85178" y="63556"/>
                        <a:pt x="63651" y="85177"/>
                        <a:pt x="9358" y="101084"/>
                      </a:cubicBezTo>
                      <a:cubicBezTo>
                        <a:pt x="-3119" y="104799"/>
                        <a:pt x="-3119" y="122325"/>
                        <a:pt x="9358" y="125944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 cap="flat">
                  <a:prstDash val="solid"/>
                </a:ln>
              </p:spPr>
              <p:txBody>
                <a:bodyPr vert="horz" lIns="91440" tIns="45720" rIns="91440" bIns="45720" anchor="ctr">
                  <a:normAutofit fontScale="40000" lnSpcReduction="20000"/>
                </a:bodyPr>
                <a:lstStyle/>
                <a:p>
                  <a:pPr marL="0" algn="l"/>
                  <a:endParaRPr/>
                </a:p>
              </p:txBody>
            </p:sp>
          </p:grpSp>
          <p:sp>
            <p:nvSpPr>
              <p:cNvPr id="80" name="Freeform 80"/>
              <p:cNvSpPr/>
              <p:nvPr/>
            </p:nvSpPr>
            <p:spPr>
              <a:xfrm>
                <a:off x="4192996" y="3254702"/>
                <a:ext cx="918219" cy="942076"/>
              </a:xfrm>
              <a:custGeom>
                <a:avLst/>
                <a:gdLst/>
                <a:ahLst/>
                <a:cxnLst/>
                <a:rect l="l" t="t" r="r" b="b"/>
                <a:pathLst>
                  <a:path w="918219" h="942076">
                    <a:moveTo>
                      <a:pt x="344713" y="8944"/>
                    </a:moveTo>
                    <a:lnTo>
                      <a:pt x="544834" y="187442"/>
                    </a:lnTo>
                    <a:cubicBezTo>
                      <a:pt x="553501" y="195157"/>
                      <a:pt x="565312" y="198110"/>
                      <a:pt x="576552" y="195348"/>
                    </a:cubicBezTo>
                    <a:lnTo>
                      <a:pt x="836965" y="131721"/>
                    </a:lnTo>
                    <a:cubicBezTo>
                      <a:pt x="865254" y="124768"/>
                      <a:pt x="889162" y="153343"/>
                      <a:pt x="877447" y="180013"/>
                    </a:cubicBezTo>
                    <a:lnTo>
                      <a:pt x="769528" y="425472"/>
                    </a:lnTo>
                    <a:cubicBezTo>
                      <a:pt x="764861" y="436044"/>
                      <a:pt x="765718" y="448236"/>
                      <a:pt x="771814" y="458047"/>
                    </a:cubicBezTo>
                    <a:lnTo>
                      <a:pt x="912879" y="686076"/>
                    </a:lnTo>
                    <a:cubicBezTo>
                      <a:pt x="928215" y="710841"/>
                      <a:pt x="908498" y="742369"/>
                      <a:pt x="879447" y="739511"/>
                    </a:cubicBezTo>
                    <a:lnTo>
                      <a:pt x="612652" y="712746"/>
                    </a:lnTo>
                    <a:cubicBezTo>
                      <a:pt x="601126" y="711603"/>
                      <a:pt x="589792" y="716175"/>
                      <a:pt x="582362" y="725033"/>
                    </a:cubicBezTo>
                    <a:lnTo>
                      <a:pt x="409102" y="929630"/>
                    </a:lnTo>
                    <a:cubicBezTo>
                      <a:pt x="390243" y="951823"/>
                      <a:pt x="354143" y="942870"/>
                      <a:pt x="347952" y="914390"/>
                    </a:cubicBezTo>
                    <a:lnTo>
                      <a:pt x="290992" y="652357"/>
                    </a:lnTo>
                    <a:cubicBezTo>
                      <a:pt x="288516" y="641023"/>
                      <a:pt x="280705" y="631688"/>
                      <a:pt x="269942" y="627307"/>
                    </a:cubicBezTo>
                    <a:lnTo>
                      <a:pt x="21816" y="525675"/>
                    </a:lnTo>
                    <a:cubicBezTo>
                      <a:pt x="-5140" y="514626"/>
                      <a:pt x="-7712" y="477478"/>
                      <a:pt x="17434" y="462810"/>
                    </a:cubicBezTo>
                    <a:lnTo>
                      <a:pt x="248987" y="327650"/>
                    </a:lnTo>
                    <a:cubicBezTo>
                      <a:pt x="258988" y="321840"/>
                      <a:pt x="265465" y="311457"/>
                      <a:pt x="266323" y="299932"/>
                    </a:cubicBezTo>
                    <a:lnTo>
                      <a:pt x="286230" y="32566"/>
                    </a:lnTo>
                    <a:cubicBezTo>
                      <a:pt x="288516" y="3514"/>
                      <a:pt x="322996" y="-10392"/>
                      <a:pt x="344713" y="8944"/>
                    </a:cubicBezTo>
                    <a:close/>
                  </a:path>
                </a:pathLst>
              </a:custGeom>
              <a:noFill/>
              <a:ln w="19050" cap="flat">
                <a:solidFill>
                  <a:srgbClr val="FFFFFF"/>
                </a:solidFill>
                <a:prstDash val="solid"/>
              </a:ln>
            </p:spPr>
            <p:txBody>
              <a:bodyPr vert="horz" lIns="91440" tIns="45720" rIns="91440" bIns="45720" anchor="ctr">
                <a:normAutofit/>
              </a:bodyPr>
              <a:lstStyle/>
              <a:p>
                <a:pPr marL="0" algn="l"/>
                <a:endParaRPr/>
              </a:p>
            </p:txBody>
          </p:sp>
          <p:sp>
            <p:nvSpPr>
              <p:cNvPr id="81" name="Freeform 81"/>
              <p:cNvSpPr/>
              <p:nvPr/>
            </p:nvSpPr>
            <p:spPr>
              <a:xfrm>
                <a:off x="2573924" y="2400014"/>
                <a:ext cx="494489" cy="1314545"/>
              </a:xfrm>
              <a:custGeom>
                <a:avLst/>
                <a:gdLst/>
                <a:ahLst/>
                <a:cxnLst/>
                <a:rect l="l" t="t" r="r" b="b"/>
                <a:pathLst>
                  <a:path w="494489" h="1314545">
                    <a:moveTo>
                      <a:pt x="217091" y="0"/>
                    </a:moveTo>
                    <a:cubicBezTo>
                      <a:pt x="733537" y="224600"/>
                      <a:pt x="425308" y="828104"/>
                      <a:pt x="126128" y="859917"/>
                    </a:cubicBezTo>
                    <a:cubicBezTo>
                      <a:pt x="-173053" y="891731"/>
                      <a:pt x="128128" y="444151"/>
                      <a:pt x="327677" y="856679"/>
                    </a:cubicBezTo>
                    <a:cubicBezTo>
                      <a:pt x="449406" y="1108234"/>
                      <a:pt x="254239" y="1314545"/>
                      <a:pt x="254239" y="1314545"/>
                    </a:cubicBezTo>
                  </a:path>
                </a:pathLst>
              </a:custGeom>
              <a:noFill/>
              <a:ln w="19050" cap="flat">
                <a:solidFill>
                  <a:srgbClr val="FFFFFF"/>
                </a:solidFill>
                <a:prstDash val="solid"/>
              </a:ln>
            </p:spPr>
            <p:txBody>
              <a:bodyPr vert="horz" lIns="91440" tIns="45720" rIns="91440" bIns="45720" anchor="ctr">
                <a:normAutofit/>
              </a:bodyPr>
              <a:lstStyle/>
              <a:p>
                <a:pPr marL="0" algn="l"/>
                <a:endParaRPr/>
              </a:p>
            </p:txBody>
          </p:sp>
          <p:sp>
            <p:nvSpPr>
              <p:cNvPr id="82" name="Freeform 82"/>
              <p:cNvSpPr/>
              <p:nvPr/>
            </p:nvSpPr>
            <p:spPr>
              <a:xfrm>
                <a:off x="2833592" y="3809809"/>
                <a:ext cx="917878" cy="566356"/>
              </a:xfrm>
              <a:custGeom>
                <a:avLst/>
                <a:gdLst/>
                <a:ahLst/>
                <a:cxnLst/>
                <a:rect l="l" t="t" r="r" b="b"/>
                <a:pathLst>
                  <a:path w="917878" h="566356">
                    <a:moveTo>
                      <a:pt x="0" y="566357"/>
                    </a:moveTo>
                    <a:cubicBezTo>
                      <a:pt x="6191" y="547878"/>
                      <a:pt x="116967" y="0"/>
                      <a:pt x="560165" y="0"/>
                    </a:cubicBezTo>
                    <a:cubicBezTo>
                      <a:pt x="1003363" y="0"/>
                      <a:pt x="966502" y="369380"/>
                      <a:pt x="812578" y="320135"/>
                    </a:cubicBezTo>
                  </a:path>
                </a:pathLst>
              </a:custGeom>
              <a:noFill/>
              <a:ln w="19050" cap="flat">
                <a:solidFill>
                  <a:srgbClr val="FFFFFF"/>
                </a:solidFill>
                <a:prstDash val="solid"/>
              </a:ln>
            </p:spPr>
            <p:txBody>
              <a:bodyPr vert="horz" lIns="91440" tIns="45720" rIns="91440" bIns="45720" anchor="ctr">
                <a:normAutofit/>
              </a:bodyPr>
              <a:lstStyle/>
              <a:p>
                <a:pPr marL="0" algn="l"/>
                <a:endParaRPr/>
              </a:p>
            </p:txBody>
          </p:sp>
        </p:grpSp>
      </p:grpSp>
      <p:sp>
        <p:nvSpPr>
          <p:cNvPr id="83" name="AutoShape 83"/>
          <p:cNvSpPr>
            <a:spLocks noGrp="1"/>
          </p:cNvSpPr>
          <p:nvPr>
            <p:ph type="title"/>
          </p:nvPr>
        </p:nvSpPr>
        <p:spPr>
          <a:xfrm>
            <a:off x="660402" y="1724212"/>
            <a:ext cx="10858498" cy="1886854"/>
          </a:xfrm>
          <a:prstGeom prst="rect">
            <a:avLst/>
          </a:prstGeom>
        </p:spPr>
        <p:txBody>
          <a:bodyPr vert="horz" lIns="91440" tIns="45720" rIns="91440" bIns="45720" anchor="b">
            <a:normAutofit/>
          </a:bodyPr>
          <a:lstStyle/>
          <a:p>
            <a:pPr algn="ctr">
              <a:lnSpc>
                <a:spcPct val="100000"/>
              </a:lnSpc>
              <a:spcBef>
                <a:spcPct val="0"/>
              </a:spcBef>
              <a:buNone/>
            </a:pPr>
            <a:r>
              <a:rPr lang="en-US" sz="5400" b="1" i="0" u="none" baseline="0">
                <a:solidFill>
                  <a:srgbClr val="000000"/>
                </a:solidFill>
                <a:latin typeface="Arial"/>
                <a:ea typeface="Arial"/>
              </a:rPr>
              <a:t>Click to add title</a:t>
            </a:r>
          </a:p>
        </p:txBody>
      </p:sp>
      <p:sp>
        <p:nvSpPr>
          <p:cNvPr id="84" name="AutoShape 84"/>
          <p:cNvSpPr>
            <a:spLocks noGrp="1"/>
          </p:cNvSpPr>
          <p:nvPr>
            <p:ph type="body" sz="quarter" idx="1"/>
          </p:nvPr>
        </p:nvSpPr>
        <p:spPr>
          <a:xfrm>
            <a:off x="660402" y="3622918"/>
            <a:ext cx="10858498" cy="1466851"/>
          </a:xfrm>
          <a:prstGeom prst="rect">
            <a:avLst/>
          </a:prstGeom>
        </p:spPr>
        <p:txBody>
          <a:bodyPr vert="horz" lIns="91440" tIns="45720" rIns="91440" bIns="45720" anchor="t">
            <a:normAutofit/>
          </a:bodyPr>
          <a:lstStyle/>
          <a:p>
            <a:pPr marL="0" indent="0" algn="ctr">
              <a:lnSpc>
                <a:spcPct val="120000"/>
              </a:lnSpc>
              <a:spcBef>
                <a:spcPts val="1000"/>
              </a:spcBef>
              <a:buNone/>
            </a:pPr>
            <a:r>
              <a:rPr lang="en-US" sz="2000" b="0" i="0" u="none" baseline="0">
                <a:solidFill>
                  <a:srgbClr val="000000"/>
                </a:solidFill>
                <a:latin typeface="Arial"/>
                <a:ea typeface="Arial"/>
              </a:rPr>
              <a:t>Click to add text</a:t>
            </a:r>
          </a:p>
        </p:txBody>
      </p:sp>
      <p:sp>
        <p:nvSpPr>
          <p:cNvPr id="85" name="AutoShape 85"/>
          <p:cNvSpPr>
            <a:spLocks noGrp="1"/>
          </p:cNvSpPr>
          <p:nvPr>
            <p:ph type="ftr" sz="quarter" idx="11"/>
          </p:nvPr>
        </p:nvSpPr>
        <p:spPr>
          <a:xfrm>
            <a:off x="660399" y="6409690"/>
            <a:ext cx="3657600" cy="274320"/>
          </a:xfrm>
        </p:spPr>
        <p:txBody>
          <a:bodyPr vert="horz" lIns="91440" tIns="45720" rIns="91440" bIns="45720" anchor="ctr">
            <a:normAutofit/>
          </a:bodyPr>
          <a:lstStyle/>
          <a:p>
            <a:pPr marL="0" algn="l">
              <a:buNone/>
            </a:pPr>
            <a:r>
              <a:rPr lang="af-ZA" sz="1200" b="0" i="0" u="none" baseline="0">
                <a:solidFill>
                  <a:srgbClr val="FFFFFF"/>
                </a:solidFill>
                <a:latin typeface="Arial"/>
                <a:ea typeface="Arial"/>
              </a:rPr>
              <a:t>OfficePLUS</a:t>
            </a:r>
          </a:p>
        </p:txBody>
      </p:sp>
      <p:sp>
        <p:nvSpPr>
          <p:cNvPr id="86" name="AutoShape 86"/>
          <p:cNvSpPr>
            <a:spLocks noGrp="1"/>
          </p:cNvSpPr>
          <p:nvPr>
            <p:ph type="sldNum" sz="quarter" idx="12"/>
          </p:nvPr>
        </p:nvSpPr>
        <p:spPr>
          <a:xfrm>
            <a:off x="7861300" y="6409690"/>
            <a:ext cx="3657600" cy="274320"/>
          </a:xfrm>
        </p:spPr>
        <p:txBody>
          <a:bodyPr vert="horz" lIns="91440" tIns="45720" rIns="91440" bIns="45720" anchor="ctr">
            <a:normAutofit/>
          </a:bodyPr>
          <a:lstStyle/>
          <a:p>
            <a:pPr marL="0" algn="r">
              <a:buNone/>
            </a:pPr>
            <a:fld id="{3386411A-70EE-422D-B97C-F56BEE3FF077}" type="slidenum">
              <a:rPr lang="en-US" sz="1200" b="0" i="0" u="none" baseline="0">
                <a:solidFill>
                  <a:srgbClr val="FFFFFF"/>
                </a:solidFill>
                <a:latin typeface="Arial"/>
                <a:ea typeface="Arial"/>
              </a:rPr>
              <a:t>‹#›</a:t>
            </a:fld>
            <a:endParaRPr lang="en-US" sz="1200" b="0" i="0" u="none" baseline="0">
              <a:solidFill>
                <a:srgbClr val="FFFFFF"/>
              </a:solidFill>
              <a:latin typeface="Arial"/>
              <a:ea typeface="Arial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bg>
      <p:bgPr>
        <a:gradFill>
          <a:gsLst>
            <a:gs pos="0">
              <a:srgbClr val="FFC717">
                <a:lumMod val="40000"/>
                <a:lumOff val="60000"/>
              </a:srgbClr>
            </a:gs>
            <a:gs pos="100000">
              <a:srgbClr val="FFC717">
                <a:alpha val="0"/>
                <a:lumMod val="20000"/>
                <a:lumOff val="80000"/>
              </a:srgbClr>
            </a:gs>
          </a:gsLst>
          <a:lin ang="162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title"/>
          </p:nvPr>
        </p:nvSpPr>
        <p:spPr>
          <a:xfrm>
            <a:off x="660400" y="128587"/>
            <a:ext cx="10858500" cy="900112"/>
          </a:xfrm>
        </p:spPr>
        <p:txBody>
          <a:bodyPr vert="horz" lIns="91440" tIns="45720" rIns="91440" bIns="45720" anchor="b">
            <a:norm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buNone/>
            </a:pPr>
            <a:r>
              <a:rPr lang="en-US" sz="2800" b="1" i="0" u="none" baseline="0">
                <a:solidFill>
                  <a:srgbClr val="000000"/>
                </a:solidFill>
                <a:latin typeface="Arial"/>
                <a:ea typeface="Arial"/>
              </a:rPr>
              <a:t>Click to add title</a:t>
            </a:r>
          </a:p>
        </p:txBody>
      </p:sp>
      <p:sp>
        <p:nvSpPr>
          <p:cNvPr id="3" name="AutoShape 3"/>
          <p:cNvSpPr>
            <a:spLocks noGrp="1"/>
          </p:cNvSpPr>
          <p:nvPr>
            <p:ph type="dt" sz="half" idx="10"/>
          </p:nvPr>
        </p:nvSpPr>
        <p:spPr>
          <a:xfrm>
            <a:off x="4718050" y="6409690"/>
            <a:ext cx="2743200" cy="274320"/>
          </a:xfrm>
        </p:spPr>
        <p:txBody>
          <a:bodyPr vert="horz" lIns="91440" tIns="45720" rIns="91440" bIns="45720" anchor="ctr">
            <a:normAutofit/>
          </a:bodyPr>
          <a:lstStyle/>
          <a:p>
            <a:pPr marL="0" algn="ctr">
              <a:buNone/>
            </a:pPr>
            <a:endParaRPr/>
          </a:p>
        </p:txBody>
      </p:sp>
      <p:sp>
        <p:nvSpPr>
          <p:cNvPr id="4" name="AutoShape 4"/>
          <p:cNvSpPr>
            <a:spLocks noGrp="1"/>
          </p:cNvSpPr>
          <p:nvPr>
            <p:ph type="ftr" sz="quarter" idx="11"/>
          </p:nvPr>
        </p:nvSpPr>
        <p:spPr>
          <a:xfrm>
            <a:off x="660399" y="6409690"/>
            <a:ext cx="3657600" cy="274320"/>
          </a:xfrm>
        </p:spPr>
        <p:txBody>
          <a:bodyPr vert="horz" lIns="91440" tIns="45720" rIns="91440" bIns="45720" anchor="ctr">
            <a:normAutofit/>
          </a:bodyPr>
          <a:lstStyle/>
          <a:p>
            <a:pPr marL="0" algn="l">
              <a:buNone/>
            </a:pPr>
            <a:endParaRPr/>
          </a:p>
        </p:txBody>
      </p:sp>
      <p:sp>
        <p:nvSpPr>
          <p:cNvPr id="5" name="AutoShape 5"/>
          <p:cNvSpPr>
            <a:spLocks noGrp="1"/>
          </p:cNvSpPr>
          <p:nvPr>
            <p:ph type="sldNum" sz="quarter" idx="12"/>
          </p:nvPr>
        </p:nvSpPr>
        <p:spPr>
          <a:xfrm>
            <a:off x="7861300" y="6409690"/>
            <a:ext cx="3657600" cy="274320"/>
          </a:xfrm>
        </p:spPr>
        <p:txBody>
          <a:bodyPr vert="horz" lIns="91440" tIns="45720" rIns="91440" bIns="45720" anchor="ctr">
            <a:normAutofit/>
          </a:bodyPr>
          <a:lstStyle/>
          <a:p>
            <a:pPr marL="0" algn="r">
              <a:buNone/>
            </a:pPr>
            <a:fld id="{3386411A-70EE-422D-B97C-F56BEE3FF077}" type="slidenum">
              <a:rPr lang="en-US" sz="1200" b="0" i="0" u="none" baseline="0">
                <a:solidFill>
                  <a:srgbClr val="000000">
                    <a:tint val="75000"/>
                  </a:srgbClr>
                </a:solidFill>
                <a:latin typeface="Arial"/>
                <a:ea typeface="Arial"/>
              </a:rPr>
              <a:t>‹#›</a:t>
            </a:fld>
            <a:endParaRPr lang="en-US" sz="1200" b="0" i="0" u="none" baseline="0">
              <a:solidFill>
                <a:srgbClr val="000000">
                  <a:tint val="75000"/>
                </a:srgbClr>
              </a:solidFill>
              <a:latin typeface="Arial"/>
              <a:ea typeface="Arial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losing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2192001" cy="6858571"/>
            <a:chOff x="0" y="0"/>
            <a:chExt cx="12192001" cy="6858571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2192000" cy="6858000"/>
            </a:xfrm>
            <a:custGeom>
              <a:avLst/>
              <a:gdLst/>
              <a:ahLst/>
              <a:cxnLst/>
              <a:rect l="l" t="t" r="r" b="b"/>
              <a:pathLst>
                <a:path w="12192000" h="6858000">
                  <a:moveTo>
                    <a:pt x="0" y="0"/>
                  </a:moveTo>
                  <a:lnTo>
                    <a:pt x="12192000" y="0"/>
                  </a:lnTo>
                  <a:lnTo>
                    <a:pt x="12192000" y="6858000"/>
                  </a:lnTo>
                  <a:lnTo>
                    <a:pt x="0" y="6858000"/>
                  </a:lnTo>
                  <a:close/>
                </a:path>
              </a:pathLst>
            </a:custGeom>
            <a:solidFill>
              <a:srgbClr val="FFDA80"/>
            </a:solidFill>
            <a:ln cap="flat">
              <a:prstDash val="solid"/>
            </a:ln>
          </p:spPr>
          <p:txBody>
            <a:bodyPr vert="horz" lIns="91440" tIns="45720" rIns="91440" bIns="45720" anchor="ctr">
              <a:normAutofit/>
            </a:bodyPr>
            <a:lstStyle/>
            <a:p>
              <a:pPr marL="0" algn="l"/>
              <a:endParaRPr/>
            </a:p>
          </p:txBody>
        </p:sp>
        <p:sp>
          <p:nvSpPr>
            <p:cNvPr id="4" name="Freeform 4"/>
            <p:cNvSpPr/>
            <p:nvPr/>
          </p:nvSpPr>
          <p:spPr>
            <a:xfrm>
              <a:off x="8345837" y="3457662"/>
              <a:ext cx="1498663" cy="1393126"/>
            </a:xfrm>
            <a:custGeom>
              <a:avLst/>
              <a:gdLst/>
              <a:ahLst/>
              <a:cxnLst/>
              <a:rect l="l" t="t" r="r" b="b"/>
              <a:pathLst>
                <a:path w="1498663" h="1393126">
                  <a:moveTo>
                    <a:pt x="1498663" y="696563"/>
                  </a:moveTo>
                  <a:cubicBezTo>
                    <a:pt x="1498663" y="1081265"/>
                    <a:pt x="1163176" y="1393127"/>
                    <a:pt x="749332" y="1393127"/>
                  </a:cubicBezTo>
                  <a:cubicBezTo>
                    <a:pt x="335487" y="1393127"/>
                    <a:pt x="0" y="1081265"/>
                    <a:pt x="0" y="696563"/>
                  </a:cubicBezTo>
                  <a:cubicBezTo>
                    <a:pt x="0" y="311862"/>
                    <a:pt x="335487" y="0"/>
                    <a:pt x="749332" y="0"/>
                  </a:cubicBezTo>
                  <a:cubicBezTo>
                    <a:pt x="1163176" y="0"/>
                    <a:pt x="1498663" y="311862"/>
                    <a:pt x="1498663" y="696563"/>
                  </a:cubicBezTo>
                  <a:close/>
                </a:path>
              </a:pathLst>
            </a:custGeom>
            <a:solidFill>
              <a:srgbClr val="FFE592"/>
            </a:solidFill>
            <a:ln cap="flat">
              <a:prstDash val="solid"/>
            </a:ln>
          </p:spPr>
          <p:txBody>
            <a:bodyPr vert="horz" lIns="91440" tIns="45720" rIns="91440" bIns="45720" anchor="ctr">
              <a:normAutofit/>
            </a:bodyPr>
            <a:lstStyle/>
            <a:p>
              <a:pPr marL="0" algn="l"/>
              <a:endParaRPr/>
            </a:p>
          </p:txBody>
        </p:sp>
        <p:sp>
          <p:nvSpPr>
            <p:cNvPr id="5" name="Freeform 5"/>
            <p:cNvSpPr/>
            <p:nvPr/>
          </p:nvSpPr>
          <p:spPr>
            <a:xfrm>
              <a:off x="6444322" y="2105026"/>
              <a:ext cx="5747679" cy="4752975"/>
            </a:xfrm>
            <a:custGeom>
              <a:avLst/>
              <a:gdLst/>
              <a:ahLst/>
              <a:cxnLst/>
              <a:rect l="l" t="t" r="r" b="b"/>
              <a:pathLst>
                <a:path w="5747679" h="4752975">
                  <a:moveTo>
                    <a:pt x="4311133" y="403"/>
                  </a:moveTo>
                  <a:cubicBezTo>
                    <a:pt x="4697936" y="9349"/>
                    <a:pt x="5133063" y="166873"/>
                    <a:pt x="5503933" y="420166"/>
                  </a:cubicBezTo>
                  <a:cubicBezTo>
                    <a:pt x="5571364" y="466220"/>
                    <a:pt x="5631039" y="511608"/>
                    <a:pt x="5683851" y="556204"/>
                  </a:cubicBezTo>
                  <a:lnTo>
                    <a:pt x="5747679" y="616599"/>
                  </a:lnTo>
                  <a:lnTo>
                    <a:pt x="5747679" y="4752975"/>
                  </a:lnTo>
                  <a:lnTo>
                    <a:pt x="0" y="4752975"/>
                  </a:lnTo>
                  <a:lnTo>
                    <a:pt x="31482" y="4554509"/>
                  </a:lnTo>
                  <a:cubicBezTo>
                    <a:pt x="129078" y="4130452"/>
                    <a:pt x="416846" y="3732617"/>
                    <a:pt x="1087858" y="3545129"/>
                  </a:cubicBezTo>
                  <a:cubicBezTo>
                    <a:pt x="2877224" y="3045161"/>
                    <a:pt x="4012794" y="4125201"/>
                    <a:pt x="3407481" y="1941118"/>
                  </a:cubicBezTo>
                  <a:cubicBezTo>
                    <a:pt x="3010369" y="507752"/>
                    <a:pt x="3572691" y="-16677"/>
                    <a:pt x="4311133" y="403"/>
                  </a:cubicBezTo>
                  <a:close/>
                </a:path>
              </a:pathLst>
            </a:custGeom>
            <a:solidFill>
              <a:srgbClr val="FFCB48"/>
            </a:solidFill>
            <a:ln cap="flat">
              <a:prstDash val="solid"/>
            </a:ln>
          </p:spPr>
          <p:txBody>
            <a:bodyPr vert="horz" lIns="91440" tIns="45720" rIns="91440" bIns="45720" anchor="ctr">
              <a:normAutofit/>
            </a:bodyPr>
            <a:lstStyle/>
            <a:p>
              <a:pPr marL="0" algn="l"/>
              <a:endParaRPr/>
            </a:p>
          </p:txBody>
        </p:sp>
        <p:grpSp>
          <p:nvGrpSpPr>
            <p:cNvPr id="6" name="Group 6"/>
            <p:cNvGrpSpPr/>
            <p:nvPr/>
          </p:nvGrpSpPr>
          <p:grpSpPr>
            <a:xfrm>
              <a:off x="10211480" y="343483"/>
              <a:ext cx="1636369" cy="1427246"/>
              <a:chOff x="10634688" y="-6006744"/>
              <a:chExt cx="1636369" cy="1427246"/>
            </a:xfrm>
            <a:solidFill>
              <a:srgbClr val="FFCB48"/>
            </a:solidFill>
          </p:grpSpPr>
          <p:sp>
            <p:nvSpPr>
              <p:cNvPr id="7" name="Freeform 7"/>
              <p:cNvSpPr/>
              <p:nvPr/>
            </p:nvSpPr>
            <p:spPr>
              <a:xfrm>
                <a:off x="11690794" y="-6006744"/>
                <a:ext cx="580263" cy="638175"/>
              </a:xfrm>
              <a:custGeom>
                <a:avLst/>
                <a:gdLst/>
                <a:ahLst/>
                <a:cxnLst/>
                <a:rect l="l" t="t" r="r" b="b"/>
                <a:pathLst>
                  <a:path w="580263" h="638175">
                    <a:moveTo>
                      <a:pt x="580263" y="319088"/>
                    </a:moveTo>
                    <a:cubicBezTo>
                      <a:pt x="580263" y="495315"/>
                      <a:pt x="450367" y="638175"/>
                      <a:pt x="290131" y="638175"/>
                    </a:cubicBezTo>
                    <a:cubicBezTo>
                      <a:pt x="129896" y="638175"/>
                      <a:pt x="-1" y="495315"/>
                      <a:pt x="-1" y="319088"/>
                    </a:cubicBezTo>
                    <a:cubicBezTo>
                      <a:pt x="-1" y="142860"/>
                      <a:pt x="129896" y="0"/>
                      <a:pt x="290131" y="0"/>
                    </a:cubicBezTo>
                    <a:cubicBezTo>
                      <a:pt x="450366" y="0"/>
                      <a:pt x="580263" y="142860"/>
                      <a:pt x="580263" y="319088"/>
                    </a:cubicBezTo>
                    <a:close/>
                  </a:path>
                </a:pathLst>
              </a:custGeom>
              <a:solidFill>
                <a:srgbClr val="FFCB48"/>
              </a:solidFill>
              <a:ln cap="flat">
                <a:prstDash val="solid"/>
              </a:ln>
            </p:spPr>
            <p:txBody>
              <a:bodyPr vert="horz" lIns="91440" tIns="45720" rIns="91440" bIns="45720" anchor="ctr">
                <a:normAutofit/>
              </a:bodyPr>
              <a:lstStyle/>
              <a:p>
                <a:pPr marL="0" algn="l"/>
                <a:endParaRPr/>
              </a:p>
            </p:txBody>
          </p:sp>
          <p:sp>
            <p:nvSpPr>
              <p:cNvPr id="8" name="Freeform 8"/>
              <p:cNvSpPr/>
              <p:nvPr/>
            </p:nvSpPr>
            <p:spPr>
              <a:xfrm>
                <a:off x="10634688" y="-5146806"/>
                <a:ext cx="602932" cy="567308"/>
              </a:xfrm>
              <a:custGeom>
                <a:avLst/>
                <a:gdLst/>
                <a:ahLst/>
                <a:cxnLst/>
                <a:rect l="l" t="t" r="r" b="b"/>
                <a:pathLst>
                  <a:path w="602932" h="567308">
                    <a:moveTo>
                      <a:pt x="602933" y="283655"/>
                    </a:moveTo>
                    <a:cubicBezTo>
                      <a:pt x="602933" y="440313"/>
                      <a:pt x="467961" y="567309"/>
                      <a:pt x="301466" y="567309"/>
                    </a:cubicBezTo>
                    <a:cubicBezTo>
                      <a:pt x="134971" y="567309"/>
                      <a:pt x="0" y="440313"/>
                      <a:pt x="0" y="283655"/>
                    </a:cubicBezTo>
                    <a:cubicBezTo>
                      <a:pt x="0" y="126996"/>
                      <a:pt x="134971" y="0"/>
                      <a:pt x="301466" y="0"/>
                    </a:cubicBezTo>
                    <a:cubicBezTo>
                      <a:pt x="467961" y="0"/>
                      <a:pt x="602933" y="126996"/>
                      <a:pt x="602933" y="283655"/>
                    </a:cubicBezTo>
                    <a:close/>
                  </a:path>
                </a:pathLst>
              </a:custGeom>
              <a:solidFill>
                <a:srgbClr val="FFCB48"/>
              </a:solidFill>
              <a:ln cap="flat">
                <a:prstDash val="solid"/>
              </a:ln>
            </p:spPr>
            <p:txBody>
              <a:bodyPr vert="horz" lIns="91440" tIns="45720" rIns="91440" bIns="45720" anchor="ctr">
                <a:normAutofit/>
              </a:bodyPr>
              <a:lstStyle/>
              <a:p>
                <a:pPr marL="0" algn="l"/>
                <a:endParaRPr/>
              </a:p>
            </p:txBody>
          </p:sp>
        </p:grpSp>
        <p:sp>
          <p:nvSpPr>
            <p:cNvPr id="9" name="Freeform 9"/>
            <p:cNvSpPr/>
            <p:nvPr/>
          </p:nvSpPr>
          <p:spPr>
            <a:xfrm>
              <a:off x="9021055" y="2844684"/>
              <a:ext cx="341233" cy="341233"/>
            </a:xfrm>
            <a:custGeom>
              <a:avLst/>
              <a:gdLst/>
              <a:ahLst/>
              <a:cxnLst/>
              <a:rect l="l" t="t" r="r" b="b"/>
              <a:pathLst>
                <a:path w="341233" h="341233">
                  <a:moveTo>
                    <a:pt x="14073" y="189333"/>
                  </a:moveTo>
                  <a:cubicBezTo>
                    <a:pt x="95607" y="213241"/>
                    <a:pt x="127992" y="245626"/>
                    <a:pt x="151900" y="327160"/>
                  </a:cubicBezTo>
                  <a:cubicBezTo>
                    <a:pt x="157424" y="345924"/>
                    <a:pt x="183809" y="345924"/>
                    <a:pt x="189333" y="327160"/>
                  </a:cubicBezTo>
                  <a:cubicBezTo>
                    <a:pt x="213241" y="245626"/>
                    <a:pt x="245626" y="213241"/>
                    <a:pt x="327160" y="189333"/>
                  </a:cubicBezTo>
                  <a:cubicBezTo>
                    <a:pt x="345924" y="183809"/>
                    <a:pt x="345924" y="157424"/>
                    <a:pt x="327160" y="151900"/>
                  </a:cubicBezTo>
                  <a:cubicBezTo>
                    <a:pt x="245626" y="127992"/>
                    <a:pt x="213241" y="95607"/>
                    <a:pt x="189333" y="14073"/>
                  </a:cubicBezTo>
                  <a:cubicBezTo>
                    <a:pt x="183809" y="-4691"/>
                    <a:pt x="157424" y="-4691"/>
                    <a:pt x="151900" y="14073"/>
                  </a:cubicBezTo>
                  <a:cubicBezTo>
                    <a:pt x="127992" y="95607"/>
                    <a:pt x="95607" y="127992"/>
                    <a:pt x="14073" y="151900"/>
                  </a:cubicBezTo>
                  <a:cubicBezTo>
                    <a:pt x="-4691" y="157424"/>
                    <a:pt x="-4691" y="183809"/>
                    <a:pt x="14073" y="189333"/>
                  </a:cubicBezTo>
                  <a:close/>
                </a:path>
              </a:pathLst>
            </a:custGeom>
            <a:solidFill>
              <a:srgbClr val="FFFFFF"/>
            </a:solidFill>
            <a:ln cap="flat">
              <a:prstDash val="solid"/>
            </a:ln>
          </p:spPr>
          <p:txBody>
            <a:bodyPr vert="horz" lIns="91440" tIns="45720" rIns="91440" bIns="45720" anchor="ctr">
              <a:normAutofit lnSpcReduction="10000"/>
            </a:bodyPr>
            <a:lstStyle/>
            <a:p>
              <a:pPr marL="0" algn="l"/>
              <a:endParaRPr/>
            </a:p>
          </p:txBody>
        </p:sp>
        <p:grpSp>
          <p:nvGrpSpPr>
            <p:cNvPr id="10" name="Group 10"/>
            <p:cNvGrpSpPr/>
            <p:nvPr/>
          </p:nvGrpSpPr>
          <p:grpSpPr>
            <a:xfrm>
              <a:off x="6856762" y="3892249"/>
              <a:ext cx="5134322" cy="2965751"/>
              <a:chOff x="5365315" y="-5239314"/>
              <a:chExt cx="6253564" cy="3612261"/>
            </a:xfrm>
          </p:grpSpPr>
          <p:grpSp>
            <p:nvGrpSpPr>
              <p:cNvPr id="11" name="Group 11"/>
              <p:cNvGrpSpPr/>
              <p:nvPr/>
            </p:nvGrpSpPr>
            <p:grpSpPr>
              <a:xfrm>
                <a:off x="5365315" y="-2645085"/>
                <a:ext cx="6253564" cy="1018032"/>
                <a:chOff x="5365315" y="-2645085"/>
                <a:chExt cx="6253564" cy="1018032"/>
              </a:xfrm>
            </p:grpSpPr>
            <p:grpSp>
              <p:nvGrpSpPr>
                <p:cNvPr id="12" name="Group 12"/>
                <p:cNvGrpSpPr/>
                <p:nvPr/>
              </p:nvGrpSpPr>
              <p:grpSpPr>
                <a:xfrm>
                  <a:off x="5365315" y="-2645085"/>
                  <a:ext cx="6253564" cy="1018032"/>
                  <a:chOff x="5365315" y="-2645085"/>
                  <a:chExt cx="6253564" cy="1018032"/>
                </a:xfrm>
              </p:grpSpPr>
              <p:sp>
                <p:nvSpPr>
                  <p:cNvPr id="13" name="Freeform 13"/>
                  <p:cNvSpPr/>
                  <p:nvPr/>
                </p:nvSpPr>
                <p:spPr>
                  <a:xfrm>
                    <a:off x="5365315" y="-2645085"/>
                    <a:ext cx="1917594" cy="1017936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917594" h="1017936">
                        <a:moveTo>
                          <a:pt x="1917594" y="1017937"/>
                        </a:moveTo>
                        <a:lnTo>
                          <a:pt x="210524" y="1017937"/>
                        </a:lnTo>
                        <a:cubicBezTo>
                          <a:pt x="-263155" y="459486"/>
                          <a:pt x="210524" y="0"/>
                          <a:pt x="210524" y="0"/>
                        </a:cubicBezTo>
                        <a:lnTo>
                          <a:pt x="1917594" y="0"/>
                        </a:lnTo>
                        <a:cubicBezTo>
                          <a:pt x="1917594" y="0"/>
                          <a:pt x="1443916" y="459486"/>
                          <a:pt x="1917594" y="1017937"/>
                        </a:cubicBezTo>
                        <a:close/>
                      </a:path>
                    </a:pathLst>
                  </a:custGeom>
                  <a:solidFill>
                    <a:srgbClr val="FF5900"/>
                  </a:solidFill>
                  <a:ln cap="flat">
                    <a:prstDash val="solid"/>
                  </a:ln>
                </p:spPr>
                <p:txBody>
                  <a:bodyPr vert="horz" lIns="91440" tIns="45720" rIns="91440" bIns="45720" anchor="ctr">
                    <a:normAutofit/>
                  </a:bodyPr>
                  <a:lstStyle/>
                  <a:p>
                    <a:pPr marL="0" algn="l"/>
                    <a:endParaRPr/>
                  </a:p>
                </p:txBody>
              </p:sp>
              <p:sp>
                <p:nvSpPr>
                  <p:cNvPr id="14" name="Freeform 14"/>
                  <p:cNvSpPr/>
                  <p:nvPr/>
                </p:nvSpPr>
                <p:spPr>
                  <a:xfrm>
                    <a:off x="7072386" y="-2644990"/>
                    <a:ext cx="4546494" cy="1017936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546494" h="1017936">
                        <a:moveTo>
                          <a:pt x="156707" y="348996"/>
                        </a:moveTo>
                        <a:cubicBezTo>
                          <a:pt x="102224" y="528542"/>
                          <a:pt x="141848" y="708565"/>
                          <a:pt x="274341" y="884968"/>
                        </a:cubicBezTo>
                        <a:lnTo>
                          <a:pt x="4480010" y="884968"/>
                        </a:lnTo>
                        <a:cubicBezTo>
                          <a:pt x="4516681" y="884968"/>
                          <a:pt x="4546495" y="914686"/>
                          <a:pt x="4546495" y="951452"/>
                        </a:cubicBezTo>
                        <a:lnTo>
                          <a:pt x="4546495" y="951452"/>
                        </a:lnTo>
                        <a:cubicBezTo>
                          <a:pt x="4546495" y="988124"/>
                          <a:pt x="4516777" y="1017937"/>
                          <a:pt x="4480010" y="1017937"/>
                        </a:cubicBezTo>
                        <a:lnTo>
                          <a:pt x="210524" y="1017937"/>
                        </a:lnTo>
                        <a:cubicBezTo>
                          <a:pt x="-263155" y="459486"/>
                          <a:pt x="210524" y="0"/>
                          <a:pt x="210524" y="0"/>
                        </a:cubicBezTo>
                        <a:lnTo>
                          <a:pt x="4480010" y="0"/>
                        </a:lnTo>
                        <a:cubicBezTo>
                          <a:pt x="4516681" y="0"/>
                          <a:pt x="4546495" y="29718"/>
                          <a:pt x="4546495" y="66485"/>
                        </a:cubicBezTo>
                        <a:lnTo>
                          <a:pt x="4546495" y="66485"/>
                        </a:lnTo>
                        <a:cubicBezTo>
                          <a:pt x="4546495" y="103156"/>
                          <a:pt x="4516777" y="132969"/>
                          <a:pt x="4480010" y="132969"/>
                        </a:cubicBezTo>
                        <a:lnTo>
                          <a:pt x="270817" y="132969"/>
                        </a:lnTo>
                        <a:cubicBezTo>
                          <a:pt x="237384" y="175355"/>
                          <a:pt x="186330" y="251365"/>
                          <a:pt x="156707" y="348996"/>
                        </a:cubicBezTo>
                        <a:close/>
                      </a:path>
                    </a:pathLst>
                  </a:custGeom>
                  <a:solidFill>
                    <a:srgbClr val="FF7402"/>
                  </a:solidFill>
                  <a:ln cap="flat">
                    <a:prstDash val="solid"/>
                  </a:ln>
                </p:spPr>
                <p:txBody>
                  <a:bodyPr vert="horz" lIns="91440" tIns="45720" rIns="91440" bIns="45720" anchor="ctr">
                    <a:normAutofit/>
                  </a:bodyPr>
                  <a:lstStyle/>
                  <a:p>
                    <a:pPr marL="0" algn="l"/>
                    <a:endParaRPr/>
                  </a:p>
                </p:txBody>
              </p:sp>
              <p:sp>
                <p:nvSpPr>
                  <p:cNvPr id="15" name="Freeform 15"/>
                  <p:cNvSpPr/>
                  <p:nvPr/>
                </p:nvSpPr>
                <p:spPr>
                  <a:xfrm>
                    <a:off x="7205406" y="-2512116"/>
                    <a:ext cx="4216211" cy="752093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216211" h="752093">
                        <a:moveTo>
                          <a:pt x="4216211" y="0"/>
                        </a:moveTo>
                        <a:lnTo>
                          <a:pt x="4216211" y="752094"/>
                        </a:lnTo>
                        <a:lnTo>
                          <a:pt x="141321" y="752094"/>
                        </a:lnTo>
                        <a:cubicBezTo>
                          <a:pt x="8828" y="575786"/>
                          <a:pt x="-30796" y="395669"/>
                          <a:pt x="23687" y="216122"/>
                        </a:cubicBezTo>
                        <a:cubicBezTo>
                          <a:pt x="53310" y="118491"/>
                          <a:pt x="104364" y="42481"/>
                          <a:pt x="137797" y="0"/>
                        </a:cubicBezTo>
                        <a:lnTo>
                          <a:pt x="4216211" y="0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 cap="flat">
                    <a:prstDash val="solid"/>
                  </a:ln>
                </p:spPr>
                <p:txBody>
                  <a:bodyPr vert="horz" lIns="91440" tIns="45720" rIns="91440" bIns="45720" anchor="ctr">
                    <a:normAutofit/>
                  </a:bodyPr>
                  <a:lstStyle/>
                  <a:p>
                    <a:pPr marL="0" algn="l"/>
                    <a:endParaRPr/>
                  </a:p>
                </p:txBody>
              </p:sp>
            </p:grpSp>
            <p:sp>
              <p:nvSpPr>
                <p:cNvPr id="16" name="Freeform 16"/>
                <p:cNvSpPr/>
                <p:nvPr/>
              </p:nvSpPr>
              <p:spPr>
                <a:xfrm>
                  <a:off x="7953184" y="-2280945"/>
                  <a:ext cx="3197828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197828" h="9525">
                      <a:moveTo>
                        <a:pt x="3197829" y="0"/>
                      </a:moveTo>
                      <a:lnTo>
                        <a:pt x="0" y="0"/>
                      </a:lnTo>
                    </a:path>
                  </a:pathLst>
                </a:custGeom>
                <a:ln w="19050" cap="rnd">
                  <a:solidFill>
                    <a:srgbClr val="2C0303"/>
                  </a:solidFill>
                  <a:prstDash val="solid"/>
                </a:ln>
              </p:spPr>
              <p:txBody>
                <a:bodyPr vert="horz" lIns="91440" tIns="45720" rIns="91440" bIns="45720" anchor="ctr">
                  <a:normAutofit fontScale="25000" lnSpcReduction="20000"/>
                </a:bodyPr>
                <a:lstStyle/>
                <a:p>
                  <a:pPr marL="0" algn="l"/>
                  <a:endParaRPr/>
                </a:p>
              </p:txBody>
            </p:sp>
            <p:sp>
              <p:nvSpPr>
                <p:cNvPr id="17" name="Freeform 17"/>
                <p:cNvSpPr/>
                <p:nvPr/>
              </p:nvSpPr>
              <p:spPr>
                <a:xfrm>
                  <a:off x="8780144" y="-2143880"/>
                  <a:ext cx="2357723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357723" h="9525">
                      <a:moveTo>
                        <a:pt x="0" y="0"/>
                      </a:moveTo>
                      <a:lnTo>
                        <a:pt x="2357724" y="0"/>
                      </a:lnTo>
                    </a:path>
                  </a:pathLst>
                </a:custGeom>
                <a:ln w="19050" cap="rnd">
                  <a:solidFill>
                    <a:srgbClr val="2C0303"/>
                  </a:solidFill>
                  <a:prstDash val="solid"/>
                </a:ln>
              </p:spPr>
              <p:txBody>
                <a:bodyPr vert="horz" lIns="91440" tIns="45720" rIns="91440" bIns="45720" anchor="ctr">
                  <a:normAutofit fontScale="25000" lnSpcReduction="20000"/>
                </a:bodyPr>
                <a:lstStyle/>
                <a:p>
                  <a:pPr marL="0" algn="l"/>
                  <a:endParaRPr/>
                </a:p>
              </p:txBody>
            </p:sp>
            <p:sp>
              <p:nvSpPr>
                <p:cNvPr id="18" name="Freeform 18"/>
                <p:cNvSpPr/>
                <p:nvPr/>
              </p:nvSpPr>
              <p:spPr>
                <a:xfrm>
                  <a:off x="7527988" y="-1902897"/>
                  <a:ext cx="3761041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761041" h="9525">
                      <a:moveTo>
                        <a:pt x="3761042" y="0"/>
                      </a:moveTo>
                      <a:lnTo>
                        <a:pt x="0" y="0"/>
                      </a:lnTo>
                    </a:path>
                  </a:pathLst>
                </a:custGeom>
                <a:ln w="19050" cap="rnd">
                  <a:solidFill>
                    <a:srgbClr val="2C0303"/>
                  </a:solidFill>
                  <a:prstDash val="solid"/>
                </a:ln>
              </p:spPr>
              <p:txBody>
                <a:bodyPr vert="horz" lIns="91440" tIns="45720" rIns="91440" bIns="45720" anchor="ctr">
                  <a:normAutofit fontScale="25000" lnSpcReduction="20000"/>
                </a:bodyPr>
                <a:lstStyle/>
                <a:p>
                  <a:pPr marL="0" algn="l"/>
                  <a:endParaRPr/>
                </a:p>
              </p:txBody>
            </p:sp>
            <p:sp>
              <p:nvSpPr>
                <p:cNvPr id="19" name="Freeform 19"/>
                <p:cNvSpPr/>
                <p:nvPr/>
              </p:nvSpPr>
              <p:spPr>
                <a:xfrm>
                  <a:off x="8111584" y="-2287803"/>
                  <a:ext cx="430815" cy="33604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30815" h="336041">
                      <a:moveTo>
                        <a:pt x="430816" y="336042"/>
                      </a:moveTo>
                      <a:lnTo>
                        <a:pt x="255366" y="249650"/>
                      </a:lnTo>
                      <a:lnTo>
                        <a:pt x="124683" y="336042"/>
                      </a:lnTo>
                      <a:lnTo>
                        <a:pt x="0" y="0"/>
                      </a:lnTo>
                      <a:lnTo>
                        <a:pt x="306134" y="0"/>
                      </a:lnTo>
                      <a:close/>
                    </a:path>
                  </a:pathLst>
                </a:custGeom>
                <a:solidFill>
                  <a:srgbClr val="0C1A44"/>
                </a:solidFill>
                <a:ln cap="flat">
                  <a:prstDash val="solid"/>
                </a:ln>
              </p:spPr>
              <p:txBody>
                <a:bodyPr vert="horz" lIns="91440" tIns="45720" rIns="91440" bIns="45720" anchor="ctr">
                  <a:normAutofit fontScale="85000" lnSpcReduction="20000"/>
                </a:bodyPr>
                <a:lstStyle/>
                <a:p>
                  <a:pPr marL="0" algn="l"/>
                  <a:endParaRPr/>
                </a:p>
              </p:txBody>
            </p:sp>
            <p:sp>
              <p:nvSpPr>
                <p:cNvPr id="20" name="Freeform 20"/>
                <p:cNvSpPr/>
                <p:nvPr/>
              </p:nvSpPr>
              <p:spPr>
                <a:xfrm>
                  <a:off x="5757385" y="-2251893"/>
                  <a:ext cx="919733" cy="22536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19733" h="225361">
                      <a:moveTo>
                        <a:pt x="919734" y="112681"/>
                      </a:moveTo>
                      <a:cubicBezTo>
                        <a:pt x="919734" y="174913"/>
                        <a:pt x="713845" y="225361"/>
                        <a:pt x="459867" y="225361"/>
                      </a:cubicBezTo>
                      <a:cubicBezTo>
                        <a:pt x="205889" y="225361"/>
                        <a:pt x="0" y="174912"/>
                        <a:pt x="0" y="112681"/>
                      </a:cubicBezTo>
                      <a:cubicBezTo>
                        <a:pt x="0" y="50449"/>
                        <a:pt x="205889" y="0"/>
                        <a:pt x="459867" y="0"/>
                      </a:cubicBezTo>
                      <a:cubicBezTo>
                        <a:pt x="713845" y="0"/>
                        <a:pt x="919734" y="50449"/>
                        <a:pt x="919734" y="112681"/>
                      </a:cubicBezTo>
                      <a:close/>
                    </a:path>
                  </a:pathLst>
                </a:custGeom>
                <a:solidFill>
                  <a:srgbClr val="FF7402"/>
                </a:solidFill>
                <a:ln cap="flat">
                  <a:prstDash val="solid"/>
                </a:ln>
              </p:spPr>
              <p:txBody>
                <a:bodyPr vert="horz" lIns="91440" tIns="45720" rIns="91440" bIns="45720" anchor="ctr">
                  <a:normAutofit fontScale="40000" lnSpcReduction="20000"/>
                </a:bodyPr>
                <a:lstStyle/>
                <a:p>
                  <a:pPr marL="0" algn="l"/>
                  <a:endParaRPr/>
                </a:p>
              </p:txBody>
            </p:sp>
          </p:grpSp>
          <p:grpSp>
            <p:nvGrpSpPr>
              <p:cNvPr id="21" name="Group 21"/>
              <p:cNvGrpSpPr/>
              <p:nvPr/>
            </p:nvGrpSpPr>
            <p:grpSpPr>
              <a:xfrm>
                <a:off x="6550754" y="-3503193"/>
                <a:ext cx="4401184" cy="861631"/>
                <a:chOff x="6550754" y="-3503193"/>
                <a:chExt cx="4401184" cy="861631"/>
              </a:xfrm>
            </p:grpSpPr>
            <p:grpSp>
              <p:nvGrpSpPr>
                <p:cNvPr id="22" name="Group 22"/>
                <p:cNvGrpSpPr/>
                <p:nvPr/>
              </p:nvGrpSpPr>
              <p:grpSpPr>
                <a:xfrm>
                  <a:off x="6550754" y="-3503193"/>
                  <a:ext cx="4401184" cy="861631"/>
                  <a:chOff x="6550754" y="-3503193"/>
                  <a:chExt cx="4401184" cy="861631"/>
                </a:xfrm>
              </p:grpSpPr>
              <p:sp>
                <p:nvSpPr>
                  <p:cNvPr id="23" name="Freeform 23"/>
                  <p:cNvSpPr/>
                  <p:nvPr/>
                </p:nvSpPr>
                <p:spPr>
                  <a:xfrm>
                    <a:off x="7752238" y="-3503193"/>
                    <a:ext cx="454310" cy="861631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54310" h="861631">
                        <a:moveTo>
                          <a:pt x="454311" y="861632"/>
                        </a:moveTo>
                        <a:lnTo>
                          <a:pt x="178181" y="861632"/>
                        </a:lnTo>
                        <a:cubicBezTo>
                          <a:pt x="-222726" y="388906"/>
                          <a:pt x="178181" y="0"/>
                          <a:pt x="178181" y="0"/>
                        </a:cubicBezTo>
                        <a:lnTo>
                          <a:pt x="454311" y="0"/>
                        </a:lnTo>
                        <a:cubicBezTo>
                          <a:pt x="454311" y="0"/>
                          <a:pt x="53403" y="388906"/>
                          <a:pt x="454311" y="861632"/>
                        </a:cubicBezTo>
                        <a:close/>
                      </a:path>
                    </a:pathLst>
                  </a:custGeom>
                  <a:solidFill>
                    <a:srgbClr val="284499"/>
                  </a:solidFill>
                  <a:ln cap="flat">
                    <a:prstDash val="solid"/>
                  </a:ln>
                </p:spPr>
                <p:txBody>
                  <a:bodyPr vert="horz" lIns="91440" tIns="45720" rIns="91440" bIns="45720" anchor="ctr">
                    <a:normAutofit/>
                  </a:bodyPr>
                  <a:lstStyle/>
                  <a:p>
                    <a:pPr marL="0" algn="l"/>
                    <a:endParaRPr/>
                  </a:p>
                </p:txBody>
              </p:sp>
              <p:sp>
                <p:nvSpPr>
                  <p:cNvPr id="24" name="Freeform 24"/>
                  <p:cNvSpPr/>
                  <p:nvPr/>
                </p:nvSpPr>
                <p:spPr>
                  <a:xfrm>
                    <a:off x="6583520" y="-3503193"/>
                    <a:ext cx="1346803" cy="861631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346803" h="861631">
                        <a:moveTo>
                          <a:pt x="1346803" y="861632"/>
                        </a:moveTo>
                        <a:lnTo>
                          <a:pt x="178181" y="861632"/>
                        </a:lnTo>
                        <a:cubicBezTo>
                          <a:pt x="-222726" y="388906"/>
                          <a:pt x="178181" y="0"/>
                          <a:pt x="178181" y="0"/>
                        </a:cubicBezTo>
                        <a:lnTo>
                          <a:pt x="1346803" y="0"/>
                        </a:lnTo>
                        <a:cubicBezTo>
                          <a:pt x="1346803" y="0"/>
                          <a:pt x="945896" y="388906"/>
                          <a:pt x="1346803" y="861632"/>
                        </a:cubicBezTo>
                        <a:close/>
                      </a:path>
                    </a:pathLst>
                  </a:custGeom>
                  <a:solidFill>
                    <a:srgbClr val="0C1A44"/>
                  </a:solidFill>
                  <a:ln cap="flat">
                    <a:prstDash val="solid"/>
                  </a:ln>
                </p:spPr>
                <p:txBody>
                  <a:bodyPr vert="horz" lIns="91440" tIns="45720" rIns="91440" bIns="45720" anchor="ctr">
                    <a:normAutofit/>
                  </a:bodyPr>
                  <a:lstStyle/>
                  <a:p>
                    <a:pPr marL="0" algn="l"/>
                    <a:endParaRPr/>
                  </a:p>
                </p:txBody>
              </p:sp>
              <p:sp>
                <p:nvSpPr>
                  <p:cNvPr id="25" name="Freeform 25"/>
                  <p:cNvSpPr/>
                  <p:nvPr/>
                </p:nvSpPr>
                <p:spPr>
                  <a:xfrm>
                    <a:off x="8028272" y="-3503097"/>
                    <a:ext cx="2923666" cy="861536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923666" h="861536">
                        <a:moveTo>
                          <a:pt x="132652" y="295370"/>
                        </a:moveTo>
                        <a:cubicBezTo>
                          <a:pt x="86551" y="447294"/>
                          <a:pt x="120078" y="599694"/>
                          <a:pt x="232188" y="748951"/>
                        </a:cubicBezTo>
                        <a:lnTo>
                          <a:pt x="2867375" y="748951"/>
                        </a:lnTo>
                        <a:cubicBezTo>
                          <a:pt x="2898426" y="748951"/>
                          <a:pt x="2923667" y="774097"/>
                          <a:pt x="2923667" y="805244"/>
                        </a:cubicBezTo>
                        <a:lnTo>
                          <a:pt x="2923667" y="805244"/>
                        </a:lnTo>
                        <a:cubicBezTo>
                          <a:pt x="2923667" y="836295"/>
                          <a:pt x="2898521" y="861536"/>
                          <a:pt x="2867375" y="861536"/>
                        </a:cubicBezTo>
                        <a:lnTo>
                          <a:pt x="178181" y="861536"/>
                        </a:lnTo>
                        <a:cubicBezTo>
                          <a:pt x="-222726" y="388906"/>
                          <a:pt x="178181" y="0"/>
                          <a:pt x="178181" y="0"/>
                        </a:cubicBezTo>
                        <a:lnTo>
                          <a:pt x="2867375" y="0"/>
                        </a:lnTo>
                        <a:cubicBezTo>
                          <a:pt x="2898426" y="0"/>
                          <a:pt x="2923667" y="25146"/>
                          <a:pt x="2923667" y="56293"/>
                        </a:cubicBezTo>
                        <a:lnTo>
                          <a:pt x="2923667" y="56293"/>
                        </a:lnTo>
                        <a:cubicBezTo>
                          <a:pt x="2923667" y="87344"/>
                          <a:pt x="2898521" y="112586"/>
                          <a:pt x="2867375" y="112586"/>
                        </a:cubicBezTo>
                        <a:lnTo>
                          <a:pt x="229235" y="112586"/>
                        </a:lnTo>
                        <a:cubicBezTo>
                          <a:pt x="200946" y="148495"/>
                          <a:pt x="157702" y="212788"/>
                          <a:pt x="132652" y="295370"/>
                        </a:cubicBezTo>
                        <a:close/>
                      </a:path>
                    </a:pathLst>
                  </a:custGeom>
                  <a:solidFill>
                    <a:srgbClr val="1B3276"/>
                  </a:solidFill>
                  <a:ln cap="flat">
                    <a:prstDash val="solid"/>
                  </a:ln>
                </p:spPr>
                <p:txBody>
                  <a:bodyPr vert="horz" lIns="91440" tIns="45720" rIns="91440" bIns="45720" anchor="ctr">
                    <a:normAutofit/>
                  </a:bodyPr>
                  <a:lstStyle/>
                  <a:p>
                    <a:pPr marL="0" algn="l"/>
                    <a:endParaRPr/>
                  </a:p>
                </p:txBody>
              </p:sp>
              <p:sp>
                <p:nvSpPr>
                  <p:cNvPr id="26" name="Freeform 26"/>
                  <p:cNvSpPr/>
                  <p:nvPr/>
                </p:nvSpPr>
                <p:spPr>
                  <a:xfrm>
                    <a:off x="8140881" y="-3390607"/>
                    <a:ext cx="2644085" cy="63655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44085" h="636555">
                        <a:moveTo>
                          <a:pt x="2644086" y="0"/>
                        </a:moveTo>
                        <a:lnTo>
                          <a:pt x="2644086" y="636556"/>
                        </a:lnTo>
                        <a:lnTo>
                          <a:pt x="119579" y="636556"/>
                        </a:lnTo>
                        <a:cubicBezTo>
                          <a:pt x="7470" y="487299"/>
                          <a:pt x="-26058" y="334899"/>
                          <a:pt x="20043" y="182975"/>
                        </a:cubicBezTo>
                        <a:cubicBezTo>
                          <a:pt x="45094" y="100298"/>
                          <a:pt x="88337" y="36004"/>
                          <a:pt x="116626" y="0"/>
                        </a:cubicBezTo>
                        <a:lnTo>
                          <a:pt x="2644086" y="0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 cap="flat">
                    <a:prstDash val="solid"/>
                  </a:ln>
                </p:spPr>
                <p:txBody>
                  <a:bodyPr vert="horz" lIns="91440" tIns="45720" rIns="91440" bIns="45720" anchor="ctr">
                    <a:normAutofit/>
                  </a:bodyPr>
                  <a:lstStyle/>
                  <a:p>
                    <a:pPr marL="0" algn="l"/>
                    <a:endParaRPr/>
                  </a:p>
                </p:txBody>
              </p:sp>
              <p:sp>
                <p:nvSpPr>
                  <p:cNvPr id="27" name="Freeform 27"/>
                  <p:cNvSpPr/>
                  <p:nvPr/>
                </p:nvSpPr>
                <p:spPr>
                  <a:xfrm>
                    <a:off x="6550754" y="-3503193"/>
                    <a:ext cx="454310" cy="861631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54310" h="861631">
                        <a:moveTo>
                          <a:pt x="454311" y="861632"/>
                        </a:moveTo>
                        <a:lnTo>
                          <a:pt x="178181" y="861632"/>
                        </a:lnTo>
                        <a:cubicBezTo>
                          <a:pt x="-222726" y="388906"/>
                          <a:pt x="178181" y="0"/>
                          <a:pt x="178181" y="0"/>
                        </a:cubicBezTo>
                        <a:lnTo>
                          <a:pt x="454311" y="0"/>
                        </a:lnTo>
                        <a:cubicBezTo>
                          <a:pt x="454311" y="0"/>
                          <a:pt x="53404" y="388906"/>
                          <a:pt x="454311" y="861632"/>
                        </a:cubicBezTo>
                        <a:close/>
                      </a:path>
                    </a:pathLst>
                  </a:custGeom>
                  <a:solidFill>
                    <a:srgbClr val="284499"/>
                  </a:solidFill>
                  <a:ln cap="flat">
                    <a:prstDash val="solid"/>
                  </a:ln>
                </p:spPr>
                <p:txBody>
                  <a:bodyPr vert="horz" lIns="91440" tIns="45720" rIns="91440" bIns="45720" anchor="ctr">
                    <a:normAutofit/>
                  </a:bodyPr>
                  <a:lstStyle/>
                  <a:p>
                    <a:pPr marL="0" algn="l"/>
                    <a:endParaRPr/>
                  </a:p>
                </p:txBody>
              </p:sp>
            </p:grpSp>
            <p:sp>
              <p:nvSpPr>
                <p:cNvPr id="28" name="Freeform 28"/>
                <p:cNvSpPr/>
                <p:nvPr/>
              </p:nvSpPr>
              <p:spPr>
                <a:xfrm>
                  <a:off x="8773667" y="-3194963"/>
                  <a:ext cx="1782318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82318" h="9525">
                      <a:moveTo>
                        <a:pt x="1782318" y="0"/>
                      </a:moveTo>
                      <a:lnTo>
                        <a:pt x="0" y="0"/>
                      </a:lnTo>
                    </a:path>
                  </a:pathLst>
                </a:custGeom>
                <a:ln w="19050" cap="rnd">
                  <a:solidFill>
                    <a:srgbClr val="2C0303"/>
                  </a:solidFill>
                  <a:prstDash val="solid"/>
                </a:ln>
              </p:spPr>
              <p:txBody>
                <a:bodyPr vert="horz" lIns="91440" tIns="45720" rIns="91440" bIns="45720" anchor="ctr">
                  <a:normAutofit fontScale="25000" lnSpcReduction="20000"/>
                </a:bodyPr>
                <a:lstStyle/>
                <a:p>
                  <a:pPr marL="0" algn="l"/>
                  <a:endParaRPr/>
                </a:p>
              </p:txBody>
            </p:sp>
            <p:sp>
              <p:nvSpPr>
                <p:cNvPr id="29" name="Freeform 29"/>
                <p:cNvSpPr/>
                <p:nvPr/>
              </p:nvSpPr>
              <p:spPr>
                <a:xfrm>
                  <a:off x="9473564" y="-3078949"/>
                  <a:ext cx="1071276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71276" h="9525">
                      <a:moveTo>
                        <a:pt x="0" y="0"/>
                      </a:moveTo>
                      <a:lnTo>
                        <a:pt x="1071277" y="0"/>
                      </a:lnTo>
                    </a:path>
                  </a:pathLst>
                </a:custGeom>
                <a:ln w="19050" cap="rnd">
                  <a:solidFill>
                    <a:srgbClr val="2C0303"/>
                  </a:solidFill>
                  <a:prstDash val="solid"/>
                </a:ln>
              </p:spPr>
              <p:txBody>
                <a:bodyPr vert="horz" lIns="91440" tIns="45720" rIns="91440" bIns="45720" anchor="ctr">
                  <a:normAutofit fontScale="25000" lnSpcReduction="20000"/>
                </a:bodyPr>
                <a:lstStyle/>
                <a:p>
                  <a:pPr marL="0" algn="l"/>
                  <a:endParaRPr/>
                </a:p>
              </p:txBody>
            </p:sp>
            <p:sp>
              <p:nvSpPr>
                <p:cNvPr id="30" name="Freeform 30"/>
                <p:cNvSpPr/>
                <p:nvPr/>
              </p:nvSpPr>
              <p:spPr>
                <a:xfrm>
                  <a:off x="8413908" y="-2875019"/>
                  <a:ext cx="2258853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58853" h="9525">
                      <a:moveTo>
                        <a:pt x="2258854" y="0"/>
                      </a:moveTo>
                      <a:lnTo>
                        <a:pt x="0" y="0"/>
                      </a:lnTo>
                    </a:path>
                  </a:pathLst>
                </a:custGeom>
                <a:ln w="19050" cap="rnd">
                  <a:solidFill>
                    <a:srgbClr val="2C0303"/>
                  </a:solidFill>
                  <a:prstDash val="solid"/>
                </a:ln>
              </p:spPr>
              <p:txBody>
                <a:bodyPr vert="horz" lIns="91440" tIns="45720" rIns="91440" bIns="45720" anchor="ctr">
                  <a:normAutofit fontScale="25000" lnSpcReduction="20000"/>
                </a:bodyPr>
                <a:lstStyle/>
                <a:p>
                  <a:pPr marL="0" algn="l"/>
                  <a:endParaRPr/>
                </a:p>
              </p:txBody>
            </p:sp>
          </p:grpSp>
          <p:grpSp>
            <p:nvGrpSpPr>
              <p:cNvPr id="31" name="Group 31"/>
              <p:cNvGrpSpPr/>
              <p:nvPr/>
            </p:nvGrpSpPr>
            <p:grpSpPr>
              <a:xfrm>
                <a:off x="9038137" y="-5239314"/>
                <a:ext cx="1631705" cy="1728487"/>
                <a:chOff x="9038137" y="-5239314"/>
                <a:chExt cx="1631705" cy="1728487"/>
              </a:xfrm>
            </p:grpSpPr>
            <p:grpSp>
              <p:nvGrpSpPr>
                <p:cNvPr id="32" name="Group 32"/>
                <p:cNvGrpSpPr/>
                <p:nvPr/>
              </p:nvGrpSpPr>
              <p:grpSpPr>
                <a:xfrm>
                  <a:off x="9038137" y="-5239314"/>
                  <a:ext cx="1631705" cy="1728487"/>
                  <a:chOff x="9038137" y="-5239314"/>
                  <a:chExt cx="1631705" cy="1728487"/>
                </a:xfrm>
              </p:grpSpPr>
              <p:sp>
                <p:nvSpPr>
                  <p:cNvPr id="33" name="Freeform 33"/>
                  <p:cNvSpPr/>
                  <p:nvPr/>
                </p:nvSpPr>
                <p:spPr>
                  <a:xfrm>
                    <a:off x="9099422" y="-5217209"/>
                    <a:ext cx="753808" cy="392067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753808" h="392067">
                        <a:moveTo>
                          <a:pt x="0" y="37426"/>
                        </a:moveTo>
                        <a:cubicBezTo>
                          <a:pt x="0" y="37426"/>
                          <a:pt x="114776" y="436142"/>
                          <a:pt x="753808" y="388041"/>
                        </a:cubicBezTo>
                        <a:cubicBezTo>
                          <a:pt x="753808" y="387946"/>
                          <a:pt x="700088" y="-143073"/>
                          <a:pt x="0" y="37426"/>
                        </a:cubicBezTo>
                        <a:close/>
                      </a:path>
                    </a:pathLst>
                  </a:custGeom>
                  <a:solidFill>
                    <a:srgbClr val="0C1A44"/>
                  </a:solidFill>
                  <a:ln cap="flat">
                    <a:prstDash val="solid"/>
                  </a:ln>
                </p:spPr>
                <p:txBody>
                  <a:bodyPr vert="horz" lIns="91440" tIns="45720" rIns="91440" bIns="45720" anchor="ctr">
                    <a:normAutofit fontScale="92500" lnSpcReduction="20000"/>
                  </a:bodyPr>
                  <a:lstStyle/>
                  <a:p>
                    <a:pPr marL="0" algn="l"/>
                    <a:endParaRPr/>
                  </a:p>
                </p:txBody>
              </p:sp>
              <p:sp>
                <p:nvSpPr>
                  <p:cNvPr id="34" name="Freeform 34"/>
                  <p:cNvSpPr/>
                  <p:nvPr/>
                </p:nvSpPr>
                <p:spPr>
                  <a:xfrm>
                    <a:off x="9713403" y="-5239314"/>
                    <a:ext cx="152788" cy="52739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52788" h="527399">
                        <a:moveTo>
                          <a:pt x="0" y="0"/>
                        </a:moveTo>
                        <a:cubicBezTo>
                          <a:pt x="0" y="0"/>
                          <a:pt x="242126" y="154876"/>
                          <a:pt x="116777" y="527399"/>
                        </a:cubicBezTo>
                      </a:path>
                    </a:pathLst>
                  </a:custGeom>
                  <a:noFill/>
                  <a:ln w="19050" cap="rnd">
                    <a:solidFill>
                      <a:srgbClr val="2C0303"/>
                    </a:solidFill>
                    <a:prstDash val="solid"/>
                  </a:ln>
                </p:spPr>
                <p:txBody>
                  <a:bodyPr vert="horz" lIns="91440" tIns="45720" rIns="91440" bIns="45720" anchor="ctr">
                    <a:normAutofit/>
                  </a:bodyPr>
                  <a:lstStyle/>
                  <a:p>
                    <a:pPr marL="0" algn="l"/>
                    <a:endParaRPr/>
                  </a:p>
                </p:txBody>
              </p:sp>
              <p:sp>
                <p:nvSpPr>
                  <p:cNvPr id="35" name="Freeform 35"/>
                  <p:cNvSpPr/>
                  <p:nvPr/>
                </p:nvSpPr>
                <p:spPr>
                  <a:xfrm>
                    <a:off x="9038137" y="-4857608"/>
                    <a:ext cx="1631705" cy="1346781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631705" h="1346781">
                        <a:moveTo>
                          <a:pt x="776994" y="138454"/>
                        </a:moveTo>
                        <a:cubicBezTo>
                          <a:pt x="776994" y="138454"/>
                          <a:pt x="29662" y="-226163"/>
                          <a:pt x="1278" y="410679"/>
                        </a:cubicBezTo>
                        <a:cubicBezTo>
                          <a:pt x="-27012" y="1047425"/>
                          <a:pt x="418854" y="1360512"/>
                          <a:pt x="899962" y="1346320"/>
                        </a:cubicBezTo>
                        <a:cubicBezTo>
                          <a:pt x="1381069" y="1332127"/>
                          <a:pt x="1858748" y="641089"/>
                          <a:pt x="1514610" y="173411"/>
                        </a:cubicBezTo>
                        <a:cubicBezTo>
                          <a:pt x="1243338" y="-195206"/>
                          <a:pt x="776994" y="138454"/>
                          <a:pt x="776994" y="138454"/>
                        </a:cubicBezTo>
                        <a:close/>
                      </a:path>
                    </a:pathLst>
                  </a:custGeom>
                  <a:solidFill>
                    <a:srgbClr val="FF5900"/>
                  </a:solidFill>
                  <a:ln cap="flat">
                    <a:prstDash val="solid"/>
                  </a:ln>
                </p:spPr>
                <p:txBody>
                  <a:bodyPr vert="horz" lIns="91440" tIns="45720" rIns="91440" bIns="45720" anchor="ctr">
                    <a:normAutofit/>
                  </a:bodyPr>
                  <a:lstStyle/>
                  <a:p>
                    <a:pPr marL="0" algn="l"/>
                    <a:endParaRPr/>
                  </a:p>
                </p:txBody>
              </p:sp>
            </p:grpSp>
            <p:sp>
              <p:nvSpPr>
                <p:cNvPr id="36" name="Freeform 36"/>
                <p:cNvSpPr/>
                <p:nvPr/>
              </p:nvSpPr>
              <p:spPr>
                <a:xfrm>
                  <a:off x="10044112" y="-4788306"/>
                  <a:ext cx="354711" cy="20897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54711" h="208978">
                      <a:moveTo>
                        <a:pt x="354711" y="104489"/>
                      </a:moveTo>
                      <a:cubicBezTo>
                        <a:pt x="354711" y="162197"/>
                        <a:pt x="275306" y="208979"/>
                        <a:pt x="177355" y="208979"/>
                      </a:cubicBezTo>
                      <a:cubicBezTo>
                        <a:pt x="79405" y="208979"/>
                        <a:pt x="0" y="162197"/>
                        <a:pt x="0" y="104489"/>
                      </a:cubicBezTo>
                      <a:cubicBezTo>
                        <a:pt x="0" y="46781"/>
                        <a:pt x="79405" y="0"/>
                        <a:pt x="177355" y="0"/>
                      </a:cubicBezTo>
                      <a:cubicBezTo>
                        <a:pt x="275306" y="0"/>
                        <a:pt x="354711" y="46781"/>
                        <a:pt x="354711" y="104489"/>
                      </a:cubicBezTo>
                      <a:close/>
                    </a:path>
                  </a:pathLst>
                </a:custGeom>
                <a:solidFill>
                  <a:srgbClr val="FF7402"/>
                </a:solidFill>
                <a:ln cap="flat">
                  <a:prstDash val="solid"/>
                </a:ln>
              </p:spPr>
              <p:txBody>
                <a:bodyPr vert="horz" lIns="91440" tIns="45720" rIns="91440" bIns="45720" anchor="ctr">
                  <a:normAutofit fontScale="32500" lnSpcReduction="20000"/>
                </a:bodyPr>
                <a:lstStyle/>
                <a:p>
                  <a:pPr marL="0" algn="l"/>
                  <a:endParaRPr/>
                </a:p>
              </p:txBody>
            </p:sp>
          </p:grpSp>
        </p:grpSp>
        <p:sp>
          <p:nvSpPr>
            <p:cNvPr id="37" name="Freeform 37"/>
            <p:cNvSpPr/>
            <p:nvPr/>
          </p:nvSpPr>
          <p:spPr>
            <a:xfrm>
              <a:off x="7813458" y="3255479"/>
              <a:ext cx="959725" cy="960911"/>
            </a:xfrm>
            <a:custGeom>
              <a:avLst/>
              <a:gdLst/>
              <a:ahLst/>
              <a:cxnLst/>
              <a:rect l="l" t="t" r="r" b="b"/>
              <a:pathLst>
                <a:path w="959725" h="960911">
                  <a:moveTo>
                    <a:pt x="705225" y="36475"/>
                  </a:moveTo>
                  <a:lnTo>
                    <a:pt x="702939" y="312319"/>
                  </a:lnTo>
                  <a:cubicBezTo>
                    <a:pt x="702843" y="324225"/>
                    <a:pt x="708558" y="335369"/>
                    <a:pt x="718369" y="342227"/>
                  </a:cubicBezTo>
                  <a:lnTo>
                    <a:pt x="944302" y="500533"/>
                  </a:lnTo>
                  <a:cubicBezTo>
                    <a:pt x="968877" y="517678"/>
                    <a:pt x="962971" y="555587"/>
                    <a:pt x="934491" y="564636"/>
                  </a:cubicBezTo>
                  <a:lnTo>
                    <a:pt x="671411" y="647694"/>
                  </a:lnTo>
                  <a:cubicBezTo>
                    <a:pt x="660076" y="651314"/>
                    <a:pt x="651218" y="660172"/>
                    <a:pt x="647694" y="671602"/>
                  </a:cubicBezTo>
                  <a:lnTo>
                    <a:pt x="567017" y="935349"/>
                  </a:lnTo>
                  <a:cubicBezTo>
                    <a:pt x="558254" y="964019"/>
                    <a:pt x="520440" y="970115"/>
                    <a:pt x="503009" y="945732"/>
                  </a:cubicBezTo>
                  <a:lnTo>
                    <a:pt x="342703" y="721227"/>
                  </a:lnTo>
                  <a:cubicBezTo>
                    <a:pt x="335750" y="711512"/>
                    <a:pt x="324510" y="705892"/>
                    <a:pt x="312699" y="706082"/>
                  </a:cubicBezTo>
                  <a:lnTo>
                    <a:pt x="36855" y="710845"/>
                  </a:lnTo>
                  <a:cubicBezTo>
                    <a:pt x="6947" y="711321"/>
                    <a:pt x="-10674" y="677317"/>
                    <a:pt x="7137" y="653219"/>
                  </a:cubicBezTo>
                  <a:lnTo>
                    <a:pt x="171158" y="431381"/>
                  </a:lnTo>
                  <a:cubicBezTo>
                    <a:pt x="178206" y="421856"/>
                    <a:pt x="180111" y="409379"/>
                    <a:pt x="176301" y="398139"/>
                  </a:cubicBezTo>
                  <a:lnTo>
                    <a:pt x="86576" y="137249"/>
                  </a:lnTo>
                  <a:cubicBezTo>
                    <a:pt x="76860" y="108960"/>
                    <a:pt x="103816" y="81719"/>
                    <a:pt x="132201" y="91244"/>
                  </a:cubicBezTo>
                  <a:lnTo>
                    <a:pt x="393852" y="178683"/>
                  </a:lnTo>
                  <a:cubicBezTo>
                    <a:pt x="405092" y="182493"/>
                    <a:pt x="417570" y="180398"/>
                    <a:pt x="427095" y="173254"/>
                  </a:cubicBezTo>
                  <a:lnTo>
                    <a:pt x="647408" y="7328"/>
                  </a:lnTo>
                  <a:cubicBezTo>
                    <a:pt x="671316" y="-10674"/>
                    <a:pt x="705510" y="6566"/>
                    <a:pt x="705225" y="36475"/>
                  </a:cubicBezTo>
                  <a:close/>
                </a:path>
              </a:pathLst>
            </a:custGeom>
            <a:noFill/>
            <a:ln w="19050" cap="flat">
              <a:solidFill>
                <a:srgbClr val="FFFFFF"/>
              </a:solidFill>
              <a:prstDash val="solid"/>
            </a:ln>
          </p:spPr>
          <p:txBody>
            <a:bodyPr vert="horz" lIns="91440" tIns="45720" rIns="91440" bIns="45720" anchor="ctr">
              <a:normAutofit/>
            </a:bodyPr>
            <a:lstStyle/>
            <a:p>
              <a:pPr marL="0" algn="l"/>
              <a:endParaRPr/>
            </a:p>
          </p:txBody>
        </p:sp>
        <p:sp>
          <p:nvSpPr>
            <p:cNvPr id="38" name="Freeform 38"/>
            <p:cNvSpPr/>
            <p:nvPr/>
          </p:nvSpPr>
          <p:spPr>
            <a:xfrm>
              <a:off x="9462589" y="461102"/>
              <a:ext cx="494489" cy="1314545"/>
            </a:xfrm>
            <a:custGeom>
              <a:avLst/>
              <a:gdLst/>
              <a:ahLst/>
              <a:cxnLst/>
              <a:rect l="l" t="t" r="r" b="b"/>
              <a:pathLst>
                <a:path w="494489" h="1314545">
                  <a:moveTo>
                    <a:pt x="217091" y="0"/>
                  </a:moveTo>
                  <a:cubicBezTo>
                    <a:pt x="733537" y="224599"/>
                    <a:pt x="425308" y="828104"/>
                    <a:pt x="126127" y="859917"/>
                  </a:cubicBezTo>
                  <a:cubicBezTo>
                    <a:pt x="-173053" y="891730"/>
                    <a:pt x="128128" y="444151"/>
                    <a:pt x="327677" y="856679"/>
                  </a:cubicBezTo>
                  <a:cubicBezTo>
                    <a:pt x="449406" y="1108234"/>
                    <a:pt x="254239" y="1314545"/>
                    <a:pt x="254239" y="1314545"/>
                  </a:cubicBezTo>
                </a:path>
              </a:pathLst>
            </a:custGeom>
            <a:noFill/>
            <a:ln w="19050" cap="flat">
              <a:solidFill>
                <a:srgbClr val="FFFFFF"/>
              </a:solidFill>
              <a:prstDash val="solid"/>
            </a:ln>
          </p:spPr>
          <p:txBody>
            <a:bodyPr vert="horz" lIns="91440" tIns="45720" rIns="91440" bIns="45720" anchor="ctr">
              <a:normAutofit/>
            </a:bodyPr>
            <a:lstStyle/>
            <a:p>
              <a:pPr marL="0" algn="l"/>
              <a:endParaRPr/>
            </a:p>
          </p:txBody>
        </p:sp>
        <p:sp>
          <p:nvSpPr>
            <p:cNvPr id="39" name="Freeform 39"/>
            <p:cNvSpPr/>
            <p:nvPr/>
          </p:nvSpPr>
          <p:spPr>
            <a:xfrm>
              <a:off x="1845906" y="782715"/>
              <a:ext cx="917878" cy="566356"/>
            </a:xfrm>
            <a:custGeom>
              <a:avLst/>
              <a:gdLst/>
              <a:ahLst/>
              <a:cxnLst/>
              <a:rect l="l" t="t" r="r" b="b"/>
              <a:pathLst>
                <a:path w="917878" h="566356">
                  <a:moveTo>
                    <a:pt x="0" y="566357"/>
                  </a:moveTo>
                  <a:cubicBezTo>
                    <a:pt x="6191" y="547878"/>
                    <a:pt x="116967" y="0"/>
                    <a:pt x="560165" y="0"/>
                  </a:cubicBezTo>
                  <a:cubicBezTo>
                    <a:pt x="1003363" y="0"/>
                    <a:pt x="966502" y="369380"/>
                    <a:pt x="812578" y="320135"/>
                  </a:cubicBezTo>
                </a:path>
              </a:pathLst>
            </a:custGeom>
            <a:noFill/>
            <a:ln w="19050" cap="flat">
              <a:solidFill>
                <a:srgbClr val="FFFFFF"/>
              </a:solidFill>
              <a:prstDash val="solid"/>
            </a:ln>
          </p:spPr>
          <p:txBody>
            <a:bodyPr vert="horz" lIns="91440" tIns="45720" rIns="91440" bIns="45720" anchor="ctr">
              <a:normAutofit/>
            </a:bodyPr>
            <a:lstStyle/>
            <a:p>
              <a:pPr marL="0" algn="l"/>
              <a:endParaRPr/>
            </a:p>
          </p:txBody>
        </p:sp>
        <p:grpSp>
          <p:nvGrpSpPr>
            <p:cNvPr id="40" name="Group 40"/>
            <p:cNvGrpSpPr/>
            <p:nvPr/>
          </p:nvGrpSpPr>
          <p:grpSpPr>
            <a:xfrm>
              <a:off x="1" y="1063960"/>
              <a:ext cx="5259062" cy="5794611"/>
              <a:chOff x="0" y="257633"/>
              <a:chExt cx="5990867" cy="6600938"/>
            </a:xfrm>
          </p:grpSpPr>
          <p:sp>
            <p:nvSpPr>
              <p:cNvPr id="41" name="Freeform 41"/>
              <p:cNvSpPr/>
              <p:nvPr/>
            </p:nvSpPr>
            <p:spPr>
              <a:xfrm>
                <a:off x="575595" y="257633"/>
                <a:ext cx="2406205" cy="2236469"/>
              </a:xfrm>
              <a:custGeom>
                <a:avLst/>
                <a:gdLst/>
                <a:ahLst/>
                <a:cxnLst/>
                <a:rect l="l" t="t" r="r" b="b"/>
                <a:pathLst>
                  <a:path w="2406205" h="2236470">
                    <a:moveTo>
                      <a:pt x="2406205" y="1118235"/>
                    </a:moveTo>
                    <a:cubicBezTo>
                      <a:pt x="2406205" y="1735819"/>
                      <a:pt x="1867558" y="2236470"/>
                      <a:pt x="1203103" y="2236470"/>
                    </a:cubicBezTo>
                    <a:cubicBezTo>
                      <a:pt x="538647" y="2236470"/>
                      <a:pt x="0" y="1735819"/>
                      <a:pt x="0" y="1118235"/>
                    </a:cubicBezTo>
                    <a:cubicBezTo>
                      <a:pt x="0" y="500651"/>
                      <a:pt x="538647" y="0"/>
                      <a:pt x="1203103" y="0"/>
                    </a:cubicBezTo>
                    <a:cubicBezTo>
                      <a:pt x="1867558" y="0"/>
                      <a:pt x="2406205" y="500651"/>
                      <a:pt x="2406205" y="1118235"/>
                    </a:cubicBezTo>
                    <a:close/>
                  </a:path>
                </a:pathLst>
              </a:custGeom>
              <a:solidFill>
                <a:srgbClr val="FFE592"/>
              </a:solidFill>
              <a:ln cap="flat">
                <a:prstDash val="solid"/>
              </a:ln>
            </p:spPr>
            <p:txBody>
              <a:bodyPr vert="horz" lIns="91440" tIns="45720" rIns="91440" bIns="45720" anchor="ctr">
                <a:normAutofit/>
              </a:bodyPr>
              <a:lstStyle/>
              <a:p>
                <a:pPr marL="0" algn="l"/>
                <a:endParaRPr/>
              </a:p>
            </p:txBody>
          </p:sp>
          <p:grpSp>
            <p:nvGrpSpPr>
              <p:cNvPr id="42" name="Group 42"/>
              <p:cNvGrpSpPr/>
              <p:nvPr/>
            </p:nvGrpSpPr>
            <p:grpSpPr>
              <a:xfrm>
                <a:off x="377571" y="2105025"/>
                <a:ext cx="5613296" cy="4707350"/>
                <a:chOff x="377571" y="2105025"/>
                <a:chExt cx="5613296" cy="4707350"/>
              </a:xfrm>
              <a:solidFill>
                <a:srgbClr val="FFCB48"/>
              </a:solidFill>
            </p:grpSpPr>
            <p:sp>
              <p:nvSpPr>
                <p:cNvPr id="43" name="Freeform 43"/>
                <p:cNvSpPr/>
                <p:nvPr/>
              </p:nvSpPr>
              <p:spPr>
                <a:xfrm>
                  <a:off x="377571" y="2105025"/>
                  <a:ext cx="1482090" cy="134835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82090" h="1348359">
                      <a:moveTo>
                        <a:pt x="1482090" y="674180"/>
                      </a:moveTo>
                      <a:cubicBezTo>
                        <a:pt x="1482090" y="1046519"/>
                        <a:pt x="1150313" y="1348359"/>
                        <a:pt x="741045" y="1348359"/>
                      </a:cubicBezTo>
                      <a:cubicBezTo>
                        <a:pt x="331777" y="1348359"/>
                        <a:pt x="0" y="1046519"/>
                        <a:pt x="0" y="674180"/>
                      </a:cubicBezTo>
                      <a:cubicBezTo>
                        <a:pt x="0" y="301840"/>
                        <a:pt x="331777" y="0"/>
                        <a:pt x="741045" y="0"/>
                      </a:cubicBezTo>
                      <a:cubicBezTo>
                        <a:pt x="1150313" y="0"/>
                        <a:pt x="1482090" y="301840"/>
                        <a:pt x="1482090" y="674180"/>
                      </a:cubicBezTo>
                      <a:close/>
                    </a:path>
                  </a:pathLst>
                </a:custGeom>
                <a:solidFill>
                  <a:srgbClr val="FFCB48"/>
                </a:solidFill>
                <a:ln cap="flat">
                  <a:prstDash val="solid"/>
                </a:ln>
              </p:spPr>
              <p:txBody>
                <a:bodyPr vert="horz" lIns="91440" tIns="45720" rIns="91440" bIns="45720" anchor="ctr">
                  <a:normAutofit/>
                </a:bodyPr>
                <a:lstStyle/>
                <a:p>
                  <a:pPr marL="0" algn="l"/>
                  <a:endParaRPr/>
                </a:p>
              </p:txBody>
            </p:sp>
            <p:sp>
              <p:nvSpPr>
                <p:cNvPr id="44" name="Freeform 44"/>
                <p:cNvSpPr/>
                <p:nvPr/>
              </p:nvSpPr>
              <p:spPr>
                <a:xfrm>
                  <a:off x="912399" y="3318031"/>
                  <a:ext cx="5078467" cy="349434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078467" h="3494343">
                      <a:moveTo>
                        <a:pt x="149447" y="8193"/>
                      </a:moveTo>
                      <a:cubicBezTo>
                        <a:pt x="149447" y="52294"/>
                        <a:pt x="595503" y="635415"/>
                        <a:pt x="1153001" y="272988"/>
                      </a:cubicBezTo>
                      <a:cubicBezTo>
                        <a:pt x="1710500" y="-89438"/>
                        <a:pt x="2379535" y="-173067"/>
                        <a:pt x="2421350" y="537783"/>
                      </a:cubicBezTo>
                      <a:cubicBezTo>
                        <a:pt x="2463165" y="1248634"/>
                        <a:pt x="2783777" y="1429799"/>
                        <a:pt x="2895219" y="1151003"/>
                      </a:cubicBezTo>
                      <a:cubicBezTo>
                        <a:pt x="3006757" y="872206"/>
                        <a:pt x="3427667" y="861824"/>
                        <a:pt x="3433572" y="1165957"/>
                      </a:cubicBezTo>
                      <a:cubicBezTo>
                        <a:pt x="3439382" y="1470090"/>
                        <a:pt x="3221927" y="1956341"/>
                        <a:pt x="3646265" y="1978725"/>
                      </a:cubicBezTo>
                      <a:cubicBezTo>
                        <a:pt x="4070509" y="2001014"/>
                        <a:pt x="4271486" y="1606583"/>
                        <a:pt x="4532090" y="1904335"/>
                      </a:cubicBezTo>
                      <a:cubicBezTo>
                        <a:pt x="4792599" y="2202087"/>
                        <a:pt x="4152424" y="2015968"/>
                        <a:pt x="4293870" y="2388205"/>
                      </a:cubicBezTo>
                      <a:cubicBezTo>
                        <a:pt x="4435317" y="2760347"/>
                        <a:pt x="4577429" y="2850739"/>
                        <a:pt x="4853274" y="2988661"/>
                      </a:cubicBezTo>
                      <a:cubicBezTo>
                        <a:pt x="5129118" y="3126583"/>
                        <a:pt x="5073968" y="3494343"/>
                        <a:pt x="5073968" y="3494343"/>
                      </a:cubicBezTo>
                      <a:lnTo>
                        <a:pt x="0" y="3494343"/>
                      </a:lnTo>
                      <a:cubicBezTo>
                        <a:pt x="0" y="3494343"/>
                        <a:pt x="149447" y="-19334"/>
                        <a:pt x="149447" y="8193"/>
                      </a:cubicBezTo>
                      <a:close/>
                    </a:path>
                  </a:pathLst>
                </a:custGeom>
                <a:solidFill>
                  <a:srgbClr val="FFCB48"/>
                </a:solidFill>
                <a:ln cap="flat">
                  <a:prstDash val="solid"/>
                </a:ln>
              </p:spPr>
              <p:txBody>
                <a:bodyPr vert="horz" lIns="91440" tIns="45720" rIns="91440" bIns="45720" anchor="ctr">
                  <a:normAutofit/>
                </a:bodyPr>
                <a:lstStyle/>
                <a:p>
                  <a:pPr marL="0" algn="l"/>
                  <a:endParaRPr/>
                </a:p>
              </p:txBody>
            </p:sp>
            <p:sp>
              <p:nvSpPr>
                <p:cNvPr id="45" name="Freeform 45"/>
                <p:cNvSpPr/>
                <p:nvPr/>
              </p:nvSpPr>
              <p:spPr>
                <a:xfrm>
                  <a:off x="5342477" y="4379976"/>
                  <a:ext cx="300799" cy="31908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00799" h="319087">
                      <a:moveTo>
                        <a:pt x="300799" y="159544"/>
                      </a:moveTo>
                      <a:cubicBezTo>
                        <a:pt x="300799" y="247657"/>
                        <a:pt x="233463" y="319087"/>
                        <a:pt x="150400" y="319087"/>
                      </a:cubicBezTo>
                      <a:cubicBezTo>
                        <a:pt x="67336" y="319087"/>
                        <a:pt x="0" y="247657"/>
                        <a:pt x="0" y="159544"/>
                      </a:cubicBezTo>
                      <a:cubicBezTo>
                        <a:pt x="0" y="71430"/>
                        <a:pt x="67336" y="0"/>
                        <a:pt x="150400" y="0"/>
                      </a:cubicBezTo>
                      <a:cubicBezTo>
                        <a:pt x="233463" y="0"/>
                        <a:pt x="300799" y="71430"/>
                        <a:pt x="300799" y="159544"/>
                      </a:cubicBezTo>
                      <a:close/>
                    </a:path>
                  </a:pathLst>
                </a:custGeom>
                <a:solidFill>
                  <a:srgbClr val="FFCB48"/>
                </a:solidFill>
                <a:ln cap="flat">
                  <a:prstDash val="solid"/>
                </a:ln>
              </p:spPr>
              <p:txBody>
                <a:bodyPr vert="horz" lIns="91440" tIns="45720" rIns="91440" bIns="45720" anchor="ctr">
                  <a:normAutofit fontScale="85000" lnSpcReduction="20000"/>
                </a:bodyPr>
                <a:lstStyle/>
                <a:p>
                  <a:pPr marL="0" algn="l"/>
                  <a:endParaRPr/>
                </a:p>
              </p:txBody>
            </p:sp>
          </p:grpSp>
          <p:grpSp>
            <p:nvGrpSpPr>
              <p:cNvPr id="46" name="Group 46"/>
              <p:cNvGrpSpPr/>
              <p:nvPr/>
            </p:nvGrpSpPr>
            <p:grpSpPr>
              <a:xfrm>
                <a:off x="2435076" y="5916549"/>
                <a:ext cx="3350122" cy="927068"/>
                <a:chOff x="2435076" y="5916549"/>
                <a:chExt cx="3350122" cy="927068"/>
              </a:xfrm>
            </p:grpSpPr>
            <p:grpSp>
              <p:nvGrpSpPr>
                <p:cNvPr id="47" name="Group 47"/>
                <p:cNvGrpSpPr/>
                <p:nvPr/>
              </p:nvGrpSpPr>
              <p:grpSpPr>
                <a:xfrm>
                  <a:off x="2435076" y="5916549"/>
                  <a:ext cx="3350122" cy="927068"/>
                  <a:chOff x="2435076" y="5916549"/>
                  <a:chExt cx="3350122" cy="927068"/>
                </a:xfrm>
              </p:grpSpPr>
              <p:sp>
                <p:nvSpPr>
                  <p:cNvPr id="48" name="Freeform 48"/>
                  <p:cNvSpPr/>
                  <p:nvPr/>
                </p:nvSpPr>
                <p:spPr>
                  <a:xfrm>
                    <a:off x="2435076" y="5916549"/>
                    <a:ext cx="3350122" cy="92706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350122" h="927068">
                        <a:moveTo>
                          <a:pt x="3350122" y="866585"/>
                        </a:moveTo>
                        <a:cubicBezTo>
                          <a:pt x="3350122" y="883253"/>
                          <a:pt x="3343265" y="898398"/>
                          <a:pt x="3332406" y="909352"/>
                        </a:cubicBezTo>
                        <a:cubicBezTo>
                          <a:pt x="3321357" y="920210"/>
                          <a:pt x="3306308" y="927068"/>
                          <a:pt x="3289639" y="927068"/>
                        </a:cubicBezTo>
                        <a:lnTo>
                          <a:pt x="191728" y="927068"/>
                        </a:lnTo>
                        <a:cubicBezTo>
                          <a:pt x="-239660" y="418529"/>
                          <a:pt x="191728" y="0"/>
                          <a:pt x="191728" y="0"/>
                        </a:cubicBezTo>
                        <a:lnTo>
                          <a:pt x="3289544" y="0"/>
                        </a:lnTo>
                        <a:cubicBezTo>
                          <a:pt x="3322881" y="0"/>
                          <a:pt x="3350122" y="27146"/>
                          <a:pt x="3350122" y="60579"/>
                        </a:cubicBezTo>
                        <a:cubicBezTo>
                          <a:pt x="3350122" y="77248"/>
                          <a:pt x="3343265" y="92488"/>
                          <a:pt x="3332406" y="103346"/>
                        </a:cubicBezTo>
                        <a:cubicBezTo>
                          <a:pt x="3321357" y="114205"/>
                          <a:pt x="3306308" y="121063"/>
                          <a:pt x="3289639" y="121063"/>
                        </a:cubicBezTo>
                        <a:lnTo>
                          <a:pt x="246592" y="121063"/>
                        </a:lnTo>
                        <a:cubicBezTo>
                          <a:pt x="216302" y="159829"/>
                          <a:pt x="169630" y="228981"/>
                          <a:pt x="142769" y="317945"/>
                        </a:cubicBezTo>
                        <a:cubicBezTo>
                          <a:pt x="93239" y="481394"/>
                          <a:pt x="129244" y="645414"/>
                          <a:pt x="249926" y="806005"/>
                        </a:cubicBezTo>
                        <a:lnTo>
                          <a:pt x="3289639" y="806005"/>
                        </a:lnTo>
                        <a:cubicBezTo>
                          <a:pt x="3322976" y="806005"/>
                          <a:pt x="3350122" y="833056"/>
                          <a:pt x="3350122" y="866585"/>
                        </a:cubicBezTo>
                        <a:close/>
                      </a:path>
                    </a:pathLst>
                  </a:custGeom>
                  <a:solidFill>
                    <a:srgbClr val="FF8886"/>
                  </a:solidFill>
                  <a:ln cap="flat">
                    <a:prstDash val="solid"/>
                  </a:ln>
                </p:spPr>
                <p:txBody>
                  <a:bodyPr vert="horz" lIns="91440" tIns="45720" rIns="91440" bIns="45720" anchor="ctr">
                    <a:normAutofit/>
                  </a:bodyPr>
                  <a:lstStyle/>
                  <a:p>
                    <a:pPr marL="0" algn="l"/>
                    <a:endParaRPr/>
                  </a:p>
                </p:txBody>
              </p:sp>
              <p:sp>
                <p:nvSpPr>
                  <p:cNvPr id="49" name="Freeform 49"/>
                  <p:cNvSpPr/>
                  <p:nvPr/>
                </p:nvSpPr>
                <p:spPr>
                  <a:xfrm>
                    <a:off x="2556331" y="6037707"/>
                    <a:ext cx="3049226" cy="684847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049226" h="684847">
                        <a:moveTo>
                          <a:pt x="3049226" y="0"/>
                        </a:moveTo>
                        <a:lnTo>
                          <a:pt x="3049226" y="684847"/>
                        </a:lnTo>
                        <a:lnTo>
                          <a:pt x="128671" y="684847"/>
                        </a:lnTo>
                        <a:cubicBezTo>
                          <a:pt x="8084" y="524256"/>
                          <a:pt x="-28015" y="360331"/>
                          <a:pt x="21515" y="196882"/>
                        </a:cubicBezTo>
                        <a:cubicBezTo>
                          <a:pt x="48470" y="108013"/>
                          <a:pt x="94952" y="38767"/>
                          <a:pt x="125432" y="95"/>
                        </a:cubicBezTo>
                        <a:lnTo>
                          <a:pt x="3049226" y="95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 cap="flat">
                    <a:prstDash val="solid"/>
                  </a:ln>
                </p:spPr>
                <p:txBody>
                  <a:bodyPr vert="horz" lIns="91440" tIns="45720" rIns="91440" bIns="45720" anchor="ctr">
                    <a:normAutofit/>
                  </a:bodyPr>
                  <a:lstStyle/>
                  <a:p>
                    <a:pPr marL="0" algn="l"/>
                    <a:endParaRPr/>
                  </a:p>
                </p:txBody>
              </p:sp>
            </p:grpSp>
            <p:sp>
              <p:nvSpPr>
                <p:cNvPr id="50" name="Freeform 50"/>
                <p:cNvSpPr/>
                <p:nvPr/>
              </p:nvSpPr>
              <p:spPr>
                <a:xfrm>
                  <a:off x="3237166" y="6248209"/>
                  <a:ext cx="2121979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21979" h="9525">
                      <a:moveTo>
                        <a:pt x="2121980" y="0"/>
                      </a:moveTo>
                      <a:lnTo>
                        <a:pt x="0" y="0"/>
                      </a:lnTo>
                    </a:path>
                  </a:pathLst>
                </a:custGeom>
                <a:ln w="19050" cap="rnd">
                  <a:solidFill>
                    <a:srgbClr val="2C0303"/>
                  </a:solidFill>
                  <a:prstDash val="solid"/>
                </a:ln>
              </p:spPr>
              <p:txBody>
                <a:bodyPr vert="horz" lIns="91440" tIns="45720" rIns="91440" bIns="45720" anchor="ctr">
                  <a:normAutofit fontScale="25000" lnSpcReduction="20000"/>
                </a:bodyPr>
                <a:lstStyle/>
                <a:p>
                  <a:pPr marL="0" algn="l"/>
                  <a:endParaRPr/>
                </a:p>
              </p:txBody>
            </p:sp>
            <p:sp>
              <p:nvSpPr>
                <p:cNvPr id="51" name="Freeform 51"/>
                <p:cNvSpPr/>
                <p:nvPr/>
              </p:nvSpPr>
              <p:spPr>
                <a:xfrm>
                  <a:off x="3990117" y="6372987"/>
                  <a:ext cx="1357026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57026" h="9525">
                      <a:moveTo>
                        <a:pt x="0" y="0"/>
                      </a:moveTo>
                      <a:lnTo>
                        <a:pt x="1357027" y="0"/>
                      </a:lnTo>
                    </a:path>
                  </a:pathLst>
                </a:custGeom>
                <a:ln w="19050" cap="rnd">
                  <a:solidFill>
                    <a:srgbClr val="2C0303"/>
                  </a:solidFill>
                  <a:prstDash val="solid"/>
                </a:ln>
              </p:spPr>
              <p:txBody>
                <a:bodyPr vert="horz" lIns="91440" tIns="45720" rIns="91440" bIns="45720" anchor="ctr">
                  <a:normAutofit fontScale="25000" lnSpcReduction="20000"/>
                </a:bodyPr>
                <a:lstStyle/>
                <a:p>
                  <a:pPr marL="0" algn="l"/>
                  <a:endParaRPr/>
                </a:p>
              </p:txBody>
            </p:sp>
            <p:sp>
              <p:nvSpPr>
                <p:cNvPr id="52" name="Freeform 52"/>
                <p:cNvSpPr/>
                <p:nvPr/>
              </p:nvSpPr>
              <p:spPr>
                <a:xfrm>
                  <a:off x="2849975" y="6592443"/>
                  <a:ext cx="2634805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634805" h="9525">
                      <a:moveTo>
                        <a:pt x="2634806" y="0"/>
                      </a:moveTo>
                      <a:lnTo>
                        <a:pt x="0" y="0"/>
                      </a:lnTo>
                    </a:path>
                  </a:pathLst>
                </a:custGeom>
                <a:ln w="19050" cap="rnd">
                  <a:solidFill>
                    <a:srgbClr val="2C0303"/>
                  </a:solidFill>
                  <a:prstDash val="solid"/>
                </a:ln>
              </p:spPr>
              <p:txBody>
                <a:bodyPr vert="horz" lIns="91440" tIns="45720" rIns="91440" bIns="45720" anchor="ctr">
                  <a:normAutofit fontScale="25000" lnSpcReduction="20000"/>
                </a:bodyPr>
                <a:lstStyle/>
                <a:p>
                  <a:pPr marL="0" algn="l"/>
                  <a:endParaRPr/>
                </a:p>
              </p:txBody>
            </p:sp>
            <p:sp>
              <p:nvSpPr>
                <p:cNvPr id="53" name="Freeform 53"/>
                <p:cNvSpPr/>
                <p:nvPr/>
              </p:nvSpPr>
              <p:spPr>
                <a:xfrm>
                  <a:off x="3217735" y="6237065"/>
                  <a:ext cx="328041" cy="25584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28041" h="255841">
                      <a:moveTo>
                        <a:pt x="328041" y="255842"/>
                      </a:moveTo>
                      <a:lnTo>
                        <a:pt x="194405" y="190119"/>
                      </a:lnTo>
                      <a:lnTo>
                        <a:pt x="94964" y="255842"/>
                      </a:lnTo>
                      <a:lnTo>
                        <a:pt x="0" y="0"/>
                      </a:lnTo>
                      <a:lnTo>
                        <a:pt x="233077" y="0"/>
                      </a:lnTo>
                      <a:close/>
                    </a:path>
                  </a:pathLst>
                </a:custGeom>
                <a:solidFill>
                  <a:srgbClr val="0C1A44"/>
                </a:solidFill>
                <a:ln cap="flat">
                  <a:prstDash val="solid"/>
                </a:ln>
              </p:spPr>
              <p:txBody>
                <a:bodyPr vert="horz" lIns="91440" tIns="45720" rIns="91440" bIns="45720" anchor="ctr">
                  <a:normAutofit fontScale="55000" lnSpcReduction="20000"/>
                </a:bodyPr>
                <a:lstStyle/>
                <a:p>
                  <a:pPr marL="0" algn="l"/>
                  <a:endParaRPr/>
                </a:p>
              </p:txBody>
            </p:sp>
          </p:grpSp>
          <p:grpSp>
            <p:nvGrpSpPr>
              <p:cNvPr id="54" name="Group 54"/>
              <p:cNvGrpSpPr/>
              <p:nvPr/>
            </p:nvGrpSpPr>
            <p:grpSpPr>
              <a:xfrm>
                <a:off x="2624020" y="4861325"/>
                <a:ext cx="2975250" cy="1038848"/>
                <a:chOff x="2624020" y="4861325"/>
                <a:chExt cx="2975250" cy="1038848"/>
              </a:xfrm>
            </p:grpSpPr>
            <p:sp>
              <p:nvSpPr>
                <p:cNvPr id="55" name="Freeform 55"/>
                <p:cNvSpPr/>
                <p:nvPr/>
              </p:nvSpPr>
              <p:spPr>
                <a:xfrm rot="-4846898">
                  <a:off x="2624020" y="4861325"/>
                  <a:ext cx="1038621" cy="103862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38621" h="1038621">
                      <a:moveTo>
                        <a:pt x="1038622" y="519311"/>
                      </a:moveTo>
                      <a:cubicBezTo>
                        <a:pt x="1038622" y="806119"/>
                        <a:pt x="806118" y="1038622"/>
                        <a:pt x="519311" y="1038622"/>
                      </a:cubicBezTo>
                      <a:cubicBezTo>
                        <a:pt x="232503" y="1038622"/>
                        <a:pt x="0" y="806119"/>
                        <a:pt x="0" y="519311"/>
                      </a:cubicBezTo>
                      <a:cubicBezTo>
                        <a:pt x="0" y="232504"/>
                        <a:pt x="232503" y="0"/>
                        <a:pt x="519311" y="0"/>
                      </a:cubicBezTo>
                      <a:cubicBezTo>
                        <a:pt x="806118" y="0"/>
                        <a:pt x="1038622" y="232504"/>
                        <a:pt x="1038622" y="519311"/>
                      </a:cubicBezTo>
                      <a:close/>
                    </a:path>
                  </a:pathLst>
                </a:custGeom>
                <a:noFill/>
                <a:ln w="19050" cap="rnd">
                  <a:solidFill>
                    <a:srgbClr val="2C0303"/>
                  </a:solidFill>
                  <a:prstDash val="solid"/>
                </a:ln>
              </p:spPr>
              <p:txBody>
                <a:bodyPr vert="horz" lIns="91440" tIns="45720" rIns="91440" bIns="45720" anchor="ctr">
                  <a:normAutofit/>
                </a:bodyPr>
                <a:lstStyle/>
                <a:p>
                  <a:pPr marL="0" algn="l"/>
                  <a:endParaRPr/>
                </a:p>
              </p:txBody>
            </p:sp>
            <p:sp>
              <p:nvSpPr>
                <p:cNvPr id="56" name="Freeform 56"/>
                <p:cNvSpPr/>
                <p:nvPr/>
              </p:nvSpPr>
              <p:spPr>
                <a:xfrm rot="-4644133">
                  <a:off x="3938815" y="4861594"/>
                  <a:ext cx="1038579" cy="103857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38579" h="1038579">
                      <a:moveTo>
                        <a:pt x="1038579" y="519290"/>
                      </a:moveTo>
                      <a:cubicBezTo>
                        <a:pt x="1038579" y="806086"/>
                        <a:pt x="806085" y="1038579"/>
                        <a:pt x="519290" y="1038579"/>
                      </a:cubicBezTo>
                      <a:cubicBezTo>
                        <a:pt x="232494" y="1038579"/>
                        <a:pt x="0" y="806086"/>
                        <a:pt x="0" y="519290"/>
                      </a:cubicBezTo>
                      <a:cubicBezTo>
                        <a:pt x="0" y="232494"/>
                        <a:pt x="232494" y="0"/>
                        <a:pt x="519290" y="0"/>
                      </a:cubicBezTo>
                      <a:cubicBezTo>
                        <a:pt x="806085" y="0"/>
                        <a:pt x="1038579" y="232494"/>
                        <a:pt x="1038579" y="519290"/>
                      </a:cubicBezTo>
                      <a:close/>
                    </a:path>
                  </a:pathLst>
                </a:custGeom>
                <a:noFill/>
                <a:ln w="19050" cap="rnd">
                  <a:solidFill>
                    <a:srgbClr val="2C0303"/>
                  </a:solidFill>
                  <a:prstDash val="solid"/>
                </a:ln>
              </p:spPr>
              <p:txBody>
                <a:bodyPr vert="horz" lIns="91440" tIns="45720" rIns="91440" bIns="45720" anchor="ctr">
                  <a:normAutofit/>
                </a:bodyPr>
                <a:lstStyle/>
                <a:p>
                  <a:pPr marL="0" algn="l"/>
                  <a:endParaRPr/>
                </a:p>
              </p:txBody>
            </p:sp>
            <p:sp>
              <p:nvSpPr>
                <p:cNvPr id="57" name="Freeform 57"/>
                <p:cNvSpPr/>
                <p:nvPr/>
              </p:nvSpPr>
              <p:spPr>
                <a:xfrm>
                  <a:off x="3662553" y="5380577"/>
                  <a:ext cx="276320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76320" h="9525">
                      <a:moveTo>
                        <a:pt x="0" y="0"/>
                      </a:moveTo>
                      <a:lnTo>
                        <a:pt x="276320" y="0"/>
                      </a:lnTo>
                    </a:path>
                  </a:pathLst>
                </a:custGeom>
                <a:ln w="19050" cap="rnd">
                  <a:solidFill>
                    <a:srgbClr val="2C0303"/>
                  </a:solidFill>
                  <a:prstDash val="solid"/>
                </a:ln>
              </p:spPr>
              <p:txBody>
                <a:bodyPr vert="horz" lIns="91440" tIns="45720" rIns="91440" bIns="45720" anchor="ctr">
                  <a:normAutofit fontScale="25000" lnSpcReduction="20000"/>
                </a:bodyPr>
                <a:lstStyle/>
                <a:p>
                  <a:pPr marL="0" algn="l"/>
                  <a:endParaRPr/>
                </a:p>
              </p:txBody>
            </p:sp>
            <p:sp>
              <p:nvSpPr>
                <p:cNvPr id="58" name="Freeform 58"/>
                <p:cNvSpPr/>
                <p:nvPr/>
              </p:nvSpPr>
              <p:spPr>
                <a:xfrm>
                  <a:off x="2625566" y="5423916"/>
                  <a:ext cx="1784413" cy="47605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84413" h="476059">
                      <a:moveTo>
                        <a:pt x="0" y="0"/>
                      </a:moveTo>
                      <a:lnTo>
                        <a:pt x="1667161" y="94964"/>
                      </a:lnTo>
                      <a:cubicBezTo>
                        <a:pt x="1732979" y="98679"/>
                        <a:pt x="1784414" y="153162"/>
                        <a:pt x="1784414" y="219170"/>
                      </a:cubicBezTo>
                      <a:lnTo>
                        <a:pt x="1784414" y="476060"/>
                      </a:lnTo>
                    </a:path>
                  </a:pathLst>
                </a:custGeom>
                <a:noFill/>
                <a:ln w="19050" cap="rnd">
                  <a:solidFill>
                    <a:srgbClr val="2C0303"/>
                  </a:solidFill>
                  <a:prstDash val="solid"/>
                </a:ln>
              </p:spPr>
              <p:txBody>
                <a:bodyPr vert="horz" lIns="91440" tIns="45720" rIns="91440" bIns="45720" anchor="ctr">
                  <a:normAutofit/>
                </a:bodyPr>
                <a:lstStyle/>
                <a:p>
                  <a:pPr marL="0" algn="l"/>
                  <a:endParaRPr/>
                </a:p>
              </p:txBody>
            </p:sp>
            <p:sp>
              <p:nvSpPr>
                <p:cNvPr id="59" name="Freeform 59"/>
                <p:cNvSpPr/>
                <p:nvPr/>
              </p:nvSpPr>
              <p:spPr>
                <a:xfrm>
                  <a:off x="4980432" y="5469159"/>
                  <a:ext cx="618838" cy="4307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18838" h="430720">
                      <a:moveTo>
                        <a:pt x="0" y="0"/>
                      </a:moveTo>
                      <a:lnTo>
                        <a:pt x="501586" y="49625"/>
                      </a:lnTo>
                      <a:cubicBezTo>
                        <a:pt x="567404" y="53340"/>
                        <a:pt x="618839" y="107823"/>
                        <a:pt x="618839" y="173831"/>
                      </a:cubicBezTo>
                      <a:lnTo>
                        <a:pt x="618839" y="430721"/>
                      </a:lnTo>
                    </a:path>
                  </a:pathLst>
                </a:custGeom>
                <a:noFill/>
                <a:ln w="19050" cap="rnd">
                  <a:solidFill>
                    <a:srgbClr val="2C0303"/>
                  </a:solidFill>
                  <a:prstDash val="solid"/>
                </a:ln>
              </p:spPr>
              <p:txBody>
                <a:bodyPr vert="horz" lIns="91440" tIns="45720" rIns="91440" bIns="45720" anchor="ctr">
                  <a:normAutofit/>
                </a:bodyPr>
                <a:lstStyle/>
                <a:p>
                  <a:pPr marL="0" algn="l"/>
                  <a:endParaRPr/>
                </a:p>
              </p:txBody>
            </p:sp>
          </p:grpSp>
          <p:grpSp>
            <p:nvGrpSpPr>
              <p:cNvPr id="60" name="Group 60"/>
              <p:cNvGrpSpPr/>
              <p:nvPr/>
            </p:nvGrpSpPr>
            <p:grpSpPr>
              <a:xfrm>
                <a:off x="1593913" y="3974306"/>
                <a:ext cx="625887" cy="2884265"/>
                <a:chOff x="1593913" y="3974306"/>
                <a:chExt cx="625887" cy="2884265"/>
              </a:xfrm>
            </p:grpSpPr>
            <p:sp>
              <p:nvSpPr>
                <p:cNvPr id="61" name="Freeform 61"/>
                <p:cNvSpPr/>
                <p:nvPr/>
              </p:nvSpPr>
              <p:spPr>
                <a:xfrm>
                  <a:off x="1593913" y="3974306"/>
                  <a:ext cx="625887" cy="288426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25887" h="2884265">
                      <a:moveTo>
                        <a:pt x="0" y="0"/>
                      </a:moveTo>
                      <a:lnTo>
                        <a:pt x="625888" y="0"/>
                      </a:lnTo>
                      <a:lnTo>
                        <a:pt x="625888" y="2884265"/>
                      </a:lnTo>
                      <a:lnTo>
                        <a:pt x="0" y="2884265"/>
                      </a:lnTo>
                      <a:close/>
                    </a:path>
                  </a:pathLst>
                </a:custGeom>
                <a:solidFill>
                  <a:srgbClr val="FF5900"/>
                </a:solidFill>
                <a:ln cap="flat">
                  <a:prstDash val="solid"/>
                </a:ln>
              </p:spPr>
              <p:txBody>
                <a:bodyPr vert="horz" lIns="91440" tIns="45720" rIns="91440" bIns="45720" anchor="ctr">
                  <a:normAutofit/>
                </a:bodyPr>
                <a:lstStyle/>
                <a:p>
                  <a:pPr marL="0" algn="l"/>
                  <a:endParaRPr/>
                </a:p>
              </p:txBody>
            </p:sp>
            <p:sp>
              <p:nvSpPr>
                <p:cNvPr id="62" name="Freeform 62"/>
                <p:cNvSpPr/>
                <p:nvPr/>
              </p:nvSpPr>
              <p:spPr>
                <a:xfrm>
                  <a:off x="1778698" y="4233672"/>
                  <a:ext cx="214693" cy="241277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4693" h="2412777">
                      <a:moveTo>
                        <a:pt x="0" y="0"/>
                      </a:moveTo>
                      <a:lnTo>
                        <a:pt x="214693" y="0"/>
                      </a:lnTo>
                      <a:lnTo>
                        <a:pt x="214693" y="2412778"/>
                      </a:lnTo>
                      <a:lnTo>
                        <a:pt x="0" y="2412778"/>
                      </a:lnTo>
                      <a:close/>
                    </a:path>
                  </a:pathLst>
                </a:custGeom>
                <a:noFill/>
                <a:ln w="19050" cap="rnd">
                  <a:solidFill>
                    <a:srgbClr val="2C0303"/>
                  </a:solidFill>
                  <a:prstDash val="solid"/>
                </a:ln>
              </p:spPr>
              <p:txBody>
                <a:bodyPr vert="horz" lIns="91440" tIns="45720" rIns="91440" bIns="45720" anchor="ctr">
                  <a:normAutofit/>
                </a:bodyPr>
                <a:lstStyle/>
                <a:p>
                  <a:pPr marL="0" algn="l"/>
                  <a:endParaRPr/>
                </a:p>
              </p:txBody>
            </p:sp>
          </p:grpSp>
          <p:grpSp>
            <p:nvGrpSpPr>
              <p:cNvPr id="63" name="Group 63"/>
              <p:cNvGrpSpPr/>
              <p:nvPr/>
            </p:nvGrpSpPr>
            <p:grpSpPr>
              <a:xfrm>
                <a:off x="0" y="3109817"/>
                <a:ext cx="625792" cy="3748754"/>
                <a:chOff x="0" y="3109817"/>
                <a:chExt cx="625792" cy="3748754"/>
              </a:xfrm>
            </p:grpSpPr>
            <p:sp>
              <p:nvSpPr>
                <p:cNvPr id="64" name="Freeform 64"/>
                <p:cNvSpPr/>
                <p:nvPr/>
              </p:nvSpPr>
              <p:spPr>
                <a:xfrm>
                  <a:off x="0" y="3109817"/>
                  <a:ext cx="625792" cy="374875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25792" h="3748754">
                      <a:moveTo>
                        <a:pt x="0" y="0"/>
                      </a:moveTo>
                      <a:lnTo>
                        <a:pt x="625793" y="0"/>
                      </a:lnTo>
                      <a:lnTo>
                        <a:pt x="625793" y="3748754"/>
                      </a:lnTo>
                      <a:lnTo>
                        <a:pt x="0" y="3748754"/>
                      </a:lnTo>
                      <a:close/>
                    </a:path>
                  </a:pathLst>
                </a:custGeom>
                <a:solidFill>
                  <a:srgbClr val="FF8886"/>
                </a:solidFill>
                <a:ln cap="flat">
                  <a:prstDash val="solid"/>
                </a:ln>
              </p:spPr>
              <p:txBody>
                <a:bodyPr vert="horz" lIns="91440" tIns="45720" rIns="91440" bIns="45720" anchor="ctr">
                  <a:normAutofit/>
                </a:bodyPr>
                <a:lstStyle/>
                <a:p>
                  <a:pPr marL="0" algn="l"/>
                  <a:endParaRPr/>
                </a:p>
              </p:txBody>
            </p:sp>
            <p:grpSp>
              <p:nvGrpSpPr>
                <p:cNvPr id="65" name="Group 65"/>
                <p:cNvGrpSpPr/>
                <p:nvPr/>
              </p:nvGrpSpPr>
              <p:grpSpPr>
                <a:xfrm>
                  <a:off x="0" y="3306413"/>
                  <a:ext cx="625792" cy="283083"/>
                  <a:chOff x="0" y="3306413"/>
                  <a:chExt cx="625792" cy="283083"/>
                </a:xfrm>
                <a:solidFill>
                  <a:srgbClr val="FFFFFF"/>
                </a:solidFill>
              </p:grpSpPr>
              <p:sp>
                <p:nvSpPr>
                  <p:cNvPr id="66" name="Freeform 66"/>
                  <p:cNvSpPr/>
                  <p:nvPr/>
                </p:nvSpPr>
                <p:spPr>
                  <a:xfrm>
                    <a:off x="0" y="3306413"/>
                    <a:ext cx="625792" cy="110013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625792" h="110013">
                        <a:moveTo>
                          <a:pt x="0" y="0"/>
                        </a:moveTo>
                        <a:lnTo>
                          <a:pt x="625793" y="0"/>
                        </a:lnTo>
                        <a:lnTo>
                          <a:pt x="625793" y="110014"/>
                        </a:lnTo>
                        <a:lnTo>
                          <a:pt x="0" y="110014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 cap="flat">
                    <a:prstDash val="solid"/>
                  </a:ln>
                </p:spPr>
                <p:txBody>
                  <a:bodyPr vert="horz" lIns="91440" tIns="45720" rIns="91440" bIns="45720" anchor="ctr">
                    <a:normAutofit fontScale="25000" lnSpcReduction="20000"/>
                  </a:bodyPr>
                  <a:lstStyle/>
                  <a:p>
                    <a:pPr marL="0" algn="l"/>
                    <a:endParaRPr/>
                  </a:p>
                </p:txBody>
              </p:sp>
              <p:sp>
                <p:nvSpPr>
                  <p:cNvPr id="67" name="Freeform 67"/>
                  <p:cNvSpPr/>
                  <p:nvPr/>
                </p:nvSpPr>
                <p:spPr>
                  <a:xfrm>
                    <a:off x="0" y="3479482"/>
                    <a:ext cx="625792" cy="110013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625792" h="110013">
                        <a:moveTo>
                          <a:pt x="0" y="0"/>
                        </a:moveTo>
                        <a:lnTo>
                          <a:pt x="625793" y="0"/>
                        </a:lnTo>
                        <a:lnTo>
                          <a:pt x="625793" y="110014"/>
                        </a:lnTo>
                        <a:lnTo>
                          <a:pt x="0" y="110014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 cap="flat">
                    <a:prstDash val="solid"/>
                  </a:ln>
                </p:spPr>
                <p:txBody>
                  <a:bodyPr vert="horz" lIns="91440" tIns="45720" rIns="91440" bIns="45720" anchor="ctr">
                    <a:normAutofit fontScale="25000" lnSpcReduction="20000"/>
                  </a:bodyPr>
                  <a:lstStyle/>
                  <a:p>
                    <a:pPr marL="0" algn="l"/>
                    <a:endParaRPr/>
                  </a:p>
                </p:txBody>
              </p:sp>
            </p:grpSp>
            <p:grpSp>
              <p:nvGrpSpPr>
                <p:cNvPr id="68" name="Group 68"/>
                <p:cNvGrpSpPr/>
                <p:nvPr/>
              </p:nvGrpSpPr>
              <p:grpSpPr>
                <a:xfrm>
                  <a:off x="0" y="6376130"/>
                  <a:ext cx="625792" cy="283178"/>
                  <a:chOff x="0" y="6376130"/>
                  <a:chExt cx="625792" cy="283178"/>
                </a:xfrm>
                <a:solidFill>
                  <a:srgbClr val="FFFFFF"/>
                </a:solidFill>
              </p:grpSpPr>
              <p:sp>
                <p:nvSpPr>
                  <p:cNvPr id="69" name="Freeform 69"/>
                  <p:cNvSpPr/>
                  <p:nvPr/>
                </p:nvSpPr>
                <p:spPr>
                  <a:xfrm>
                    <a:off x="0" y="6376130"/>
                    <a:ext cx="625792" cy="110013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625792" h="110013">
                        <a:moveTo>
                          <a:pt x="0" y="0"/>
                        </a:moveTo>
                        <a:lnTo>
                          <a:pt x="625793" y="0"/>
                        </a:lnTo>
                        <a:lnTo>
                          <a:pt x="625793" y="110014"/>
                        </a:lnTo>
                        <a:lnTo>
                          <a:pt x="0" y="110014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 cap="flat">
                    <a:prstDash val="solid"/>
                  </a:ln>
                </p:spPr>
                <p:txBody>
                  <a:bodyPr vert="horz" lIns="91440" tIns="45720" rIns="91440" bIns="45720" anchor="ctr">
                    <a:normAutofit fontScale="25000" lnSpcReduction="20000"/>
                  </a:bodyPr>
                  <a:lstStyle/>
                  <a:p>
                    <a:pPr marL="0" algn="l"/>
                    <a:endParaRPr/>
                  </a:p>
                </p:txBody>
              </p:sp>
              <p:sp>
                <p:nvSpPr>
                  <p:cNvPr id="70" name="Freeform 70"/>
                  <p:cNvSpPr/>
                  <p:nvPr/>
                </p:nvSpPr>
                <p:spPr>
                  <a:xfrm>
                    <a:off x="0" y="6549294"/>
                    <a:ext cx="625792" cy="110013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625792" h="110013">
                        <a:moveTo>
                          <a:pt x="0" y="0"/>
                        </a:moveTo>
                        <a:lnTo>
                          <a:pt x="625793" y="0"/>
                        </a:lnTo>
                        <a:lnTo>
                          <a:pt x="625793" y="110014"/>
                        </a:lnTo>
                        <a:lnTo>
                          <a:pt x="0" y="110014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 cap="flat">
                    <a:prstDash val="solid"/>
                  </a:ln>
                </p:spPr>
                <p:txBody>
                  <a:bodyPr vert="horz" lIns="91440" tIns="45720" rIns="91440" bIns="45720" anchor="ctr">
                    <a:normAutofit fontScale="25000" lnSpcReduction="20000"/>
                  </a:bodyPr>
                  <a:lstStyle/>
                  <a:p>
                    <a:pPr marL="0" algn="l"/>
                    <a:endParaRPr/>
                  </a:p>
                </p:txBody>
              </p:sp>
            </p:grpSp>
            <p:sp>
              <p:nvSpPr>
                <p:cNvPr id="71" name="Freeform 71"/>
                <p:cNvSpPr/>
                <p:nvPr/>
              </p:nvSpPr>
              <p:spPr>
                <a:xfrm>
                  <a:off x="301847" y="3864483"/>
                  <a:ext cx="25812" cy="218093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812" h="2180939">
                      <a:moveTo>
                        <a:pt x="0" y="0"/>
                      </a:moveTo>
                      <a:lnTo>
                        <a:pt x="25813" y="2180939"/>
                      </a:lnTo>
                    </a:path>
                  </a:pathLst>
                </a:custGeom>
                <a:ln w="19050" cap="rnd">
                  <a:solidFill>
                    <a:srgbClr val="2C0303"/>
                  </a:solidFill>
                  <a:prstDash val="solid"/>
                </a:ln>
              </p:spPr>
              <p:txBody>
                <a:bodyPr vert="horz" lIns="91440" tIns="45720" rIns="91440" bIns="45720" anchor="ctr">
                  <a:normAutofit/>
                </a:bodyPr>
                <a:lstStyle/>
                <a:p>
                  <a:pPr marL="0" algn="l"/>
                  <a:endParaRPr/>
                </a:p>
              </p:txBody>
            </p:sp>
          </p:grpSp>
          <p:grpSp>
            <p:nvGrpSpPr>
              <p:cNvPr id="72" name="Group 72"/>
              <p:cNvGrpSpPr/>
              <p:nvPr/>
            </p:nvGrpSpPr>
            <p:grpSpPr>
              <a:xfrm>
                <a:off x="592836" y="3114389"/>
                <a:ext cx="1004506" cy="3739229"/>
                <a:chOff x="592836" y="3114389"/>
                <a:chExt cx="1004506" cy="3739229"/>
              </a:xfrm>
            </p:grpSpPr>
            <p:sp>
              <p:nvSpPr>
                <p:cNvPr id="73" name="Freeform 73"/>
                <p:cNvSpPr/>
                <p:nvPr/>
              </p:nvSpPr>
              <p:spPr>
                <a:xfrm>
                  <a:off x="592836" y="3114389"/>
                  <a:ext cx="1004506" cy="373922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04506" h="3739229">
                      <a:moveTo>
                        <a:pt x="0" y="0"/>
                      </a:moveTo>
                      <a:lnTo>
                        <a:pt x="1004507" y="0"/>
                      </a:lnTo>
                      <a:lnTo>
                        <a:pt x="1004507" y="3739229"/>
                      </a:lnTo>
                      <a:lnTo>
                        <a:pt x="0" y="3739229"/>
                      </a:lnTo>
                      <a:close/>
                    </a:path>
                  </a:pathLst>
                </a:custGeom>
                <a:solidFill>
                  <a:srgbClr val="1B3276"/>
                </a:solidFill>
                <a:ln cap="flat">
                  <a:prstDash val="solid"/>
                </a:ln>
              </p:spPr>
              <p:txBody>
                <a:bodyPr vert="horz" lIns="91440" tIns="45720" rIns="91440" bIns="45720" anchor="ctr">
                  <a:normAutofit/>
                </a:bodyPr>
                <a:lstStyle/>
                <a:p>
                  <a:pPr marL="0" algn="l"/>
                  <a:endParaRPr/>
                </a:p>
              </p:txBody>
            </p:sp>
            <p:sp>
              <p:nvSpPr>
                <p:cNvPr id="74" name="Freeform 74"/>
                <p:cNvSpPr/>
                <p:nvPr/>
              </p:nvSpPr>
              <p:spPr>
                <a:xfrm>
                  <a:off x="974502" y="3673411"/>
                  <a:ext cx="206502" cy="260527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6502" h="2605278">
                      <a:moveTo>
                        <a:pt x="0" y="0"/>
                      </a:moveTo>
                      <a:lnTo>
                        <a:pt x="206502" y="0"/>
                      </a:lnTo>
                      <a:lnTo>
                        <a:pt x="206502" y="2605278"/>
                      </a:lnTo>
                      <a:lnTo>
                        <a:pt x="0" y="2605278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 cap="flat">
                  <a:prstDash val="solid"/>
                </a:ln>
              </p:spPr>
              <p:txBody>
                <a:bodyPr vert="horz" lIns="91440" tIns="45720" rIns="91440" bIns="45720" anchor="ctr">
                  <a:normAutofit/>
                </a:bodyPr>
                <a:lstStyle/>
                <a:p>
                  <a:pPr marL="0" algn="l"/>
                  <a:endParaRPr/>
                </a:p>
              </p:txBody>
            </p:sp>
            <p:sp>
              <p:nvSpPr>
                <p:cNvPr id="75" name="Freeform 75"/>
                <p:cNvSpPr/>
                <p:nvPr/>
              </p:nvSpPr>
              <p:spPr>
                <a:xfrm>
                  <a:off x="592836" y="3114389"/>
                  <a:ext cx="1004506" cy="47148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04506" h="471487">
                      <a:moveTo>
                        <a:pt x="0" y="0"/>
                      </a:moveTo>
                      <a:lnTo>
                        <a:pt x="1004507" y="0"/>
                      </a:lnTo>
                      <a:lnTo>
                        <a:pt x="1004507" y="471488"/>
                      </a:lnTo>
                      <a:lnTo>
                        <a:pt x="0" y="471488"/>
                      </a:lnTo>
                      <a:close/>
                    </a:path>
                  </a:pathLst>
                </a:custGeom>
                <a:solidFill>
                  <a:srgbClr val="284499"/>
                </a:solidFill>
                <a:ln cap="flat">
                  <a:prstDash val="solid"/>
                </a:ln>
              </p:spPr>
              <p:txBody>
                <a:bodyPr vert="horz" lIns="91440" tIns="45720" rIns="91440" bIns="45720" anchor="ctr">
                  <a:normAutofit/>
                </a:bodyPr>
                <a:lstStyle/>
                <a:p>
                  <a:pPr marL="0" algn="l"/>
                  <a:endParaRPr/>
                </a:p>
              </p:txBody>
            </p:sp>
            <p:sp>
              <p:nvSpPr>
                <p:cNvPr id="76" name="Freeform 76"/>
                <p:cNvSpPr/>
                <p:nvPr/>
              </p:nvSpPr>
              <p:spPr>
                <a:xfrm>
                  <a:off x="592836" y="6380130"/>
                  <a:ext cx="1004506" cy="47348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04506" h="473487">
                      <a:moveTo>
                        <a:pt x="0" y="0"/>
                      </a:moveTo>
                      <a:lnTo>
                        <a:pt x="1004507" y="0"/>
                      </a:lnTo>
                      <a:lnTo>
                        <a:pt x="1004507" y="473488"/>
                      </a:lnTo>
                      <a:lnTo>
                        <a:pt x="0" y="473488"/>
                      </a:lnTo>
                      <a:close/>
                    </a:path>
                  </a:pathLst>
                </a:custGeom>
                <a:solidFill>
                  <a:srgbClr val="284499"/>
                </a:solidFill>
                <a:ln cap="flat">
                  <a:prstDash val="solid"/>
                </a:ln>
              </p:spPr>
              <p:txBody>
                <a:bodyPr vert="horz" lIns="91440" tIns="45720" rIns="91440" bIns="45720" anchor="ctr">
                  <a:normAutofit/>
                </a:bodyPr>
                <a:lstStyle/>
                <a:p>
                  <a:pPr marL="0" algn="l"/>
                  <a:endParaRPr/>
                </a:p>
              </p:txBody>
            </p:sp>
          </p:grpSp>
          <p:grpSp>
            <p:nvGrpSpPr>
              <p:cNvPr id="77" name="Group 77"/>
              <p:cNvGrpSpPr/>
              <p:nvPr/>
            </p:nvGrpSpPr>
            <p:grpSpPr>
              <a:xfrm>
                <a:off x="2051994" y="2856190"/>
                <a:ext cx="3637121" cy="897445"/>
                <a:chOff x="2051994" y="2856190"/>
                <a:chExt cx="3637121" cy="897445"/>
              </a:xfrm>
              <a:solidFill>
                <a:srgbClr val="FFFFFF"/>
              </a:solidFill>
            </p:grpSpPr>
            <p:sp>
              <p:nvSpPr>
                <p:cNvPr id="78" name="Freeform 78"/>
                <p:cNvSpPr/>
                <p:nvPr/>
              </p:nvSpPr>
              <p:spPr>
                <a:xfrm>
                  <a:off x="2051994" y="2856190"/>
                  <a:ext cx="341233" cy="34123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41233" h="341233">
                      <a:moveTo>
                        <a:pt x="14073" y="189333"/>
                      </a:moveTo>
                      <a:cubicBezTo>
                        <a:pt x="95607" y="213241"/>
                        <a:pt x="127992" y="245626"/>
                        <a:pt x="151900" y="327160"/>
                      </a:cubicBezTo>
                      <a:cubicBezTo>
                        <a:pt x="157424" y="345924"/>
                        <a:pt x="183809" y="345924"/>
                        <a:pt x="189333" y="327160"/>
                      </a:cubicBezTo>
                      <a:cubicBezTo>
                        <a:pt x="213241" y="245626"/>
                        <a:pt x="245626" y="213241"/>
                        <a:pt x="327160" y="189333"/>
                      </a:cubicBezTo>
                      <a:cubicBezTo>
                        <a:pt x="345924" y="183809"/>
                        <a:pt x="345924" y="157424"/>
                        <a:pt x="327160" y="151900"/>
                      </a:cubicBezTo>
                      <a:cubicBezTo>
                        <a:pt x="245626" y="127992"/>
                        <a:pt x="213241" y="95607"/>
                        <a:pt x="189333" y="14073"/>
                      </a:cubicBezTo>
                      <a:cubicBezTo>
                        <a:pt x="183809" y="-4691"/>
                        <a:pt x="157424" y="-4691"/>
                        <a:pt x="151900" y="14073"/>
                      </a:cubicBezTo>
                      <a:cubicBezTo>
                        <a:pt x="127992" y="95607"/>
                        <a:pt x="95607" y="127992"/>
                        <a:pt x="14073" y="151900"/>
                      </a:cubicBezTo>
                      <a:cubicBezTo>
                        <a:pt x="-4691" y="157424"/>
                        <a:pt x="-4691" y="183809"/>
                        <a:pt x="14073" y="189333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 cap="flat">
                  <a:prstDash val="solid"/>
                </a:ln>
              </p:spPr>
              <p:txBody>
                <a:bodyPr vert="horz" lIns="91440" tIns="45720" rIns="91440" bIns="45720" anchor="ctr">
                  <a:normAutofit fontScale="92500" lnSpcReduction="20000"/>
                </a:bodyPr>
                <a:lstStyle/>
                <a:p>
                  <a:pPr marL="0" algn="l"/>
                  <a:endParaRPr/>
                </a:p>
              </p:txBody>
            </p:sp>
            <p:sp>
              <p:nvSpPr>
                <p:cNvPr id="79" name="Freeform 79"/>
                <p:cNvSpPr/>
                <p:nvPr/>
              </p:nvSpPr>
              <p:spPr>
                <a:xfrm>
                  <a:off x="5462087" y="3526607"/>
                  <a:ext cx="227028" cy="22702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7028" h="227028">
                      <a:moveTo>
                        <a:pt x="9358" y="125944"/>
                      </a:moveTo>
                      <a:cubicBezTo>
                        <a:pt x="63556" y="141851"/>
                        <a:pt x="85178" y="163378"/>
                        <a:pt x="101084" y="217670"/>
                      </a:cubicBezTo>
                      <a:cubicBezTo>
                        <a:pt x="104704" y="230148"/>
                        <a:pt x="122325" y="230148"/>
                        <a:pt x="125944" y="217670"/>
                      </a:cubicBezTo>
                      <a:cubicBezTo>
                        <a:pt x="141851" y="163473"/>
                        <a:pt x="163377" y="141851"/>
                        <a:pt x="217670" y="125944"/>
                      </a:cubicBezTo>
                      <a:cubicBezTo>
                        <a:pt x="230148" y="122325"/>
                        <a:pt x="230148" y="104704"/>
                        <a:pt x="217670" y="101084"/>
                      </a:cubicBezTo>
                      <a:cubicBezTo>
                        <a:pt x="163473" y="85177"/>
                        <a:pt x="141851" y="63651"/>
                        <a:pt x="125944" y="9358"/>
                      </a:cubicBezTo>
                      <a:cubicBezTo>
                        <a:pt x="122325" y="-3119"/>
                        <a:pt x="104704" y="-3119"/>
                        <a:pt x="101084" y="9358"/>
                      </a:cubicBezTo>
                      <a:cubicBezTo>
                        <a:pt x="85178" y="63556"/>
                        <a:pt x="63651" y="85177"/>
                        <a:pt x="9358" y="101084"/>
                      </a:cubicBezTo>
                      <a:cubicBezTo>
                        <a:pt x="-3119" y="104799"/>
                        <a:pt x="-3119" y="122325"/>
                        <a:pt x="9358" y="125944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 cap="flat">
                  <a:prstDash val="solid"/>
                </a:ln>
              </p:spPr>
              <p:txBody>
                <a:bodyPr vert="horz" lIns="91440" tIns="45720" rIns="91440" bIns="45720" anchor="ctr">
                  <a:normAutofit fontScale="40000" lnSpcReduction="20000"/>
                </a:bodyPr>
                <a:lstStyle/>
                <a:p>
                  <a:pPr marL="0" algn="l"/>
                  <a:endParaRPr/>
                </a:p>
              </p:txBody>
            </p:sp>
          </p:grpSp>
          <p:sp>
            <p:nvSpPr>
              <p:cNvPr id="80" name="Freeform 80"/>
              <p:cNvSpPr/>
              <p:nvPr/>
            </p:nvSpPr>
            <p:spPr>
              <a:xfrm>
                <a:off x="4192996" y="3254702"/>
                <a:ext cx="918219" cy="942076"/>
              </a:xfrm>
              <a:custGeom>
                <a:avLst/>
                <a:gdLst/>
                <a:ahLst/>
                <a:cxnLst/>
                <a:rect l="l" t="t" r="r" b="b"/>
                <a:pathLst>
                  <a:path w="918219" h="942076">
                    <a:moveTo>
                      <a:pt x="344713" y="8944"/>
                    </a:moveTo>
                    <a:lnTo>
                      <a:pt x="544834" y="187442"/>
                    </a:lnTo>
                    <a:cubicBezTo>
                      <a:pt x="553501" y="195157"/>
                      <a:pt x="565312" y="198110"/>
                      <a:pt x="576552" y="195348"/>
                    </a:cubicBezTo>
                    <a:lnTo>
                      <a:pt x="836965" y="131721"/>
                    </a:lnTo>
                    <a:cubicBezTo>
                      <a:pt x="865254" y="124768"/>
                      <a:pt x="889162" y="153343"/>
                      <a:pt x="877447" y="180013"/>
                    </a:cubicBezTo>
                    <a:lnTo>
                      <a:pt x="769528" y="425472"/>
                    </a:lnTo>
                    <a:cubicBezTo>
                      <a:pt x="764861" y="436044"/>
                      <a:pt x="765718" y="448236"/>
                      <a:pt x="771814" y="458047"/>
                    </a:cubicBezTo>
                    <a:lnTo>
                      <a:pt x="912879" y="686076"/>
                    </a:lnTo>
                    <a:cubicBezTo>
                      <a:pt x="928215" y="710841"/>
                      <a:pt x="908498" y="742369"/>
                      <a:pt x="879447" y="739511"/>
                    </a:cubicBezTo>
                    <a:lnTo>
                      <a:pt x="612652" y="712746"/>
                    </a:lnTo>
                    <a:cubicBezTo>
                      <a:pt x="601126" y="711603"/>
                      <a:pt x="589792" y="716175"/>
                      <a:pt x="582362" y="725033"/>
                    </a:cubicBezTo>
                    <a:lnTo>
                      <a:pt x="409102" y="929630"/>
                    </a:lnTo>
                    <a:cubicBezTo>
                      <a:pt x="390243" y="951823"/>
                      <a:pt x="354143" y="942870"/>
                      <a:pt x="347952" y="914390"/>
                    </a:cubicBezTo>
                    <a:lnTo>
                      <a:pt x="290992" y="652357"/>
                    </a:lnTo>
                    <a:cubicBezTo>
                      <a:pt x="288516" y="641023"/>
                      <a:pt x="280705" y="631688"/>
                      <a:pt x="269942" y="627307"/>
                    </a:cubicBezTo>
                    <a:lnTo>
                      <a:pt x="21816" y="525675"/>
                    </a:lnTo>
                    <a:cubicBezTo>
                      <a:pt x="-5140" y="514626"/>
                      <a:pt x="-7712" y="477478"/>
                      <a:pt x="17434" y="462810"/>
                    </a:cubicBezTo>
                    <a:lnTo>
                      <a:pt x="248987" y="327650"/>
                    </a:lnTo>
                    <a:cubicBezTo>
                      <a:pt x="258988" y="321840"/>
                      <a:pt x="265465" y="311457"/>
                      <a:pt x="266323" y="299932"/>
                    </a:cubicBezTo>
                    <a:lnTo>
                      <a:pt x="286230" y="32566"/>
                    </a:lnTo>
                    <a:cubicBezTo>
                      <a:pt x="288516" y="3514"/>
                      <a:pt x="322996" y="-10392"/>
                      <a:pt x="344713" y="8944"/>
                    </a:cubicBezTo>
                    <a:close/>
                  </a:path>
                </a:pathLst>
              </a:custGeom>
              <a:noFill/>
              <a:ln w="19050" cap="flat">
                <a:solidFill>
                  <a:srgbClr val="FFFFFF"/>
                </a:solidFill>
                <a:prstDash val="solid"/>
              </a:ln>
            </p:spPr>
            <p:txBody>
              <a:bodyPr vert="horz" lIns="91440" tIns="45720" rIns="91440" bIns="45720" anchor="ctr">
                <a:normAutofit/>
              </a:bodyPr>
              <a:lstStyle/>
              <a:p>
                <a:pPr marL="0" algn="l"/>
                <a:endParaRPr/>
              </a:p>
            </p:txBody>
          </p:sp>
          <p:sp>
            <p:nvSpPr>
              <p:cNvPr id="81" name="Freeform 81"/>
              <p:cNvSpPr/>
              <p:nvPr/>
            </p:nvSpPr>
            <p:spPr>
              <a:xfrm>
                <a:off x="2573924" y="2400014"/>
                <a:ext cx="494489" cy="1314545"/>
              </a:xfrm>
              <a:custGeom>
                <a:avLst/>
                <a:gdLst/>
                <a:ahLst/>
                <a:cxnLst/>
                <a:rect l="l" t="t" r="r" b="b"/>
                <a:pathLst>
                  <a:path w="494489" h="1314545">
                    <a:moveTo>
                      <a:pt x="217091" y="0"/>
                    </a:moveTo>
                    <a:cubicBezTo>
                      <a:pt x="733537" y="224600"/>
                      <a:pt x="425308" y="828104"/>
                      <a:pt x="126128" y="859917"/>
                    </a:cubicBezTo>
                    <a:cubicBezTo>
                      <a:pt x="-173053" y="891731"/>
                      <a:pt x="128128" y="444151"/>
                      <a:pt x="327677" y="856679"/>
                    </a:cubicBezTo>
                    <a:cubicBezTo>
                      <a:pt x="449406" y="1108234"/>
                      <a:pt x="254239" y="1314545"/>
                      <a:pt x="254239" y="1314545"/>
                    </a:cubicBezTo>
                  </a:path>
                </a:pathLst>
              </a:custGeom>
              <a:noFill/>
              <a:ln w="19050" cap="flat">
                <a:solidFill>
                  <a:srgbClr val="FFFFFF"/>
                </a:solidFill>
                <a:prstDash val="solid"/>
              </a:ln>
            </p:spPr>
            <p:txBody>
              <a:bodyPr vert="horz" lIns="91440" tIns="45720" rIns="91440" bIns="45720" anchor="ctr">
                <a:normAutofit/>
              </a:bodyPr>
              <a:lstStyle/>
              <a:p>
                <a:pPr marL="0" algn="l"/>
                <a:endParaRPr/>
              </a:p>
            </p:txBody>
          </p:sp>
          <p:sp>
            <p:nvSpPr>
              <p:cNvPr id="82" name="Freeform 82"/>
              <p:cNvSpPr/>
              <p:nvPr/>
            </p:nvSpPr>
            <p:spPr>
              <a:xfrm>
                <a:off x="2833592" y="3809809"/>
                <a:ext cx="917878" cy="566356"/>
              </a:xfrm>
              <a:custGeom>
                <a:avLst/>
                <a:gdLst/>
                <a:ahLst/>
                <a:cxnLst/>
                <a:rect l="l" t="t" r="r" b="b"/>
                <a:pathLst>
                  <a:path w="917878" h="566356">
                    <a:moveTo>
                      <a:pt x="0" y="566357"/>
                    </a:moveTo>
                    <a:cubicBezTo>
                      <a:pt x="6191" y="547878"/>
                      <a:pt x="116967" y="0"/>
                      <a:pt x="560165" y="0"/>
                    </a:cubicBezTo>
                    <a:cubicBezTo>
                      <a:pt x="1003363" y="0"/>
                      <a:pt x="966502" y="369380"/>
                      <a:pt x="812578" y="320135"/>
                    </a:cubicBezTo>
                  </a:path>
                </a:pathLst>
              </a:custGeom>
              <a:noFill/>
              <a:ln w="19050" cap="flat">
                <a:solidFill>
                  <a:srgbClr val="FFFFFF"/>
                </a:solidFill>
                <a:prstDash val="solid"/>
              </a:ln>
            </p:spPr>
            <p:txBody>
              <a:bodyPr vert="horz" lIns="91440" tIns="45720" rIns="91440" bIns="45720" anchor="ctr">
                <a:normAutofit/>
              </a:bodyPr>
              <a:lstStyle/>
              <a:p>
                <a:pPr marL="0" algn="l"/>
                <a:endParaRPr/>
              </a:p>
            </p:txBody>
          </p:sp>
        </p:grpSp>
      </p:grpSp>
      <p:sp>
        <p:nvSpPr>
          <p:cNvPr id="83" name="AutoShape 83"/>
          <p:cNvSpPr>
            <a:spLocks noGrp="1"/>
          </p:cNvSpPr>
          <p:nvPr>
            <p:ph type="title"/>
          </p:nvPr>
        </p:nvSpPr>
        <p:spPr>
          <a:xfrm>
            <a:off x="660399" y="1163301"/>
            <a:ext cx="10858500" cy="2649655"/>
          </a:xfrm>
          <a:prstGeom prst="rect">
            <a:avLst/>
          </a:prstGeom>
        </p:spPr>
        <p:txBody>
          <a:bodyPr vert="horz" wrap="square" lIns="91440" tIns="45720" rIns="91440" bIns="45720" anchor="b">
            <a:noAutofit/>
          </a:bodyPr>
          <a:lstStyle/>
          <a:p>
            <a:pPr algn="ctr">
              <a:lnSpc>
                <a:spcPct val="100000"/>
              </a:lnSpc>
              <a:spcBef>
                <a:spcPct val="0"/>
              </a:spcBef>
              <a:buNone/>
            </a:pPr>
            <a:r>
              <a:rPr lang="en-US" sz="7200" b="1" i="0" u="none" baseline="0">
                <a:solidFill>
                  <a:srgbClr val="000000"/>
                </a:solidFill>
                <a:latin typeface="Arial"/>
                <a:ea typeface="Arial"/>
              </a:rPr>
              <a:t>Click to add title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FFC717">
                <a:lumMod val="40000"/>
                <a:lumOff val="60000"/>
              </a:srgbClr>
            </a:gs>
            <a:gs pos="100000">
              <a:srgbClr val="FFC717">
                <a:alpha val="0"/>
                <a:lumMod val="20000"/>
                <a:lumOff val="80000"/>
              </a:srgbClr>
            </a:gs>
          </a:gsLst>
          <a:lin ang="162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H="1" flipV="1">
            <a:off x="1833806" y="4992914"/>
            <a:ext cx="10358194" cy="1865086"/>
          </a:xfrm>
          <a:custGeom>
            <a:avLst/>
            <a:gdLst/>
            <a:ahLst/>
            <a:cxnLst/>
            <a:rect l="l" t="t" r="r" b="b"/>
            <a:pathLst>
              <a:path w="7753350" h="3032718">
                <a:moveTo>
                  <a:pt x="3524250" y="2228850"/>
                </a:moveTo>
                <a:cubicBezTo>
                  <a:pt x="1696022" y="3831146"/>
                  <a:pt x="0" y="2543175"/>
                  <a:pt x="0" y="2543175"/>
                </a:cubicBezTo>
                <a:lnTo>
                  <a:pt x="0" y="0"/>
                </a:lnTo>
                <a:lnTo>
                  <a:pt x="7753350" y="0"/>
                </a:lnTo>
                <a:cubicBezTo>
                  <a:pt x="7753350" y="0"/>
                  <a:pt x="6067425" y="0"/>
                  <a:pt x="3524250" y="2228850"/>
                </a:cubicBezTo>
                <a:close/>
              </a:path>
            </a:pathLst>
          </a:custGeom>
          <a:solidFill>
            <a:schemeClr val="accent2">
              <a:lumMod val="60000"/>
              <a:lumOff val="40000"/>
            </a:schemeClr>
          </a:solidFill>
          <a:ln cap="flat">
            <a:prstDash val="solid"/>
          </a:ln>
        </p:spPr>
        <p:txBody>
          <a:bodyPr vert="horz" lIns="91440" tIns="45720" rIns="91440" bIns="45720" anchor="ctr">
            <a:normAutofit/>
          </a:bodyPr>
          <a:lstStyle/>
          <a:p>
            <a:pPr marL="0" algn="l"/>
            <a:endParaRPr/>
          </a:p>
        </p:txBody>
      </p:sp>
      <p:sp>
        <p:nvSpPr>
          <p:cNvPr id="3" name="Freeform 3"/>
          <p:cNvSpPr/>
          <p:nvPr/>
        </p:nvSpPr>
        <p:spPr>
          <a:xfrm flipH="1" flipV="1">
            <a:off x="0" y="5568683"/>
            <a:ext cx="3729839" cy="1160730"/>
          </a:xfrm>
          <a:custGeom>
            <a:avLst/>
            <a:gdLst/>
            <a:ahLst/>
            <a:cxnLst/>
            <a:rect l="l" t="t" r="r" b="b"/>
            <a:pathLst>
              <a:path w="2791872" h="1160730">
                <a:moveTo>
                  <a:pt x="2791873" y="1160731"/>
                </a:moveTo>
                <a:lnTo>
                  <a:pt x="2579656" y="938131"/>
                </a:lnTo>
                <a:cubicBezTo>
                  <a:pt x="2108169" y="443593"/>
                  <a:pt x="1447419" y="174703"/>
                  <a:pt x="764667" y="199468"/>
                </a:cubicBezTo>
                <a:lnTo>
                  <a:pt x="0" y="227281"/>
                </a:lnTo>
                <a:lnTo>
                  <a:pt x="668845" y="70309"/>
                </a:lnTo>
                <a:cubicBezTo>
                  <a:pt x="1333976" y="-85711"/>
                  <a:pt x="2033588" y="20112"/>
                  <a:pt x="2622709" y="366060"/>
                </a:cubicBezTo>
                <a:lnTo>
                  <a:pt x="2791873" y="465406"/>
                </a:lnTo>
                <a:lnTo>
                  <a:pt x="2791873" y="1160731"/>
                </a:lnTo>
                <a:close/>
              </a:path>
            </a:pathLst>
          </a:custGeom>
          <a:solidFill>
            <a:schemeClr val="accent2">
              <a:lumMod val="60000"/>
              <a:lumOff val="40000"/>
            </a:schemeClr>
          </a:solidFill>
          <a:ln cap="flat">
            <a:prstDash val="solid"/>
          </a:ln>
        </p:spPr>
        <p:txBody>
          <a:bodyPr vert="horz" lIns="91440" tIns="45720" rIns="91440" bIns="45720" anchor="ctr">
            <a:normAutofit/>
          </a:bodyPr>
          <a:lstStyle/>
          <a:p>
            <a:pPr marL="0" algn="l"/>
            <a:endParaRPr/>
          </a:p>
        </p:txBody>
      </p:sp>
      <p:sp>
        <p:nvSpPr>
          <p:cNvPr id="4" name="AutoShape 4"/>
          <p:cNvSpPr>
            <a:spLocks noGrp="1"/>
          </p:cNvSpPr>
          <p:nvPr>
            <p:ph type="title"/>
          </p:nvPr>
        </p:nvSpPr>
        <p:spPr>
          <a:xfrm>
            <a:off x="660400" y="128587"/>
            <a:ext cx="10858500" cy="900112"/>
          </a:xfrm>
          <a:prstGeom prst="rect">
            <a:avLst/>
          </a:prstGeom>
        </p:spPr>
        <p:txBody>
          <a:bodyPr vert="horz" lIns="91440" tIns="45720" rIns="91440" bIns="45720" anchor="b">
            <a:norm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buNone/>
            </a:pPr>
            <a:r>
              <a:rPr lang="en-US" sz="2800" b="1" i="0" u="none" baseline="0">
                <a:solidFill>
                  <a:srgbClr val="000000"/>
                </a:solidFill>
                <a:latin typeface="Arial"/>
                <a:ea typeface="Arial"/>
              </a:rPr>
              <a:t>Click to add title</a:t>
            </a:r>
          </a:p>
        </p:txBody>
      </p:sp>
      <p:sp>
        <p:nvSpPr>
          <p:cNvPr id="5" name="AutoShape 5"/>
          <p:cNvSpPr>
            <a:spLocks noGrp="1"/>
          </p:cNvSpPr>
          <p:nvPr>
            <p:ph type="body" idx="1"/>
          </p:nvPr>
        </p:nvSpPr>
        <p:spPr>
          <a:xfrm>
            <a:off x="660400" y="1130300"/>
            <a:ext cx="10858500" cy="5003800"/>
          </a:xfrm>
          <a:prstGeom prst="rect">
            <a:avLst/>
          </a:prstGeom>
        </p:spPr>
        <p:txBody>
          <a:bodyPr vert="horz" lIns="91440" tIns="45720" rIns="91440" bIns="45720" anchor="t">
            <a:normAutofit/>
          </a:bodyPr>
          <a:lstStyle/>
          <a:p>
            <a:pPr marL="228600" indent="-228600" algn="l">
              <a:lnSpc>
                <a:spcPct val="120000"/>
              </a:lnSpc>
              <a:spcBef>
                <a:spcPts val="1000"/>
              </a:spcBef>
              <a:buNone/>
            </a:pPr>
            <a:r>
              <a:rPr lang="en-US" sz="1800" b="0" i="0" u="none" baseline="0">
                <a:solidFill>
                  <a:srgbClr val="000000"/>
                </a:solidFill>
                <a:latin typeface="Arial"/>
                <a:ea typeface="Arial"/>
              </a:rPr>
              <a:t>Click to add text</a:t>
            </a:r>
          </a:p>
          <a:p>
            <a:pPr marL="685800" lvl="1" indent="-228600" algn="l">
              <a:lnSpc>
                <a:spcPct val="120000"/>
              </a:lnSpc>
              <a:spcBef>
                <a:spcPts val="500"/>
              </a:spcBef>
              <a:buNone/>
            </a:pPr>
            <a:r>
              <a:rPr lang="en-US" sz="1600" b="0" i="0" u="none" baseline="0">
                <a:solidFill>
                  <a:srgbClr val="000000"/>
                </a:solidFill>
                <a:latin typeface="Arial"/>
                <a:ea typeface="Arial"/>
              </a:rPr>
              <a:t>Second level</a:t>
            </a:r>
          </a:p>
          <a:p>
            <a:pPr marL="1143000" lvl="2" indent="-228600" algn="l">
              <a:lnSpc>
                <a:spcPct val="120000"/>
              </a:lnSpc>
              <a:spcBef>
                <a:spcPts val="500"/>
              </a:spcBef>
              <a:buNone/>
            </a:pPr>
            <a:r>
              <a:rPr lang="en-US" sz="1400" b="0" i="0" u="none" baseline="0">
                <a:solidFill>
                  <a:srgbClr val="000000"/>
                </a:solidFill>
                <a:latin typeface="Arial"/>
                <a:ea typeface="Arial"/>
              </a:rPr>
              <a:t>Third level</a:t>
            </a:r>
          </a:p>
          <a:p>
            <a:pPr marL="1600200" lvl="3" indent="-228600" algn="l">
              <a:lnSpc>
                <a:spcPct val="120000"/>
              </a:lnSpc>
              <a:spcBef>
                <a:spcPts val="500"/>
              </a:spcBef>
              <a:buNone/>
            </a:pPr>
            <a:r>
              <a:rPr lang="en-US" sz="1200" b="0" i="0" u="none" baseline="0">
                <a:solidFill>
                  <a:srgbClr val="000000"/>
                </a:solidFill>
                <a:latin typeface="Arial"/>
                <a:ea typeface="Arial"/>
              </a:rPr>
              <a:t>Fourth level</a:t>
            </a:r>
          </a:p>
          <a:p>
            <a:pPr marL="2057400" lvl="4" indent="-228600" algn="l">
              <a:lnSpc>
                <a:spcPct val="120000"/>
              </a:lnSpc>
              <a:spcBef>
                <a:spcPts val="500"/>
              </a:spcBef>
              <a:buNone/>
            </a:pPr>
            <a:r>
              <a:rPr lang="en-US" sz="1200" b="0" i="0" u="none" baseline="0">
                <a:solidFill>
                  <a:srgbClr val="000000"/>
                </a:solidFill>
                <a:latin typeface="Arial"/>
                <a:ea typeface="Arial"/>
              </a:rPr>
              <a:t>Fifth level</a:t>
            </a:r>
          </a:p>
        </p:txBody>
      </p:sp>
      <p:sp>
        <p:nvSpPr>
          <p:cNvPr id="6" name="AutoShape 6"/>
          <p:cNvSpPr>
            <a:spLocks noGrp="1"/>
          </p:cNvSpPr>
          <p:nvPr>
            <p:ph type="dt" sz="half" idx="2"/>
          </p:nvPr>
        </p:nvSpPr>
        <p:spPr>
          <a:xfrm>
            <a:off x="4718050" y="6409690"/>
            <a:ext cx="2743200" cy="274320"/>
          </a:xfrm>
          <a:prstGeom prst="rect">
            <a:avLst/>
          </a:prstGeom>
        </p:spPr>
        <p:txBody>
          <a:bodyPr vert="horz" lIns="91440" tIns="45720" rIns="91440" bIns="45720" anchor="ctr">
            <a:normAutofit/>
          </a:bodyPr>
          <a:lstStyle/>
          <a:p>
            <a:pPr marL="0" algn="l">
              <a:buNone/>
            </a:pPr>
            <a:endParaRPr/>
          </a:p>
        </p:txBody>
      </p:sp>
      <p:sp>
        <p:nvSpPr>
          <p:cNvPr id="7" name="AutoShape 7"/>
          <p:cNvSpPr>
            <a:spLocks noGrp="1"/>
          </p:cNvSpPr>
          <p:nvPr>
            <p:ph type="ftr" sz="quarter" idx="3"/>
          </p:nvPr>
        </p:nvSpPr>
        <p:spPr>
          <a:xfrm>
            <a:off x="660399" y="6409690"/>
            <a:ext cx="3657600" cy="274320"/>
          </a:xfrm>
          <a:prstGeom prst="rect">
            <a:avLst/>
          </a:prstGeom>
        </p:spPr>
        <p:txBody>
          <a:bodyPr vert="horz" lIns="91440" tIns="45720" rIns="91440" bIns="45720" anchor="ctr">
            <a:normAutofit/>
          </a:bodyPr>
          <a:lstStyle/>
          <a:p>
            <a:pPr marL="0" algn="l">
              <a:buNone/>
            </a:pPr>
            <a:endParaRPr/>
          </a:p>
        </p:txBody>
      </p:sp>
      <p:sp>
        <p:nvSpPr>
          <p:cNvPr id="8" name="AutoShape 8"/>
          <p:cNvSpPr>
            <a:spLocks noGrp="1"/>
          </p:cNvSpPr>
          <p:nvPr>
            <p:ph type="sldNum" sz="quarter" idx="4"/>
          </p:nvPr>
        </p:nvSpPr>
        <p:spPr>
          <a:xfrm>
            <a:off x="7861300" y="6409690"/>
            <a:ext cx="3657600" cy="274320"/>
          </a:xfrm>
          <a:prstGeom prst="rect">
            <a:avLst/>
          </a:prstGeom>
        </p:spPr>
        <p:txBody>
          <a:bodyPr vert="horz" lIns="91440" tIns="45720" rIns="91440" bIns="45720" anchor="ctr">
            <a:normAutofit/>
          </a:bodyPr>
          <a:lstStyle/>
          <a:p>
            <a:pPr marL="0" algn="l">
              <a:buNone/>
            </a:pPr>
            <a:fld id="{3386411A-70EE-422D-B97C-F56BEE3FF077}" type="slidenum">
              <a:rPr lang="en-US" sz="1800" b="0" i="0" u="none" baseline="0">
                <a:solidFill>
                  <a:srgbClr val="000000"/>
                </a:solidFill>
                <a:latin typeface="Arial"/>
                <a:ea typeface="Arial"/>
              </a:rPr>
              <a:t>‹#›</a:t>
            </a:fld>
            <a:endParaRPr lang="en-US" sz="1800" b="0" i="0" u="none" baseline="0">
              <a:solidFill>
                <a:srgbClr val="000000"/>
              </a:solidFill>
              <a:latin typeface="Arial"/>
              <a:ea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1"/>
    <p:sldLayoutId id="2147483656" r:id="rId2"/>
    <p:sldLayoutId id="2147483657" r:id="rId3"/>
    <p:sldLayoutId id="2147483658" r:id="rId4"/>
    <p:sldLayoutId id="2147483659" r:id="rId5"/>
    <p:sldLayoutId id="2147483660" r:id="rId6"/>
    <p:sldLayoutId id="2147483661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5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6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5.jpg"/><Relationship Id="rId1" Type="http://schemas.openxmlformats.org/officeDocument/2006/relationships/slideLayout" Target="../slideLayouts/slideLayout6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6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6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8.jpg"/><Relationship Id="rId1" Type="http://schemas.openxmlformats.org/officeDocument/2006/relationships/slideLayout" Target="../slideLayouts/slideLayout6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6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9.jpg"/><Relationship Id="rId1" Type="http://schemas.openxmlformats.org/officeDocument/2006/relationships/slideLayout" Target="../slideLayouts/slideLayout6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5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6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6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6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20.jpg"/><Relationship Id="rId1" Type="http://schemas.openxmlformats.org/officeDocument/2006/relationships/slideLayout" Target="../slideLayouts/slideLayout6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6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21.jpg"/><Relationship Id="rId1" Type="http://schemas.openxmlformats.org/officeDocument/2006/relationships/slideLayout" Target="../slideLayouts/slideLayout6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6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22.jpg"/><Relationship Id="rId1" Type="http://schemas.openxmlformats.org/officeDocument/2006/relationships/slideLayout" Target="../slideLayouts/slideLayout6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5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6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6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ctrTitle"/>
          </p:nvPr>
        </p:nvSpPr>
        <p:spPr>
          <a:xfrm>
            <a:off x="685800" y="759417"/>
            <a:ext cx="10858500" cy="1678328"/>
          </a:xfrm>
        </p:spPr>
        <p:txBody>
          <a:bodyPr vert="horz" lIns="91440" tIns="45720" rIns="91440" bIns="45720" anchor="b">
            <a:normAutofit/>
          </a:bodyPr>
          <a:lstStyle/>
          <a:p>
            <a:r>
              <a:rPr lang="en-US" altLang="zh-CN" sz="4800" b="1" dirty="0">
                <a:solidFill>
                  <a:srgbClr val="000000"/>
                </a:solidFill>
                <a:latin typeface="微软雅黑"/>
                <a:ea typeface="微软雅黑"/>
              </a:rPr>
              <a:t>Shopify Sales &amp; Customer Analytics </a:t>
            </a:r>
            <a:endParaRPr lang="zh-CN" altLang="en-US" sz="4800" b="1" i="0" u="none" baseline="0" dirty="0">
              <a:solidFill>
                <a:srgbClr val="000000"/>
              </a:solidFill>
              <a:latin typeface="微软雅黑"/>
              <a:ea typeface="微软雅黑"/>
            </a:endParaRPr>
          </a:p>
        </p:txBody>
      </p:sp>
      <p:sp>
        <p:nvSpPr>
          <p:cNvPr id="4" name="AutoShape 4"/>
          <p:cNvSpPr/>
          <p:nvPr/>
        </p:nvSpPr>
        <p:spPr>
          <a:xfrm>
            <a:off x="10795000" y="6540500"/>
            <a:ext cx="1270000" cy="1905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rtlCol="0" anchor="t"/>
          <a:lstStyle/>
          <a:p>
            <a:pPr algn="r">
              <a:defRPr/>
            </a:pPr>
            <a:r>
              <a:rPr lang="en-US" sz="800" b="0" i="0" u="none" baseline="0">
                <a:solidFill>
                  <a:srgbClr val="808080"/>
                </a:solidFill>
                <a:latin typeface="Microsoft YaHei"/>
                <a:ea typeface="Microsoft YaHei"/>
              </a:rPr>
              <a:t>内容由AI生成</a:t>
            </a:r>
            <a:endParaRPr lang="en-US" sz="110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xmlns="" id="{6729B6E3-A134-D372-1746-7318A8518787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79136" y="113665"/>
            <a:ext cx="2185864" cy="625157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2362200" y="3810000"/>
            <a:ext cx="3276600" cy="762000"/>
          </a:xfrm>
          <a:prstGeom prst="roundRect">
            <a:avLst>
              <a:gd name="adj" fmla="val 50000"/>
            </a:avLst>
          </a:prstGeom>
          <a:solidFill>
            <a:schemeClr val="accent1">
              <a:alpha val="28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i="1" dirty="0" smtClean="0">
                <a:solidFill>
                  <a:schemeClr val="tx1"/>
                </a:solidFill>
              </a:rPr>
              <a:t>Name :- AYUSH DASH</a:t>
            </a:r>
            <a:endParaRPr lang="en-IN" b="1" i="1" dirty="0">
              <a:solidFill>
                <a:schemeClr val="tx1"/>
              </a:solidFill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5943600" y="3810000"/>
            <a:ext cx="3276600" cy="762000"/>
          </a:xfrm>
          <a:prstGeom prst="roundRect">
            <a:avLst>
              <a:gd name="adj" fmla="val 50000"/>
            </a:avLst>
          </a:prstGeom>
          <a:solidFill>
            <a:schemeClr val="accent1">
              <a:alpha val="28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i="1" dirty="0" smtClean="0">
                <a:solidFill>
                  <a:schemeClr val="tx1"/>
                </a:solidFill>
              </a:rPr>
              <a:t>Data :- 31</a:t>
            </a:r>
            <a:r>
              <a:rPr lang="en-US" b="1" i="1" baseline="30000" dirty="0" smtClean="0">
                <a:solidFill>
                  <a:schemeClr val="tx1"/>
                </a:solidFill>
              </a:rPr>
              <a:t>st</a:t>
            </a:r>
            <a:r>
              <a:rPr lang="en-US" b="1" i="1" dirty="0" smtClean="0">
                <a:solidFill>
                  <a:schemeClr val="tx1"/>
                </a:solidFill>
              </a:rPr>
              <a:t>  July,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FFC717">
                <a:lumMod val="40000"/>
                <a:lumOff val="60000"/>
              </a:srgbClr>
            </a:gs>
            <a:gs pos="100000">
              <a:srgbClr val="FFC717">
                <a:alpha val="0"/>
                <a:lumMod val="20000"/>
                <a:lumOff val="80000"/>
              </a:srgbClr>
            </a:gs>
          </a:gsLst>
          <a:lin ang="162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8930292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1567087" y="6858000"/>
                </a:lnTo>
                <a:lnTo>
                  <a:pt x="1958321" y="6735643"/>
                </a:lnTo>
                <a:cubicBezTo>
                  <a:pt x="5111444" y="5668530"/>
                  <a:pt x="7614512" y="3354951"/>
                  <a:pt x="8769025" y="440529"/>
                </a:cubicBezTo>
                <a:close/>
                <a:moveTo>
                  <a:pt x="0" y="0"/>
                </a:moveTo>
                <a:lnTo>
                  <a:pt x="1" y="0"/>
                </a:lnTo>
                <a:lnTo>
                  <a:pt x="1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1">
              <a:alpha val="15000"/>
            </a:schemeClr>
          </a:solidFill>
          <a:ln cap="flat" cmpd="sng">
            <a:prstDash val="solid"/>
          </a:ln>
        </p:spPr>
        <p:txBody>
          <a:bodyPr vert="horz" wrap="square" lIns="91440" tIns="45720" rIns="91440" bIns="45720" anchor="ctr">
            <a:noAutofit/>
          </a:bodyPr>
          <a:lstStyle/>
          <a:p>
            <a:pPr marL="0" algn="ctr"/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660401" y="1162407"/>
            <a:ext cx="3653621" cy="1017068"/>
          </a:xfrm>
          <a:prstGeom prst="rect">
            <a:avLst/>
          </a:prstGeom>
        </p:spPr>
        <p:txBody>
          <a:bodyPr vert="horz" wrap="none" lIns="91440" tIns="45720" rIns="91440" bIns="45720" anchor="b">
            <a:normAutofit lnSpcReduction="10000"/>
          </a:bodyPr>
          <a:lstStyle/>
          <a:p>
            <a:pPr marL="0" algn="l"/>
            <a:r>
              <a:rPr lang="en-US" sz="6600" b="1" i="0" u="none" baseline="0">
                <a:solidFill>
                  <a:srgbClr val="000000"/>
                </a:solidFill>
                <a:latin typeface="微软雅黑"/>
                <a:ea typeface="微软雅黑"/>
              </a:rPr>
              <a:t>Contents</a:t>
            </a:r>
          </a:p>
        </p:txBody>
      </p:sp>
      <p:sp>
        <p:nvSpPr>
          <p:cNvPr id="4" name="Freeform 4"/>
          <p:cNvSpPr/>
          <p:nvPr/>
        </p:nvSpPr>
        <p:spPr>
          <a:xfrm>
            <a:off x="2396639" y="3733732"/>
            <a:ext cx="160380" cy="19324"/>
          </a:xfrm>
          <a:custGeom>
            <a:avLst/>
            <a:gdLst/>
            <a:ahLst/>
            <a:cxnLst/>
            <a:rect l="l" t="t" r="r" b="b"/>
            <a:pathLst>
              <a:path w="358047" h="43141">
                <a:moveTo>
                  <a:pt x="0" y="1922"/>
                </a:moveTo>
                <a:lnTo>
                  <a:pt x="297417" y="146"/>
                </a:lnTo>
                <a:cubicBezTo>
                  <a:pt x="297417" y="146"/>
                  <a:pt x="365464" y="-3230"/>
                  <a:pt x="357380" y="22532"/>
                </a:cubicBezTo>
                <a:cubicBezTo>
                  <a:pt x="349296" y="48294"/>
                  <a:pt x="299460" y="42608"/>
                  <a:pt x="299460" y="42608"/>
                </a:cubicBezTo>
                <a:lnTo>
                  <a:pt x="14391" y="42697"/>
                </a:lnTo>
                <a:lnTo>
                  <a:pt x="0" y="1922"/>
                </a:lnTo>
                <a:close/>
              </a:path>
            </a:pathLst>
          </a:custGeom>
          <a:solidFill>
            <a:srgbClr val="1B0242"/>
          </a:solidFill>
          <a:ln cap="flat">
            <a:prstDash val="solid"/>
          </a:ln>
        </p:spPr>
        <p:txBody>
          <a:bodyPr vert="horz" lIns="91440" tIns="45720" rIns="91440" bIns="45720" anchor="ctr">
            <a:normAutofit fontScale="25000" lnSpcReduction="20000"/>
          </a:bodyPr>
          <a:lstStyle/>
          <a:p>
            <a:pPr marL="0" algn="l"/>
            <a:endParaRPr/>
          </a:p>
        </p:txBody>
      </p:sp>
      <p:sp>
        <p:nvSpPr>
          <p:cNvPr id="5" name="Freeform 5"/>
          <p:cNvSpPr/>
          <p:nvPr/>
        </p:nvSpPr>
        <p:spPr>
          <a:xfrm>
            <a:off x="1283735" y="4214030"/>
            <a:ext cx="557528" cy="1702475"/>
          </a:xfrm>
          <a:custGeom>
            <a:avLst/>
            <a:gdLst/>
            <a:ahLst/>
            <a:cxnLst/>
            <a:rect l="l" t="t" r="r" b="b"/>
            <a:pathLst>
              <a:path w="1244680" h="3800769">
                <a:moveTo>
                  <a:pt x="233939" y="6507"/>
                </a:moveTo>
                <a:cubicBezTo>
                  <a:pt x="474058" y="-44040"/>
                  <a:pt x="704405" y="216511"/>
                  <a:pt x="704405" y="216511"/>
                </a:cubicBezTo>
                <a:cubicBezTo>
                  <a:pt x="704405" y="216511"/>
                  <a:pt x="1179846" y="1083355"/>
                  <a:pt x="1240875" y="1654292"/>
                </a:cubicBezTo>
                <a:cubicBezTo>
                  <a:pt x="1295508" y="2164467"/>
                  <a:pt x="744025" y="3765526"/>
                  <a:pt x="730523" y="3790044"/>
                </a:cubicBezTo>
                <a:cubicBezTo>
                  <a:pt x="717020" y="3814473"/>
                  <a:pt x="596383" y="3792887"/>
                  <a:pt x="590697" y="3768013"/>
                </a:cubicBezTo>
                <a:cubicBezTo>
                  <a:pt x="584923" y="3743139"/>
                  <a:pt x="623388" y="1929767"/>
                  <a:pt x="617436" y="1850882"/>
                </a:cubicBezTo>
                <a:cubicBezTo>
                  <a:pt x="613172" y="1794472"/>
                  <a:pt x="141907" y="811433"/>
                  <a:pt x="30776" y="470043"/>
                </a:cubicBezTo>
                <a:cubicBezTo>
                  <a:pt x="-35584" y="266258"/>
                  <a:pt x="-6180" y="57053"/>
                  <a:pt x="233939" y="6507"/>
                </a:cubicBezTo>
                <a:close/>
              </a:path>
            </a:pathLst>
          </a:custGeom>
          <a:solidFill>
            <a:srgbClr val="040408"/>
          </a:solidFill>
          <a:ln cap="flat">
            <a:prstDash val="solid"/>
          </a:ln>
        </p:spPr>
        <p:txBody>
          <a:bodyPr vert="horz" lIns="91440" tIns="45720" rIns="91440" bIns="45720" anchor="ctr">
            <a:normAutofit/>
          </a:bodyPr>
          <a:lstStyle/>
          <a:p>
            <a:pPr marL="0" algn="l"/>
            <a:endParaRPr/>
          </a:p>
        </p:txBody>
      </p:sp>
      <p:sp>
        <p:nvSpPr>
          <p:cNvPr id="6" name="Freeform 6"/>
          <p:cNvSpPr/>
          <p:nvPr/>
        </p:nvSpPr>
        <p:spPr>
          <a:xfrm>
            <a:off x="1017400" y="4146833"/>
            <a:ext cx="445164" cy="1881835"/>
          </a:xfrm>
          <a:custGeom>
            <a:avLst/>
            <a:gdLst/>
            <a:ahLst/>
            <a:cxnLst/>
            <a:rect l="l" t="t" r="r" b="b"/>
            <a:pathLst>
              <a:path w="993826" h="4201190">
                <a:moveTo>
                  <a:pt x="231121" y="0"/>
                </a:moveTo>
                <a:cubicBezTo>
                  <a:pt x="231121" y="0"/>
                  <a:pt x="-11397" y="195346"/>
                  <a:pt x="418" y="598831"/>
                </a:cubicBezTo>
                <a:cubicBezTo>
                  <a:pt x="15253" y="1103321"/>
                  <a:pt x="390756" y="2014937"/>
                  <a:pt x="385514" y="2059443"/>
                </a:cubicBezTo>
                <a:cubicBezTo>
                  <a:pt x="311249" y="2686790"/>
                  <a:pt x="160764" y="4057502"/>
                  <a:pt x="164228" y="4184535"/>
                </a:cubicBezTo>
                <a:cubicBezTo>
                  <a:pt x="164850" y="4206033"/>
                  <a:pt x="313203" y="4211363"/>
                  <a:pt x="329282" y="4172187"/>
                </a:cubicBezTo>
                <a:cubicBezTo>
                  <a:pt x="345361" y="4133011"/>
                  <a:pt x="945969" y="2567753"/>
                  <a:pt x="981325" y="2078187"/>
                </a:cubicBezTo>
                <a:cubicBezTo>
                  <a:pt x="1003445" y="1772065"/>
                  <a:pt x="1014283" y="690419"/>
                  <a:pt x="852072" y="367329"/>
                </a:cubicBezTo>
                <a:cubicBezTo>
                  <a:pt x="689860" y="44240"/>
                  <a:pt x="231121" y="0"/>
                  <a:pt x="231121" y="0"/>
                </a:cubicBezTo>
                <a:close/>
              </a:path>
            </a:pathLst>
          </a:custGeom>
          <a:solidFill>
            <a:srgbClr val="040408"/>
          </a:solidFill>
          <a:ln cap="flat">
            <a:prstDash val="solid"/>
          </a:ln>
        </p:spPr>
        <p:txBody>
          <a:bodyPr vert="horz" lIns="91440" tIns="45720" rIns="91440" bIns="45720" anchor="ctr">
            <a:normAutofit/>
          </a:bodyPr>
          <a:lstStyle/>
          <a:p>
            <a:pPr marL="0" algn="l"/>
            <a:endParaRPr/>
          </a:p>
        </p:txBody>
      </p:sp>
      <p:sp>
        <p:nvSpPr>
          <p:cNvPr id="7" name="Freeform 7"/>
          <p:cNvSpPr/>
          <p:nvPr/>
        </p:nvSpPr>
        <p:spPr>
          <a:xfrm>
            <a:off x="1926193" y="3663082"/>
            <a:ext cx="487143" cy="912810"/>
          </a:xfrm>
          <a:custGeom>
            <a:avLst/>
            <a:gdLst/>
            <a:ahLst/>
            <a:cxnLst/>
            <a:rect l="l" t="t" r="r" b="b"/>
            <a:pathLst>
              <a:path w="1087544" h="2037845">
                <a:moveTo>
                  <a:pt x="856433" y="616701"/>
                </a:moveTo>
                <a:cubicBezTo>
                  <a:pt x="870291" y="584454"/>
                  <a:pt x="1072744" y="610127"/>
                  <a:pt x="1084825" y="632069"/>
                </a:cubicBezTo>
                <a:cubicBezTo>
                  <a:pt x="1096996" y="654011"/>
                  <a:pt x="1077896" y="1949747"/>
                  <a:pt x="824452" y="2033695"/>
                </a:cubicBezTo>
                <a:cubicBezTo>
                  <a:pt x="571008" y="2117644"/>
                  <a:pt x="1404" y="902125"/>
                  <a:pt x="71" y="740003"/>
                </a:cubicBezTo>
                <a:cubicBezTo>
                  <a:pt x="-1262" y="577792"/>
                  <a:pt x="15528" y="477853"/>
                  <a:pt x="108093" y="309956"/>
                </a:cubicBezTo>
                <a:cubicBezTo>
                  <a:pt x="200659" y="142149"/>
                  <a:pt x="504294" y="-75850"/>
                  <a:pt x="552087" y="26131"/>
                </a:cubicBezTo>
                <a:cubicBezTo>
                  <a:pt x="620489" y="172175"/>
                  <a:pt x="782523" y="1345230"/>
                  <a:pt x="782523" y="1345230"/>
                </a:cubicBezTo>
                <a:cubicBezTo>
                  <a:pt x="782523" y="1345230"/>
                  <a:pt x="842486" y="648948"/>
                  <a:pt x="856433" y="616701"/>
                </a:cubicBezTo>
                <a:close/>
              </a:path>
            </a:pathLst>
          </a:custGeom>
          <a:solidFill>
            <a:schemeClr val="accent1"/>
          </a:solidFill>
          <a:ln cap="flat">
            <a:prstDash val="solid"/>
          </a:ln>
        </p:spPr>
        <p:txBody>
          <a:bodyPr vert="horz" lIns="91440" tIns="45720" rIns="91440" bIns="45720" anchor="ctr">
            <a:normAutofit/>
          </a:bodyPr>
          <a:lstStyle/>
          <a:p>
            <a:pPr marL="0" algn="l"/>
            <a:endParaRPr/>
          </a:p>
        </p:txBody>
      </p:sp>
      <p:sp>
        <p:nvSpPr>
          <p:cNvPr id="8" name="Freeform 8"/>
          <p:cNvSpPr/>
          <p:nvPr/>
        </p:nvSpPr>
        <p:spPr>
          <a:xfrm>
            <a:off x="1018781" y="3487043"/>
            <a:ext cx="1179032" cy="930570"/>
          </a:xfrm>
          <a:custGeom>
            <a:avLst/>
            <a:gdLst/>
            <a:ahLst/>
            <a:cxnLst/>
            <a:rect l="l" t="t" r="r" b="b"/>
            <a:pathLst>
              <a:path w="2632184" h="2077493">
                <a:moveTo>
                  <a:pt x="0" y="1680227"/>
                </a:moveTo>
                <a:cubicBezTo>
                  <a:pt x="0" y="1680227"/>
                  <a:pt x="56410" y="1109112"/>
                  <a:pt x="1140365" y="436904"/>
                </a:cubicBezTo>
                <a:cubicBezTo>
                  <a:pt x="1506717" y="209755"/>
                  <a:pt x="2121982" y="-37027"/>
                  <a:pt x="2287481" y="4637"/>
                </a:cubicBezTo>
                <a:cubicBezTo>
                  <a:pt x="2452890" y="46389"/>
                  <a:pt x="2637487" y="487006"/>
                  <a:pt x="2632068" y="703851"/>
                </a:cubicBezTo>
                <a:cubicBezTo>
                  <a:pt x="2626649" y="920695"/>
                  <a:pt x="2096665" y="1328711"/>
                  <a:pt x="1923349" y="1536227"/>
                </a:cubicBezTo>
                <a:cubicBezTo>
                  <a:pt x="1677101" y="1831068"/>
                  <a:pt x="1427299" y="2077494"/>
                  <a:pt x="1427299" y="2077494"/>
                </a:cubicBezTo>
                <a:cubicBezTo>
                  <a:pt x="1427299" y="2077494"/>
                  <a:pt x="541089" y="1817210"/>
                  <a:pt x="0" y="1680227"/>
                </a:cubicBezTo>
                <a:close/>
              </a:path>
            </a:pathLst>
          </a:custGeom>
          <a:solidFill>
            <a:schemeClr val="accent1"/>
          </a:solidFill>
          <a:ln cap="flat">
            <a:prstDash val="solid"/>
          </a:ln>
        </p:spPr>
        <p:txBody>
          <a:bodyPr vert="horz" lIns="91440" tIns="45720" rIns="91440" bIns="45720" anchor="ctr">
            <a:normAutofit/>
          </a:bodyPr>
          <a:lstStyle/>
          <a:p>
            <a:pPr marL="0" algn="l"/>
            <a:endParaRPr/>
          </a:p>
        </p:txBody>
      </p:sp>
      <p:sp>
        <p:nvSpPr>
          <p:cNvPr id="9" name="Freeform 9"/>
          <p:cNvSpPr/>
          <p:nvPr/>
        </p:nvSpPr>
        <p:spPr>
          <a:xfrm>
            <a:off x="2090680" y="3473743"/>
            <a:ext cx="294448" cy="199492"/>
          </a:xfrm>
          <a:custGeom>
            <a:avLst/>
            <a:gdLst/>
            <a:ahLst/>
            <a:cxnLst/>
            <a:rect l="l" t="t" r="r" b="b"/>
            <a:pathLst>
              <a:path w="657354" h="445365">
                <a:moveTo>
                  <a:pt x="138054" y="445366"/>
                </a:moveTo>
                <a:lnTo>
                  <a:pt x="315989" y="316556"/>
                </a:lnTo>
                <a:cubicBezTo>
                  <a:pt x="315989" y="316556"/>
                  <a:pt x="349480" y="347293"/>
                  <a:pt x="400915" y="346138"/>
                </a:cubicBezTo>
                <a:cubicBezTo>
                  <a:pt x="444799" y="345161"/>
                  <a:pt x="522973" y="286619"/>
                  <a:pt x="522973" y="286619"/>
                </a:cubicBezTo>
                <a:lnTo>
                  <a:pt x="546692" y="313714"/>
                </a:lnTo>
                <a:cubicBezTo>
                  <a:pt x="546692" y="313714"/>
                  <a:pt x="628419" y="249842"/>
                  <a:pt x="651249" y="168825"/>
                </a:cubicBezTo>
                <a:cubicBezTo>
                  <a:pt x="673991" y="87719"/>
                  <a:pt x="636147" y="-32029"/>
                  <a:pt x="487705" y="7946"/>
                </a:cubicBezTo>
                <a:cubicBezTo>
                  <a:pt x="339175" y="47922"/>
                  <a:pt x="1871" y="167048"/>
                  <a:pt x="1871" y="167048"/>
                </a:cubicBezTo>
                <a:cubicBezTo>
                  <a:pt x="1871" y="167048"/>
                  <a:pt x="-8878" y="229144"/>
                  <a:pt x="21148" y="294703"/>
                </a:cubicBezTo>
                <a:cubicBezTo>
                  <a:pt x="59791" y="379629"/>
                  <a:pt x="138054" y="445366"/>
                  <a:pt x="138054" y="445366"/>
                </a:cubicBezTo>
                <a:close/>
              </a:path>
            </a:pathLst>
          </a:custGeom>
          <a:solidFill>
            <a:srgbClr val="FF972A"/>
          </a:solidFill>
          <a:ln cap="flat">
            <a:prstDash val="solid"/>
          </a:ln>
        </p:spPr>
        <p:txBody>
          <a:bodyPr vert="horz" lIns="91440" tIns="45720" rIns="91440" bIns="45720" anchor="ctr">
            <a:normAutofit fontScale="40000" lnSpcReduction="20000"/>
          </a:bodyPr>
          <a:lstStyle/>
          <a:p>
            <a:pPr marL="0" algn="l"/>
            <a:endParaRPr/>
          </a:p>
        </p:txBody>
      </p:sp>
      <p:sp>
        <p:nvSpPr>
          <p:cNvPr id="10" name="Freeform 10"/>
          <p:cNvSpPr/>
          <p:nvPr/>
        </p:nvSpPr>
        <p:spPr>
          <a:xfrm>
            <a:off x="2319728" y="3854595"/>
            <a:ext cx="77204" cy="108942"/>
          </a:xfrm>
          <a:custGeom>
            <a:avLst/>
            <a:gdLst/>
            <a:ahLst/>
            <a:cxnLst/>
            <a:rect l="l" t="t" r="r" b="b"/>
            <a:pathLst>
              <a:path w="172357" h="243213">
                <a:moveTo>
                  <a:pt x="5138" y="215976"/>
                </a:moveTo>
                <a:cubicBezTo>
                  <a:pt x="430" y="199275"/>
                  <a:pt x="-9964" y="15122"/>
                  <a:pt x="25392" y="5261"/>
                </a:cubicBezTo>
                <a:cubicBezTo>
                  <a:pt x="60748" y="-4599"/>
                  <a:pt x="155446" y="-1756"/>
                  <a:pt x="163885" y="23739"/>
                </a:cubicBezTo>
                <a:cubicBezTo>
                  <a:pt x="172324" y="49323"/>
                  <a:pt x="176944" y="229479"/>
                  <a:pt x="165662" y="240050"/>
                </a:cubicBezTo>
                <a:cubicBezTo>
                  <a:pt x="154380" y="250622"/>
                  <a:pt x="9846" y="232677"/>
                  <a:pt x="5138" y="215976"/>
                </a:cubicBezTo>
                <a:close/>
              </a:path>
            </a:pathLst>
          </a:custGeom>
          <a:solidFill>
            <a:srgbClr val="F3EFEC"/>
          </a:solidFill>
          <a:ln cap="flat">
            <a:prstDash val="solid"/>
          </a:ln>
        </p:spPr>
        <p:txBody>
          <a:bodyPr vert="horz" lIns="91440" tIns="45720" rIns="91440" bIns="45720" anchor="ctr">
            <a:normAutofit fontScale="25000" lnSpcReduction="20000"/>
          </a:bodyPr>
          <a:lstStyle/>
          <a:p>
            <a:pPr marL="0" algn="l"/>
            <a:endParaRPr/>
          </a:p>
        </p:txBody>
      </p:sp>
      <p:sp>
        <p:nvSpPr>
          <p:cNvPr id="11" name="Freeform 11"/>
          <p:cNvSpPr/>
          <p:nvPr/>
        </p:nvSpPr>
        <p:spPr>
          <a:xfrm>
            <a:off x="2330997" y="3703735"/>
            <a:ext cx="134401" cy="189611"/>
          </a:xfrm>
          <a:custGeom>
            <a:avLst/>
            <a:gdLst/>
            <a:ahLst/>
            <a:cxnLst/>
            <a:rect l="l" t="t" r="r" b="b"/>
            <a:pathLst>
              <a:path w="300049" h="423306">
                <a:moveTo>
                  <a:pt x="11693" y="398911"/>
                </a:moveTo>
                <a:cubicBezTo>
                  <a:pt x="11693" y="398911"/>
                  <a:pt x="-32191" y="294086"/>
                  <a:pt x="50070" y="237321"/>
                </a:cubicBezTo>
                <a:cubicBezTo>
                  <a:pt x="132419" y="180645"/>
                  <a:pt x="201976" y="146622"/>
                  <a:pt x="201976" y="146622"/>
                </a:cubicBezTo>
                <a:lnTo>
                  <a:pt x="213081" y="102560"/>
                </a:lnTo>
                <a:cubicBezTo>
                  <a:pt x="213081" y="102560"/>
                  <a:pt x="262472" y="-26250"/>
                  <a:pt x="281039" y="4842"/>
                </a:cubicBezTo>
                <a:cubicBezTo>
                  <a:pt x="299605" y="35934"/>
                  <a:pt x="312753" y="181622"/>
                  <a:pt x="280150" y="227372"/>
                </a:cubicBezTo>
                <a:cubicBezTo>
                  <a:pt x="247459" y="273033"/>
                  <a:pt x="121581" y="325800"/>
                  <a:pt x="104969" y="391982"/>
                </a:cubicBezTo>
                <a:cubicBezTo>
                  <a:pt x="88268" y="458163"/>
                  <a:pt x="11693" y="398911"/>
                  <a:pt x="11693" y="398911"/>
                </a:cubicBezTo>
                <a:close/>
              </a:path>
            </a:pathLst>
          </a:custGeom>
          <a:solidFill>
            <a:srgbClr val="FF972A"/>
          </a:solidFill>
          <a:ln cap="flat">
            <a:prstDash val="solid"/>
          </a:ln>
        </p:spPr>
        <p:txBody>
          <a:bodyPr vert="horz" lIns="91440" tIns="45720" rIns="91440" bIns="45720" anchor="ctr">
            <a:normAutofit fontScale="40000" lnSpcReduction="20000"/>
          </a:bodyPr>
          <a:lstStyle/>
          <a:p>
            <a:pPr marL="0" algn="l"/>
            <a:endParaRPr/>
          </a:p>
        </p:txBody>
      </p:sp>
      <p:sp>
        <p:nvSpPr>
          <p:cNvPr id="12" name="Freeform 12"/>
          <p:cNvSpPr/>
          <p:nvPr/>
        </p:nvSpPr>
        <p:spPr>
          <a:xfrm>
            <a:off x="2224461" y="3439424"/>
            <a:ext cx="176831" cy="116567"/>
          </a:xfrm>
          <a:custGeom>
            <a:avLst/>
            <a:gdLst/>
            <a:ahLst/>
            <a:cxnLst/>
            <a:rect l="l" t="t" r="r" b="b"/>
            <a:pathLst>
              <a:path w="394775" h="260236">
                <a:moveTo>
                  <a:pt x="0" y="143194"/>
                </a:moveTo>
                <a:cubicBezTo>
                  <a:pt x="0" y="143194"/>
                  <a:pt x="18211" y="168956"/>
                  <a:pt x="164166" y="163448"/>
                </a:cubicBezTo>
                <a:cubicBezTo>
                  <a:pt x="194192" y="162294"/>
                  <a:pt x="147287" y="191787"/>
                  <a:pt x="174293" y="226343"/>
                </a:cubicBezTo>
                <a:cubicBezTo>
                  <a:pt x="204319" y="264808"/>
                  <a:pt x="267835" y="209198"/>
                  <a:pt x="279295" y="222878"/>
                </a:cubicBezTo>
                <a:cubicBezTo>
                  <a:pt x="307277" y="256280"/>
                  <a:pt x="345831" y="266052"/>
                  <a:pt x="360933" y="257080"/>
                </a:cubicBezTo>
                <a:cubicBezTo>
                  <a:pt x="392025" y="238513"/>
                  <a:pt x="411036" y="173309"/>
                  <a:pt x="375769" y="93358"/>
                </a:cubicBezTo>
                <a:cubicBezTo>
                  <a:pt x="339880" y="12075"/>
                  <a:pt x="218888" y="-32076"/>
                  <a:pt x="97096" y="27532"/>
                </a:cubicBezTo>
                <a:cubicBezTo>
                  <a:pt x="18566" y="65908"/>
                  <a:pt x="0" y="143194"/>
                  <a:pt x="0" y="143194"/>
                </a:cubicBezTo>
                <a:close/>
              </a:path>
            </a:pathLst>
          </a:custGeom>
          <a:gradFill>
            <a:gsLst>
              <a:gs pos="0">
                <a:srgbClr val="1B0242"/>
              </a:gs>
              <a:gs pos="50000">
                <a:srgbClr val="1B0242"/>
              </a:gs>
              <a:gs pos="100000">
                <a:srgbClr val="1B0242"/>
              </a:gs>
            </a:gsLst>
            <a:lin ang="10542617"/>
          </a:gradFill>
          <a:ln cap="flat">
            <a:prstDash val="solid"/>
          </a:ln>
        </p:spPr>
        <p:txBody>
          <a:bodyPr vert="horz" lIns="91440" tIns="45720" rIns="91440" bIns="45720" anchor="ctr">
            <a:normAutofit fontScale="25000" lnSpcReduction="20000"/>
          </a:bodyPr>
          <a:lstStyle/>
          <a:p>
            <a:pPr marL="0" algn="l"/>
            <a:endParaRPr/>
          </a:p>
        </p:txBody>
      </p:sp>
      <p:sp>
        <p:nvSpPr>
          <p:cNvPr id="13" name="Freeform 13"/>
          <p:cNvSpPr/>
          <p:nvPr/>
        </p:nvSpPr>
        <p:spPr>
          <a:xfrm>
            <a:off x="2259270" y="3492090"/>
            <a:ext cx="59631" cy="44230"/>
          </a:xfrm>
          <a:custGeom>
            <a:avLst/>
            <a:gdLst/>
            <a:ahLst/>
            <a:cxnLst/>
            <a:rect l="l" t="t" r="r" b="b"/>
            <a:pathLst>
              <a:path w="133126" h="98743">
                <a:moveTo>
                  <a:pt x="113994" y="70834"/>
                </a:moveTo>
                <a:cubicBezTo>
                  <a:pt x="132827" y="50491"/>
                  <a:pt x="144020" y="19843"/>
                  <a:pt x="117192" y="5630"/>
                </a:cubicBezTo>
                <a:cubicBezTo>
                  <a:pt x="75528" y="-16579"/>
                  <a:pt x="-6910" y="31125"/>
                  <a:pt x="463" y="75364"/>
                </a:cubicBezTo>
                <a:cubicBezTo>
                  <a:pt x="7926" y="119515"/>
                  <a:pt x="95161" y="91266"/>
                  <a:pt x="113994" y="70834"/>
                </a:cubicBezTo>
                <a:close/>
              </a:path>
            </a:pathLst>
          </a:custGeom>
          <a:solidFill>
            <a:srgbClr val="FF972A"/>
          </a:solidFill>
          <a:ln cap="flat">
            <a:prstDash val="solid"/>
          </a:ln>
        </p:spPr>
        <p:txBody>
          <a:bodyPr vert="horz" lIns="91440" tIns="45720" rIns="91440" bIns="45720" anchor="ctr">
            <a:normAutofit fontScale="25000" lnSpcReduction="20000"/>
          </a:bodyPr>
          <a:lstStyle/>
          <a:p>
            <a:pPr marL="0" algn="l"/>
            <a:endParaRPr/>
          </a:p>
        </p:txBody>
      </p:sp>
      <p:sp>
        <p:nvSpPr>
          <p:cNvPr id="14" name="Freeform 14"/>
          <p:cNvSpPr/>
          <p:nvPr/>
        </p:nvSpPr>
        <p:spPr>
          <a:xfrm>
            <a:off x="2358638" y="3600261"/>
            <a:ext cx="45979" cy="55592"/>
          </a:xfrm>
          <a:custGeom>
            <a:avLst/>
            <a:gdLst/>
            <a:ahLst/>
            <a:cxnLst/>
            <a:rect l="l" t="t" r="r" b="b"/>
            <a:pathLst>
              <a:path w="102649" h="124109">
                <a:moveTo>
                  <a:pt x="0" y="20512"/>
                </a:moveTo>
                <a:cubicBezTo>
                  <a:pt x="0" y="20512"/>
                  <a:pt x="35978" y="-5250"/>
                  <a:pt x="43262" y="968"/>
                </a:cubicBezTo>
                <a:cubicBezTo>
                  <a:pt x="50547" y="7187"/>
                  <a:pt x="117616" y="91668"/>
                  <a:pt x="99583" y="121516"/>
                </a:cubicBezTo>
                <a:cubicBezTo>
                  <a:pt x="93542" y="131466"/>
                  <a:pt x="26295" y="109968"/>
                  <a:pt x="19899" y="104371"/>
                </a:cubicBezTo>
                <a:cubicBezTo>
                  <a:pt x="7018" y="93267"/>
                  <a:pt x="0" y="20512"/>
                  <a:pt x="0" y="20512"/>
                </a:cubicBezTo>
                <a:close/>
              </a:path>
            </a:pathLst>
          </a:custGeom>
          <a:solidFill>
            <a:srgbClr val="1B0242"/>
          </a:solidFill>
          <a:ln cap="flat">
            <a:prstDash val="solid"/>
          </a:ln>
        </p:spPr>
        <p:txBody>
          <a:bodyPr vert="horz" lIns="91440" tIns="45720" rIns="91440" bIns="45720" anchor="ctr">
            <a:normAutofit fontScale="25000" lnSpcReduction="20000"/>
          </a:bodyPr>
          <a:lstStyle/>
          <a:p>
            <a:pPr marL="0" algn="l"/>
            <a:endParaRPr/>
          </a:p>
        </p:txBody>
      </p:sp>
      <p:sp>
        <p:nvSpPr>
          <p:cNvPr id="15" name="Freeform 15"/>
          <p:cNvSpPr/>
          <p:nvPr/>
        </p:nvSpPr>
        <p:spPr>
          <a:xfrm>
            <a:off x="2313378" y="3508956"/>
            <a:ext cx="385059" cy="198829"/>
          </a:xfrm>
          <a:custGeom>
            <a:avLst/>
            <a:gdLst/>
            <a:ahLst/>
            <a:cxnLst/>
            <a:rect l="l" t="t" r="r" b="b"/>
            <a:pathLst>
              <a:path w="859644" h="443885">
                <a:moveTo>
                  <a:pt x="38060" y="306345"/>
                </a:moveTo>
                <a:cubicBezTo>
                  <a:pt x="67553" y="296929"/>
                  <a:pt x="760903" y="6885"/>
                  <a:pt x="796970" y="134"/>
                </a:cubicBezTo>
                <a:cubicBezTo>
                  <a:pt x="833037" y="-6617"/>
                  <a:pt x="884472" y="243895"/>
                  <a:pt x="846007" y="256687"/>
                </a:cubicBezTo>
                <a:cubicBezTo>
                  <a:pt x="766678" y="282982"/>
                  <a:pt x="76614" y="441729"/>
                  <a:pt x="48364" y="443861"/>
                </a:cubicBezTo>
                <a:cubicBezTo>
                  <a:pt x="20115" y="445815"/>
                  <a:pt x="-38960" y="330864"/>
                  <a:pt x="38060" y="306345"/>
                </a:cubicBezTo>
                <a:close/>
              </a:path>
            </a:pathLst>
          </a:custGeom>
          <a:solidFill>
            <a:srgbClr val="1B0242"/>
          </a:solidFill>
          <a:ln cap="flat">
            <a:prstDash val="solid"/>
          </a:ln>
        </p:spPr>
        <p:txBody>
          <a:bodyPr vert="horz" lIns="91440" tIns="45720" rIns="91440" bIns="45720" anchor="ctr">
            <a:normAutofit fontScale="40000" lnSpcReduction="20000"/>
          </a:bodyPr>
          <a:lstStyle/>
          <a:p>
            <a:pPr marL="0" algn="l"/>
            <a:endParaRPr/>
          </a:p>
        </p:txBody>
      </p:sp>
      <p:sp>
        <p:nvSpPr>
          <p:cNvPr id="16" name="Freeform 16"/>
          <p:cNvSpPr/>
          <p:nvPr/>
        </p:nvSpPr>
        <p:spPr>
          <a:xfrm>
            <a:off x="2612826" y="3348594"/>
            <a:ext cx="496844" cy="303210"/>
          </a:xfrm>
          <a:custGeom>
            <a:avLst/>
            <a:gdLst/>
            <a:ahLst/>
            <a:cxnLst/>
            <a:rect l="l" t="t" r="r" b="b"/>
            <a:pathLst>
              <a:path w="1109202" h="676915">
                <a:moveTo>
                  <a:pt x="6217" y="509959"/>
                </a:moveTo>
                <a:cubicBezTo>
                  <a:pt x="-15458" y="404068"/>
                  <a:pt x="23717" y="334778"/>
                  <a:pt x="59518" y="323940"/>
                </a:cubicBezTo>
                <a:cubicBezTo>
                  <a:pt x="95318" y="313191"/>
                  <a:pt x="940664" y="-14429"/>
                  <a:pt x="958076" y="495"/>
                </a:cubicBezTo>
                <a:cubicBezTo>
                  <a:pt x="975487" y="15508"/>
                  <a:pt x="1139919" y="418371"/>
                  <a:pt x="1104119" y="429031"/>
                </a:cubicBezTo>
                <a:cubicBezTo>
                  <a:pt x="984459" y="464476"/>
                  <a:pt x="270766" y="643388"/>
                  <a:pt x="139468" y="675812"/>
                </a:cubicBezTo>
                <a:cubicBezTo>
                  <a:pt x="92209" y="687450"/>
                  <a:pt x="25672" y="605278"/>
                  <a:pt x="6217" y="509959"/>
                </a:cubicBezTo>
                <a:close/>
              </a:path>
            </a:pathLst>
          </a:custGeom>
          <a:solidFill>
            <a:srgbClr val="1B0242"/>
          </a:solidFill>
          <a:ln cap="flat">
            <a:prstDash val="solid"/>
          </a:ln>
        </p:spPr>
        <p:txBody>
          <a:bodyPr vert="horz" lIns="91440" tIns="45720" rIns="91440" bIns="45720" anchor="ctr">
            <a:normAutofit fontScale="92500" lnSpcReduction="20000"/>
          </a:bodyPr>
          <a:lstStyle/>
          <a:p>
            <a:pPr marL="0" algn="l"/>
            <a:endParaRPr/>
          </a:p>
        </p:txBody>
      </p:sp>
      <p:sp>
        <p:nvSpPr>
          <p:cNvPr id="17" name="Freeform 17"/>
          <p:cNvSpPr/>
          <p:nvPr/>
        </p:nvSpPr>
        <p:spPr>
          <a:xfrm>
            <a:off x="2981541" y="3060904"/>
            <a:ext cx="981884" cy="541948"/>
          </a:xfrm>
          <a:custGeom>
            <a:avLst/>
            <a:gdLst/>
            <a:ahLst/>
            <a:cxnLst/>
            <a:rect l="l" t="t" r="r" b="b"/>
            <a:pathLst>
              <a:path w="2192053" h="1209896">
                <a:moveTo>
                  <a:pt x="120885" y="557925"/>
                </a:moveTo>
                <a:cubicBezTo>
                  <a:pt x="179249" y="533407"/>
                  <a:pt x="1762807" y="50237"/>
                  <a:pt x="1881668" y="8841"/>
                </a:cubicBezTo>
                <a:cubicBezTo>
                  <a:pt x="2000528" y="-32556"/>
                  <a:pt x="2110416" y="72801"/>
                  <a:pt x="2167802" y="296042"/>
                </a:cubicBezTo>
                <a:cubicBezTo>
                  <a:pt x="2225189" y="519371"/>
                  <a:pt x="2185658" y="761355"/>
                  <a:pt x="1996086" y="805595"/>
                </a:cubicBezTo>
                <a:cubicBezTo>
                  <a:pt x="1821527" y="846281"/>
                  <a:pt x="241255" y="1195754"/>
                  <a:pt x="177206" y="1208724"/>
                </a:cubicBezTo>
                <a:cubicBezTo>
                  <a:pt x="113156" y="1221694"/>
                  <a:pt x="30807" y="1127441"/>
                  <a:pt x="4512" y="907132"/>
                </a:cubicBezTo>
                <a:cubicBezTo>
                  <a:pt x="-18407" y="713207"/>
                  <a:pt x="49906" y="587596"/>
                  <a:pt x="120885" y="557925"/>
                </a:cubicBezTo>
                <a:close/>
              </a:path>
            </a:pathLst>
          </a:custGeom>
          <a:solidFill>
            <a:srgbClr val="1B0242"/>
          </a:solidFill>
          <a:ln cap="flat">
            <a:prstDash val="solid"/>
          </a:ln>
        </p:spPr>
        <p:txBody>
          <a:bodyPr vert="horz" lIns="91440" tIns="45720" rIns="91440" bIns="45720" anchor="ctr">
            <a:normAutofit/>
          </a:bodyPr>
          <a:lstStyle/>
          <a:p>
            <a:pPr marL="0" algn="l"/>
            <a:endParaRPr/>
          </a:p>
        </p:txBody>
      </p:sp>
      <p:sp>
        <p:nvSpPr>
          <p:cNvPr id="18" name="Freeform 18"/>
          <p:cNvSpPr/>
          <p:nvPr/>
        </p:nvSpPr>
        <p:spPr>
          <a:xfrm>
            <a:off x="2970272" y="3542361"/>
            <a:ext cx="2666" cy="391906"/>
          </a:xfrm>
          <a:custGeom>
            <a:avLst/>
            <a:gdLst/>
            <a:ahLst/>
            <a:cxnLst/>
            <a:rect l="l" t="t" r="r" b="b"/>
            <a:pathLst>
              <a:path w="5951" h="874928">
                <a:moveTo>
                  <a:pt x="0" y="0"/>
                </a:moveTo>
                <a:lnTo>
                  <a:pt x="5952" y="874928"/>
                </a:lnTo>
              </a:path>
            </a:pathLst>
          </a:custGeom>
          <a:ln w="32426" cap="flat">
            <a:solidFill>
              <a:srgbClr val="1B0242"/>
            </a:solidFill>
            <a:prstDash val="solid"/>
          </a:ln>
        </p:spPr>
        <p:txBody>
          <a:bodyPr vert="horz" lIns="91440" tIns="45720" rIns="91440" bIns="45720" anchor="ctr">
            <a:normAutofit/>
          </a:bodyPr>
          <a:lstStyle/>
          <a:p>
            <a:pPr marL="0" algn="l"/>
            <a:endParaRPr/>
          </a:p>
        </p:txBody>
      </p:sp>
      <p:sp>
        <p:nvSpPr>
          <p:cNvPr id="19" name="Freeform 19"/>
          <p:cNvSpPr/>
          <p:nvPr/>
        </p:nvSpPr>
        <p:spPr>
          <a:xfrm>
            <a:off x="2871931" y="3881789"/>
            <a:ext cx="211828" cy="118137"/>
          </a:xfrm>
          <a:custGeom>
            <a:avLst/>
            <a:gdLst/>
            <a:ahLst/>
            <a:cxnLst/>
            <a:rect l="l" t="t" r="r" b="b"/>
            <a:pathLst>
              <a:path w="472906" h="263741">
                <a:moveTo>
                  <a:pt x="472101" y="137767"/>
                </a:moveTo>
                <a:cubicBezTo>
                  <a:pt x="487470" y="115558"/>
                  <a:pt x="278443" y="-16271"/>
                  <a:pt x="220168" y="1673"/>
                </a:cubicBezTo>
                <a:cubicBezTo>
                  <a:pt x="161892" y="19617"/>
                  <a:pt x="-14266" y="247655"/>
                  <a:pt x="925" y="261602"/>
                </a:cubicBezTo>
                <a:cubicBezTo>
                  <a:pt x="8831" y="268886"/>
                  <a:pt x="116587" y="257693"/>
                  <a:pt x="235003" y="226157"/>
                </a:cubicBezTo>
                <a:cubicBezTo>
                  <a:pt x="344269" y="197197"/>
                  <a:pt x="464817" y="148427"/>
                  <a:pt x="472101" y="137767"/>
                </a:cubicBezTo>
                <a:close/>
              </a:path>
            </a:pathLst>
          </a:custGeom>
          <a:solidFill>
            <a:srgbClr val="1B0242"/>
          </a:solidFill>
          <a:ln cap="flat">
            <a:prstDash val="solid"/>
          </a:ln>
        </p:spPr>
        <p:txBody>
          <a:bodyPr vert="horz" lIns="91440" tIns="45720" rIns="91440" bIns="45720" anchor="ctr">
            <a:normAutofit fontScale="25000" lnSpcReduction="20000"/>
          </a:bodyPr>
          <a:lstStyle/>
          <a:p>
            <a:pPr marL="0" algn="l"/>
            <a:endParaRPr/>
          </a:p>
        </p:txBody>
      </p:sp>
      <p:sp>
        <p:nvSpPr>
          <p:cNvPr id="20" name="Freeform 20"/>
          <p:cNvSpPr/>
          <p:nvPr/>
        </p:nvSpPr>
        <p:spPr>
          <a:xfrm>
            <a:off x="2716323" y="3974177"/>
            <a:ext cx="192988" cy="1018700"/>
          </a:xfrm>
          <a:custGeom>
            <a:avLst/>
            <a:gdLst/>
            <a:ahLst/>
            <a:cxnLst/>
            <a:rect l="l" t="t" r="r" b="b"/>
            <a:pathLst>
              <a:path w="430845" h="2274244">
                <a:moveTo>
                  <a:pt x="430846" y="0"/>
                </a:moveTo>
                <a:lnTo>
                  <a:pt x="0" y="2274244"/>
                </a:lnTo>
              </a:path>
            </a:pathLst>
          </a:custGeom>
          <a:ln w="32426" cap="flat">
            <a:solidFill>
              <a:srgbClr val="1B0242"/>
            </a:solidFill>
            <a:prstDash val="solid"/>
          </a:ln>
        </p:spPr>
        <p:txBody>
          <a:bodyPr vert="horz" lIns="91440" tIns="45720" rIns="91440" bIns="45720" anchor="ctr">
            <a:normAutofit/>
          </a:bodyPr>
          <a:lstStyle/>
          <a:p>
            <a:pPr marL="0" algn="l"/>
            <a:endParaRPr/>
          </a:p>
        </p:txBody>
      </p:sp>
      <p:sp>
        <p:nvSpPr>
          <p:cNvPr id="21" name="Freeform 21"/>
          <p:cNvSpPr/>
          <p:nvPr/>
        </p:nvSpPr>
        <p:spPr>
          <a:xfrm>
            <a:off x="3062349" y="3944533"/>
            <a:ext cx="177987" cy="851576"/>
          </a:xfrm>
          <a:custGeom>
            <a:avLst/>
            <a:gdLst/>
            <a:ahLst/>
            <a:cxnLst/>
            <a:rect l="l" t="t" r="r" b="b"/>
            <a:pathLst>
              <a:path w="397355" h="1901140">
                <a:moveTo>
                  <a:pt x="0" y="0"/>
                </a:moveTo>
                <a:lnTo>
                  <a:pt x="397355" y="1901141"/>
                </a:lnTo>
              </a:path>
            </a:pathLst>
          </a:custGeom>
          <a:ln w="32426" cap="flat">
            <a:solidFill>
              <a:srgbClr val="1B0242"/>
            </a:solidFill>
            <a:prstDash val="solid"/>
          </a:ln>
        </p:spPr>
        <p:txBody>
          <a:bodyPr vert="horz" lIns="91440" tIns="45720" rIns="91440" bIns="45720" anchor="ctr">
            <a:normAutofit/>
          </a:bodyPr>
          <a:lstStyle/>
          <a:p>
            <a:pPr marL="0" algn="l"/>
            <a:endParaRPr/>
          </a:p>
        </p:txBody>
      </p:sp>
      <p:sp>
        <p:nvSpPr>
          <p:cNvPr id="22" name="Freeform 22"/>
          <p:cNvSpPr/>
          <p:nvPr/>
        </p:nvSpPr>
        <p:spPr>
          <a:xfrm>
            <a:off x="2580236" y="5022562"/>
            <a:ext cx="152679" cy="832954"/>
          </a:xfrm>
          <a:custGeom>
            <a:avLst/>
            <a:gdLst/>
            <a:ahLst/>
            <a:cxnLst/>
            <a:rect l="l" t="t" r="r" b="b"/>
            <a:pathLst>
              <a:path w="340856" h="1859566">
                <a:moveTo>
                  <a:pt x="340857" y="0"/>
                </a:moveTo>
                <a:lnTo>
                  <a:pt x="0" y="1859566"/>
                </a:lnTo>
              </a:path>
            </a:pathLst>
          </a:custGeom>
          <a:ln w="32426" cap="flat">
            <a:solidFill>
              <a:srgbClr val="1B0242"/>
            </a:solidFill>
            <a:prstDash val="solid"/>
          </a:ln>
        </p:spPr>
        <p:txBody>
          <a:bodyPr vert="horz" lIns="91440" tIns="45720" rIns="91440" bIns="45720" anchor="ctr">
            <a:normAutofit/>
          </a:bodyPr>
          <a:lstStyle/>
          <a:p>
            <a:pPr marL="0" algn="l"/>
            <a:endParaRPr/>
          </a:p>
        </p:txBody>
      </p:sp>
      <p:sp>
        <p:nvSpPr>
          <p:cNvPr id="23" name="Freeform 23"/>
          <p:cNvSpPr/>
          <p:nvPr/>
        </p:nvSpPr>
        <p:spPr>
          <a:xfrm>
            <a:off x="3255218" y="4817636"/>
            <a:ext cx="175042" cy="774858"/>
          </a:xfrm>
          <a:custGeom>
            <a:avLst/>
            <a:gdLst/>
            <a:ahLst/>
            <a:cxnLst/>
            <a:rect l="l" t="t" r="r" b="b"/>
            <a:pathLst>
              <a:path w="390781" h="1729868">
                <a:moveTo>
                  <a:pt x="0" y="0"/>
                </a:moveTo>
                <a:lnTo>
                  <a:pt x="390782" y="1729868"/>
                </a:lnTo>
              </a:path>
            </a:pathLst>
          </a:custGeom>
          <a:ln w="32426" cap="flat">
            <a:solidFill>
              <a:srgbClr val="1B0242"/>
            </a:solidFill>
            <a:prstDash val="solid"/>
          </a:ln>
        </p:spPr>
        <p:txBody>
          <a:bodyPr vert="horz" lIns="91440" tIns="45720" rIns="91440" bIns="45720" anchor="ctr">
            <a:normAutofit/>
          </a:bodyPr>
          <a:lstStyle/>
          <a:p>
            <a:pPr marL="0" algn="l"/>
            <a:endParaRPr/>
          </a:p>
        </p:txBody>
      </p:sp>
      <p:sp>
        <p:nvSpPr>
          <p:cNvPr id="24" name="Freeform 24"/>
          <p:cNvSpPr/>
          <p:nvPr/>
        </p:nvSpPr>
        <p:spPr>
          <a:xfrm>
            <a:off x="2963786" y="3932158"/>
            <a:ext cx="6088" cy="802752"/>
          </a:xfrm>
          <a:custGeom>
            <a:avLst/>
            <a:gdLst/>
            <a:ahLst/>
            <a:cxnLst/>
            <a:rect l="l" t="t" r="r" b="b"/>
            <a:pathLst>
              <a:path w="13591" h="1792141">
                <a:moveTo>
                  <a:pt x="13592" y="0"/>
                </a:moveTo>
                <a:lnTo>
                  <a:pt x="0" y="1792141"/>
                </a:lnTo>
              </a:path>
            </a:pathLst>
          </a:custGeom>
          <a:ln w="32426" cap="flat">
            <a:solidFill>
              <a:srgbClr val="1B0242"/>
            </a:solidFill>
            <a:prstDash val="solid"/>
          </a:ln>
        </p:spPr>
        <p:txBody>
          <a:bodyPr vert="horz" lIns="91440" tIns="45720" rIns="91440" bIns="45720" anchor="ctr">
            <a:normAutofit/>
          </a:bodyPr>
          <a:lstStyle/>
          <a:p>
            <a:pPr marL="0" algn="l"/>
            <a:endParaRPr/>
          </a:p>
        </p:txBody>
      </p:sp>
      <p:sp>
        <p:nvSpPr>
          <p:cNvPr id="25" name="Freeform 25"/>
          <p:cNvSpPr/>
          <p:nvPr/>
        </p:nvSpPr>
        <p:spPr>
          <a:xfrm>
            <a:off x="2980418" y="4762804"/>
            <a:ext cx="11500" cy="1042813"/>
          </a:xfrm>
          <a:custGeom>
            <a:avLst/>
            <a:gdLst/>
            <a:ahLst/>
            <a:cxnLst/>
            <a:rect l="l" t="t" r="r" b="b"/>
            <a:pathLst>
              <a:path w="25673" h="2328077">
                <a:moveTo>
                  <a:pt x="0" y="0"/>
                </a:moveTo>
                <a:lnTo>
                  <a:pt x="25673" y="2328078"/>
                </a:lnTo>
              </a:path>
            </a:pathLst>
          </a:custGeom>
          <a:ln w="32426" cap="flat">
            <a:solidFill>
              <a:srgbClr val="1B0242"/>
            </a:solidFill>
            <a:prstDash val="solid"/>
          </a:ln>
        </p:spPr>
        <p:txBody>
          <a:bodyPr vert="horz" lIns="91440" tIns="45720" rIns="91440" bIns="45720" anchor="ctr">
            <a:normAutofit/>
          </a:bodyPr>
          <a:lstStyle/>
          <a:p>
            <a:pPr marL="0" algn="l"/>
            <a:endParaRPr/>
          </a:p>
        </p:txBody>
      </p:sp>
      <p:sp>
        <p:nvSpPr>
          <p:cNvPr id="26" name="Freeform 26"/>
          <p:cNvSpPr/>
          <p:nvPr/>
        </p:nvSpPr>
        <p:spPr>
          <a:xfrm>
            <a:off x="1072497" y="6050602"/>
            <a:ext cx="196237" cy="83498"/>
          </a:xfrm>
          <a:custGeom>
            <a:avLst/>
            <a:gdLst/>
            <a:ahLst/>
            <a:cxnLst/>
            <a:rect l="l" t="t" r="r" b="b"/>
            <a:pathLst>
              <a:path w="438098" h="186408">
                <a:moveTo>
                  <a:pt x="1250" y="113288"/>
                </a:moveTo>
                <a:cubicBezTo>
                  <a:pt x="-4791" y="98275"/>
                  <a:pt x="12177" y="16281"/>
                  <a:pt x="28256" y="7842"/>
                </a:cubicBezTo>
                <a:cubicBezTo>
                  <a:pt x="33941" y="4821"/>
                  <a:pt x="106341" y="-10547"/>
                  <a:pt x="166215" y="12372"/>
                </a:cubicBezTo>
                <a:cubicBezTo>
                  <a:pt x="274415" y="53858"/>
                  <a:pt x="429075" y="143580"/>
                  <a:pt x="437959" y="175738"/>
                </a:cubicBezTo>
                <a:cubicBezTo>
                  <a:pt x="446931" y="207896"/>
                  <a:pt x="20527" y="161613"/>
                  <a:pt x="1250" y="113288"/>
                </a:cubicBezTo>
                <a:close/>
              </a:path>
            </a:pathLst>
          </a:custGeom>
          <a:solidFill>
            <a:srgbClr val="1B0242"/>
          </a:solidFill>
          <a:ln cap="flat">
            <a:prstDash val="solid"/>
          </a:ln>
        </p:spPr>
        <p:txBody>
          <a:bodyPr vert="horz" lIns="91440" tIns="45720" rIns="91440" bIns="45720" anchor="ctr">
            <a:normAutofit fontScale="25000" lnSpcReduction="20000"/>
          </a:bodyPr>
          <a:lstStyle/>
          <a:p>
            <a:pPr marL="0" algn="l"/>
            <a:endParaRPr/>
          </a:p>
        </p:txBody>
      </p:sp>
      <p:sp>
        <p:nvSpPr>
          <p:cNvPr id="27" name="Freeform 27"/>
          <p:cNvSpPr/>
          <p:nvPr/>
        </p:nvSpPr>
        <p:spPr>
          <a:xfrm>
            <a:off x="1534555" y="5934860"/>
            <a:ext cx="202065" cy="81626"/>
          </a:xfrm>
          <a:custGeom>
            <a:avLst/>
            <a:gdLst/>
            <a:ahLst/>
            <a:cxnLst/>
            <a:rect l="l" t="t" r="r" b="b"/>
            <a:pathLst>
              <a:path w="451109" h="182229">
                <a:moveTo>
                  <a:pt x="44956" y="0"/>
                </a:moveTo>
                <a:cubicBezTo>
                  <a:pt x="44956" y="0"/>
                  <a:pt x="118599" y="4353"/>
                  <a:pt x="180872" y="24607"/>
                </a:cubicBezTo>
                <a:cubicBezTo>
                  <a:pt x="294846" y="61562"/>
                  <a:pt x="432895" y="129431"/>
                  <a:pt x="449951" y="163188"/>
                </a:cubicBezTo>
                <a:cubicBezTo>
                  <a:pt x="476334" y="215334"/>
                  <a:pt x="43623" y="146843"/>
                  <a:pt x="14397" y="118860"/>
                </a:cubicBezTo>
                <a:cubicBezTo>
                  <a:pt x="-20782" y="85192"/>
                  <a:pt x="15996" y="37310"/>
                  <a:pt x="44956" y="0"/>
                </a:cubicBezTo>
                <a:close/>
              </a:path>
            </a:pathLst>
          </a:custGeom>
          <a:solidFill>
            <a:srgbClr val="1B0242"/>
          </a:solidFill>
          <a:ln cap="flat">
            <a:prstDash val="solid"/>
          </a:ln>
        </p:spPr>
        <p:txBody>
          <a:bodyPr vert="horz" lIns="91440" tIns="45720" rIns="91440" bIns="45720" anchor="ctr">
            <a:normAutofit fontScale="25000" lnSpcReduction="20000"/>
          </a:bodyPr>
          <a:lstStyle/>
          <a:p>
            <a:pPr marL="0" algn="l"/>
            <a:endParaRPr/>
          </a:p>
        </p:txBody>
      </p:sp>
      <p:sp>
        <p:nvSpPr>
          <p:cNvPr id="28" name="Freeform 28"/>
          <p:cNvSpPr/>
          <p:nvPr/>
        </p:nvSpPr>
        <p:spPr>
          <a:xfrm>
            <a:off x="2301637" y="5375937"/>
            <a:ext cx="370831" cy="308449"/>
          </a:xfrm>
          <a:custGeom>
            <a:avLst/>
            <a:gdLst/>
            <a:ahLst/>
            <a:cxnLst/>
            <a:rect l="l" t="t" r="r" b="b"/>
            <a:pathLst>
              <a:path w="827880" h="688611">
                <a:moveTo>
                  <a:pt x="76617" y="127593"/>
                </a:moveTo>
                <a:cubicBezTo>
                  <a:pt x="88699" y="98101"/>
                  <a:pt x="359643" y="184980"/>
                  <a:pt x="359643" y="184980"/>
                </a:cubicBezTo>
                <a:cubicBezTo>
                  <a:pt x="359643" y="184980"/>
                  <a:pt x="496092" y="3225"/>
                  <a:pt x="538733" y="27"/>
                </a:cubicBezTo>
                <a:cubicBezTo>
                  <a:pt x="581373" y="-3171"/>
                  <a:pt x="566627" y="276657"/>
                  <a:pt x="566627" y="276657"/>
                </a:cubicBezTo>
                <a:cubicBezTo>
                  <a:pt x="566627" y="276657"/>
                  <a:pt x="817317" y="379349"/>
                  <a:pt x="827622" y="421457"/>
                </a:cubicBezTo>
                <a:cubicBezTo>
                  <a:pt x="837927" y="463564"/>
                  <a:pt x="536601" y="543249"/>
                  <a:pt x="536601" y="543249"/>
                </a:cubicBezTo>
                <a:cubicBezTo>
                  <a:pt x="536601" y="543249"/>
                  <a:pt x="520344" y="686094"/>
                  <a:pt x="504621" y="688581"/>
                </a:cubicBezTo>
                <a:cubicBezTo>
                  <a:pt x="488808" y="691069"/>
                  <a:pt x="314693" y="538451"/>
                  <a:pt x="314693" y="538451"/>
                </a:cubicBezTo>
                <a:cubicBezTo>
                  <a:pt x="314693" y="538451"/>
                  <a:pt x="16566" y="664063"/>
                  <a:pt x="1819" y="654824"/>
                </a:cubicBezTo>
                <a:cubicBezTo>
                  <a:pt x="-20123" y="641143"/>
                  <a:pt x="163675" y="335376"/>
                  <a:pt x="163675" y="335376"/>
                </a:cubicBezTo>
                <a:lnTo>
                  <a:pt x="76617" y="127593"/>
                </a:lnTo>
                <a:close/>
              </a:path>
            </a:pathLst>
          </a:custGeom>
          <a:gradFill>
            <a:gsLst>
              <a:gs pos="0">
                <a:srgbClr val="FFCE14"/>
              </a:gs>
              <a:gs pos="50000">
                <a:srgbClr val="FFD829"/>
              </a:gs>
              <a:gs pos="100000">
                <a:srgbClr val="FFE23F"/>
              </a:gs>
            </a:gsLst>
            <a:lin ang="14117952"/>
          </a:gradFill>
          <a:ln cap="flat">
            <a:prstDash val="solid"/>
          </a:ln>
        </p:spPr>
        <p:txBody>
          <a:bodyPr vert="horz" lIns="91440" tIns="45720" rIns="91440" bIns="45720" anchor="ctr">
            <a:normAutofit fontScale="92500" lnSpcReduction="20000"/>
          </a:bodyPr>
          <a:lstStyle/>
          <a:p>
            <a:pPr marL="0" algn="l"/>
            <a:endParaRPr/>
          </a:p>
        </p:txBody>
      </p:sp>
      <p:sp>
        <p:nvSpPr>
          <p:cNvPr id="29" name="Freeform 29"/>
          <p:cNvSpPr/>
          <p:nvPr/>
        </p:nvSpPr>
        <p:spPr>
          <a:xfrm>
            <a:off x="3789576" y="3106983"/>
            <a:ext cx="132687" cy="272786"/>
          </a:xfrm>
          <a:custGeom>
            <a:avLst/>
            <a:gdLst/>
            <a:ahLst/>
            <a:cxnLst/>
            <a:rect l="l" t="t" r="r" b="b"/>
            <a:pathLst>
              <a:path w="296224" h="608993">
                <a:moveTo>
                  <a:pt x="120372" y="222"/>
                </a:moveTo>
                <a:cubicBezTo>
                  <a:pt x="276098" y="9461"/>
                  <a:pt x="371950" y="469266"/>
                  <a:pt x="218800" y="594611"/>
                </a:cubicBezTo>
                <a:cubicBezTo>
                  <a:pt x="65561" y="719868"/>
                  <a:pt x="-130940" y="-14613"/>
                  <a:pt x="120372" y="222"/>
                </a:cubicBezTo>
                <a:close/>
              </a:path>
            </a:pathLst>
          </a:custGeom>
          <a:gradFill>
            <a:gsLst>
              <a:gs pos="0">
                <a:srgbClr val="FFCE14"/>
              </a:gs>
              <a:gs pos="50000">
                <a:srgbClr val="FFD829"/>
              </a:gs>
              <a:gs pos="100000">
                <a:srgbClr val="FFE23F"/>
              </a:gs>
            </a:gsLst>
            <a:lin ang="14118084"/>
          </a:gradFill>
          <a:ln cap="flat">
            <a:prstDash val="solid"/>
          </a:ln>
        </p:spPr>
        <p:txBody>
          <a:bodyPr vert="horz" lIns="91440" tIns="45720" rIns="91440" bIns="45720" anchor="ctr">
            <a:normAutofit fontScale="77500" lnSpcReduction="20000"/>
          </a:bodyPr>
          <a:lstStyle/>
          <a:p>
            <a:pPr marL="0" algn="l"/>
            <a:endParaRPr/>
          </a:p>
        </p:txBody>
      </p:sp>
      <p:sp>
        <p:nvSpPr>
          <p:cNvPr id="30" name="Freeform 30"/>
          <p:cNvSpPr/>
          <p:nvPr/>
        </p:nvSpPr>
        <p:spPr>
          <a:xfrm>
            <a:off x="2677664" y="4957467"/>
            <a:ext cx="78680" cy="92392"/>
          </a:xfrm>
          <a:custGeom>
            <a:avLst/>
            <a:gdLst/>
            <a:ahLst/>
            <a:cxnLst/>
            <a:rect l="l" t="t" r="r" b="b"/>
            <a:pathLst>
              <a:path w="175653" h="206264">
                <a:moveTo>
                  <a:pt x="20834" y="181568"/>
                </a:moveTo>
                <a:cubicBezTo>
                  <a:pt x="-35575" y="132176"/>
                  <a:pt x="29896" y="-22396"/>
                  <a:pt x="129390" y="2744"/>
                </a:cubicBezTo>
                <a:cubicBezTo>
                  <a:pt x="182157" y="16069"/>
                  <a:pt x="191041" y="122582"/>
                  <a:pt x="149555" y="163801"/>
                </a:cubicBezTo>
                <a:cubicBezTo>
                  <a:pt x="96610" y="216568"/>
                  <a:pt x="61698" y="217368"/>
                  <a:pt x="20834" y="181568"/>
                </a:cubicBezTo>
                <a:close/>
              </a:path>
            </a:pathLst>
          </a:custGeom>
          <a:solidFill>
            <a:srgbClr val="1B0242"/>
          </a:solidFill>
          <a:ln cap="flat">
            <a:prstDash val="solid"/>
          </a:ln>
        </p:spPr>
        <p:txBody>
          <a:bodyPr vert="horz" lIns="91440" tIns="45720" rIns="91440" bIns="45720" anchor="ctr">
            <a:normAutofit fontScale="25000" lnSpcReduction="20000"/>
          </a:bodyPr>
          <a:lstStyle/>
          <a:p>
            <a:pPr marL="0" algn="l"/>
            <a:endParaRPr/>
          </a:p>
        </p:txBody>
      </p:sp>
      <p:sp>
        <p:nvSpPr>
          <p:cNvPr id="31" name="Freeform 31"/>
          <p:cNvSpPr/>
          <p:nvPr/>
        </p:nvSpPr>
        <p:spPr>
          <a:xfrm>
            <a:off x="2932736" y="4697676"/>
            <a:ext cx="78028" cy="84715"/>
          </a:xfrm>
          <a:custGeom>
            <a:avLst/>
            <a:gdLst/>
            <a:ahLst/>
            <a:cxnLst/>
            <a:rect l="l" t="t" r="r" b="b"/>
            <a:pathLst>
              <a:path w="174198" h="189126">
                <a:moveTo>
                  <a:pt x="51462" y="171158"/>
                </a:moveTo>
                <a:cubicBezTo>
                  <a:pt x="-38349" y="121056"/>
                  <a:pt x="-4147" y="-27919"/>
                  <a:pt x="104053" y="4594"/>
                </a:cubicBezTo>
                <a:cubicBezTo>
                  <a:pt x="212164" y="37108"/>
                  <a:pt x="195818" y="251731"/>
                  <a:pt x="51462" y="171158"/>
                </a:cubicBezTo>
                <a:close/>
              </a:path>
            </a:pathLst>
          </a:custGeom>
          <a:solidFill>
            <a:srgbClr val="1B0242"/>
          </a:solidFill>
          <a:ln cap="flat">
            <a:prstDash val="solid"/>
          </a:ln>
        </p:spPr>
        <p:txBody>
          <a:bodyPr vert="horz" lIns="91440" tIns="45720" rIns="91440" bIns="45720" anchor="ctr">
            <a:normAutofit fontScale="25000" lnSpcReduction="20000"/>
          </a:bodyPr>
          <a:lstStyle/>
          <a:p>
            <a:pPr marL="0" algn="l"/>
            <a:endParaRPr/>
          </a:p>
        </p:txBody>
      </p:sp>
      <p:sp>
        <p:nvSpPr>
          <p:cNvPr id="32" name="Freeform 32"/>
          <p:cNvSpPr/>
          <p:nvPr/>
        </p:nvSpPr>
        <p:spPr>
          <a:xfrm>
            <a:off x="3213484" y="4768092"/>
            <a:ext cx="71919" cy="92798"/>
          </a:xfrm>
          <a:custGeom>
            <a:avLst/>
            <a:gdLst/>
            <a:ahLst/>
            <a:cxnLst/>
            <a:rect l="l" t="t" r="r" b="b"/>
            <a:pathLst>
              <a:path w="160560" h="207172">
                <a:moveTo>
                  <a:pt x="66077" y="1074"/>
                </a:moveTo>
                <a:cubicBezTo>
                  <a:pt x="145583" y="-15005"/>
                  <a:pt x="205547" y="154047"/>
                  <a:pt x="115646" y="200063"/>
                </a:cubicBezTo>
                <a:cubicBezTo>
                  <a:pt x="19262" y="249366"/>
                  <a:pt x="-62111" y="27014"/>
                  <a:pt x="66077" y="1074"/>
                </a:cubicBezTo>
                <a:close/>
              </a:path>
            </a:pathLst>
          </a:custGeom>
          <a:solidFill>
            <a:srgbClr val="1B0242"/>
          </a:solidFill>
          <a:ln cap="flat">
            <a:prstDash val="solid"/>
          </a:ln>
        </p:spPr>
        <p:txBody>
          <a:bodyPr vert="horz" lIns="91440" tIns="45720" rIns="91440" bIns="45720" anchor="ctr">
            <a:normAutofit fontScale="25000" lnSpcReduction="20000"/>
          </a:bodyPr>
          <a:lstStyle/>
          <a:p>
            <a:pPr marL="0" algn="l"/>
            <a:endParaRPr/>
          </a:p>
        </p:txBody>
      </p:sp>
      <p:sp>
        <p:nvSpPr>
          <p:cNvPr id="33" name="Freeform 33"/>
          <p:cNvSpPr/>
          <p:nvPr/>
        </p:nvSpPr>
        <p:spPr>
          <a:xfrm>
            <a:off x="1454617" y="3936137"/>
            <a:ext cx="377620" cy="194739"/>
          </a:xfrm>
          <a:custGeom>
            <a:avLst/>
            <a:gdLst/>
            <a:ahLst/>
            <a:cxnLst/>
            <a:rect l="l" t="t" r="r" b="b"/>
            <a:pathLst>
              <a:path w="843036" h="434754">
                <a:moveTo>
                  <a:pt x="105890" y="0"/>
                </a:moveTo>
                <a:lnTo>
                  <a:pt x="843036" y="21054"/>
                </a:lnTo>
                <a:lnTo>
                  <a:pt x="691752" y="434754"/>
                </a:lnTo>
                <a:lnTo>
                  <a:pt x="0" y="417610"/>
                </a:lnTo>
                <a:close/>
              </a:path>
            </a:pathLst>
          </a:custGeom>
          <a:solidFill>
            <a:srgbClr val="FFFFFF"/>
          </a:solidFill>
          <a:ln cap="flat">
            <a:prstDash val="solid"/>
          </a:ln>
        </p:spPr>
        <p:txBody>
          <a:bodyPr vert="horz" lIns="91440" tIns="45720" rIns="91440" bIns="45720" anchor="ctr">
            <a:normAutofit fontScale="40000" lnSpcReduction="20000"/>
          </a:bodyPr>
          <a:lstStyle/>
          <a:p>
            <a:pPr marL="0" algn="l"/>
            <a:endParaRPr/>
          </a:p>
        </p:txBody>
      </p:sp>
      <p:sp>
        <p:nvSpPr>
          <p:cNvPr id="34" name="Freeform 34"/>
          <p:cNvSpPr/>
          <p:nvPr/>
        </p:nvSpPr>
        <p:spPr>
          <a:xfrm>
            <a:off x="1583631" y="3870329"/>
            <a:ext cx="78920" cy="169496"/>
          </a:xfrm>
          <a:custGeom>
            <a:avLst/>
            <a:gdLst/>
            <a:ahLst/>
            <a:cxnLst/>
            <a:rect l="l" t="t" r="r" b="b"/>
            <a:pathLst>
              <a:path w="176189" h="378399">
                <a:moveTo>
                  <a:pt x="144955" y="43068"/>
                </a:moveTo>
                <a:cubicBezTo>
                  <a:pt x="144955" y="43068"/>
                  <a:pt x="196390" y="177208"/>
                  <a:pt x="167252" y="248364"/>
                </a:cubicBezTo>
                <a:cubicBezTo>
                  <a:pt x="138115" y="319520"/>
                  <a:pt x="115373" y="364381"/>
                  <a:pt x="54166" y="375841"/>
                </a:cubicBezTo>
                <a:cubicBezTo>
                  <a:pt x="-7041" y="387301"/>
                  <a:pt x="-7751" y="358607"/>
                  <a:pt x="10193" y="322807"/>
                </a:cubicBezTo>
                <a:cubicBezTo>
                  <a:pt x="28227" y="287007"/>
                  <a:pt x="36932" y="258136"/>
                  <a:pt x="46526" y="202259"/>
                </a:cubicBezTo>
                <a:cubicBezTo>
                  <a:pt x="56121" y="146382"/>
                  <a:pt x="34445" y="77269"/>
                  <a:pt x="32846" y="20504"/>
                </a:cubicBezTo>
                <a:cubicBezTo>
                  <a:pt x="31247" y="-36350"/>
                  <a:pt x="144955" y="43068"/>
                  <a:pt x="144955" y="43068"/>
                </a:cubicBezTo>
                <a:close/>
              </a:path>
            </a:pathLst>
          </a:custGeom>
          <a:solidFill>
            <a:srgbClr val="FF972A"/>
          </a:solidFill>
          <a:ln cap="flat">
            <a:prstDash val="solid"/>
          </a:ln>
        </p:spPr>
        <p:txBody>
          <a:bodyPr vert="horz" lIns="91440" tIns="45720" rIns="91440" bIns="45720" anchor="ctr">
            <a:normAutofit fontScale="32500" lnSpcReduction="20000"/>
          </a:bodyPr>
          <a:lstStyle/>
          <a:p>
            <a:pPr marL="0" algn="l"/>
            <a:endParaRPr/>
          </a:p>
        </p:txBody>
      </p:sp>
      <p:sp>
        <p:nvSpPr>
          <p:cNvPr id="35" name="Freeform 35"/>
          <p:cNvSpPr/>
          <p:nvPr/>
        </p:nvSpPr>
        <p:spPr>
          <a:xfrm>
            <a:off x="1635756" y="3889602"/>
            <a:ext cx="61130" cy="59995"/>
          </a:xfrm>
          <a:custGeom>
            <a:avLst/>
            <a:gdLst/>
            <a:ahLst/>
            <a:cxnLst/>
            <a:rect l="l" t="t" r="r" b="b"/>
            <a:pathLst>
              <a:path w="136472" h="133939">
                <a:moveTo>
                  <a:pt x="133854" y="116325"/>
                </a:moveTo>
                <a:cubicBezTo>
                  <a:pt x="133854" y="116325"/>
                  <a:pt x="62876" y="-2535"/>
                  <a:pt x="28586" y="41"/>
                </a:cubicBezTo>
                <a:cubicBezTo>
                  <a:pt x="-5704" y="2617"/>
                  <a:pt x="425" y="84967"/>
                  <a:pt x="425" y="84967"/>
                </a:cubicBezTo>
                <a:cubicBezTo>
                  <a:pt x="425" y="84967"/>
                  <a:pt x="158550" y="169626"/>
                  <a:pt x="133854" y="116325"/>
                </a:cubicBezTo>
                <a:close/>
              </a:path>
            </a:pathLst>
          </a:custGeom>
          <a:solidFill>
            <a:srgbClr val="FF972A"/>
          </a:solidFill>
          <a:ln cap="flat">
            <a:prstDash val="solid"/>
          </a:ln>
        </p:spPr>
        <p:txBody>
          <a:bodyPr vert="horz" lIns="91440" tIns="45720" rIns="91440" bIns="45720" anchor="ctr">
            <a:normAutofit fontScale="25000" lnSpcReduction="20000"/>
          </a:bodyPr>
          <a:lstStyle/>
          <a:p>
            <a:pPr marL="0" algn="l"/>
            <a:endParaRPr/>
          </a:p>
        </p:txBody>
      </p:sp>
      <p:sp>
        <p:nvSpPr>
          <p:cNvPr id="36" name="Freeform 36"/>
          <p:cNvSpPr/>
          <p:nvPr/>
        </p:nvSpPr>
        <p:spPr>
          <a:xfrm>
            <a:off x="1564481" y="3817797"/>
            <a:ext cx="99651" cy="89491"/>
          </a:xfrm>
          <a:custGeom>
            <a:avLst/>
            <a:gdLst/>
            <a:ahLst/>
            <a:cxnLst/>
            <a:rect l="l" t="t" r="r" b="b"/>
            <a:pathLst>
              <a:path w="222470" h="199788">
                <a:moveTo>
                  <a:pt x="121614" y="199788"/>
                </a:moveTo>
                <a:lnTo>
                  <a:pt x="59341" y="197567"/>
                </a:lnTo>
                <a:lnTo>
                  <a:pt x="0" y="50280"/>
                </a:lnTo>
                <a:lnTo>
                  <a:pt x="167364" y="0"/>
                </a:lnTo>
                <a:cubicBezTo>
                  <a:pt x="167364" y="0"/>
                  <a:pt x="220398" y="137249"/>
                  <a:pt x="222441" y="164699"/>
                </a:cubicBezTo>
                <a:cubicBezTo>
                  <a:pt x="224484" y="192059"/>
                  <a:pt x="121614" y="199788"/>
                  <a:pt x="121614" y="199788"/>
                </a:cubicBezTo>
                <a:close/>
              </a:path>
            </a:pathLst>
          </a:custGeom>
          <a:solidFill>
            <a:srgbClr val="F3EFEC"/>
          </a:solidFill>
          <a:ln cap="flat">
            <a:prstDash val="solid"/>
          </a:ln>
        </p:spPr>
        <p:txBody>
          <a:bodyPr vert="horz" lIns="91440" tIns="45720" rIns="91440" bIns="45720" anchor="ctr">
            <a:normAutofit fontScale="25000" lnSpcReduction="20000"/>
          </a:bodyPr>
          <a:lstStyle/>
          <a:p>
            <a:pPr marL="0" algn="l"/>
            <a:endParaRPr/>
          </a:p>
        </p:txBody>
      </p:sp>
      <p:sp>
        <p:nvSpPr>
          <p:cNvPr id="37" name="Freeform 37"/>
          <p:cNvSpPr/>
          <p:nvPr/>
        </p:nvSpPr>
        <p:spPr>
          <a:xfrm>
            <a:off x="3507298" y="4315787"/>
            <a:ext cx="106628" cy="123690"/>
          </a:xfrm>
          <a:custGeom>
            <a:avLst/>
            <a:gdLst/>
            <a:ahLst/>
            <a:cxnLst/>
            <a:rect l="l" t="t" r="r" b="b"/>
            <a:pathLst>
              <a:path w="238047" h="276138">
                <a:moveTo>
                  <a:pt x="113173" y="0"/>
                </a:moveTo>
                <a:cubicBezTo>
                  <a:pt x="121523" y="-177"/>
                  <a:pt x="161765" y="73910"/>
                  <a:pt x="161765" y="73910"/>
                </a:cubicBezTo>
                <a:cubicBezTo>
                  <a:pt x="161765" y="73910"/>
                  <a:pt x="235231" y="71334"/>
                  <a:pt x="237719" y="77020"/>
                </a:cubicBezTo>
                <a:cubicBezTo>
                  <a:pt x="242515" y="88124"/>
                  <a:pt x="193213" y="138848"/>
                  <a:pt x="193213" y="138848"/>
                </a:cubicBezTo>
                <a:cubicBezTo>
                  <a:pt x="193213" y="138848"/>
                  <a:pt x="239939" y="216401"/>
                  <a:pt x="237896" y="221286"/>
                </a:cubicBezTo>
                <a:cubicBezTo>
                  <a:pt x="235231" y="228038"/>
                  <a:pt x="139468" y="190194"/>
                  <a:pt x="139468" y="190194"/>
                </a:cubicBezTo>
                <a:cubicBezTo>
                  <a:pt x="139468" y="190194"/>
                  <a:pt x="65380" y="278318"/>
                  <a:pt x="60760" y="276097"/>
                </a:cubicBezTo>
                <a:cubicBezTo>
                  <a:pt x="55342" y="273610"/>
                  <a:pt x="64936" y="166564"/>
                  <a:pt x="64936" y="166564"/>
                </a:cubicBezTo>
                <a:cubicBezTo>
                  <a:pt x="64936" y="166564"/>
                  <a:pt x="-2756" y="115218"/>
                  <a:pt x="87" y="102249"/>
                </a:cubicBezTo>
                <a:cubicBezTo>
                  <a:pt x="2841" y="89900"/>
                  <a:pt x="83502" y="80573"/>
                  <a:pt x="83502" y="80573"/>
                </a:cubicBezTo>
                <a:cubicBezTo>
                  <a:pt x="83502" y="80573"/>
                  <a:pt x="103934" y="178"/>
                  <a:pt x="113173" y="0"/>
                </a:cubicBezTo>
                <a:close/>
              </a:path>
            </a:pathLst>
          </a:custGeom>
          <a:gradFill>
            <a:gsLst>
              <a:gs pos="0">
                <a:srgbClr val="FFCE14"/>
              </a:gs>
              <a:gs pos="50000">
                <a:srgbClr val="FFD829"/>
              </a:gs>
              <a:gs pos="100000">
                <a:srgbClr val="FFE23F"/>
              </a:gs>
            </a:gsLst>
            <a:lin ang="14117860"/>
          </a:gradFill>
          <a:ln cap="flat">
            <a:prstDash val="solid"/>
          </a:ln>
        </p:spPr>
        <p:txBody>
          <a:bodyPr vert="horz" lIns="91440" tIns="45720" rIns="91440" bIns="45720" anchor="ctr">
            <a:normAutofit fontScale="25000" lnSpcReduction="20000"/>
          </a:bodyPr>
          <a:lstStyle/>
          <a:p>
            <a:pPr marL="0" algn="l"/>
            <a:endParaRPr/>
          </a:p>
        </p:txBody>
      </p:sp>
      <p:sp>
        <p:nvSpPr>
          <p:cNvPr id="38" name="Freeform 38"/>
          <p:cNvSpPr/>
          <p:nvPr/>
        </p:nvSpPr>
        <p:spPr>
          <a:xfrm>
            <a:off x="2367755" y="3734593"/>
            <a:ext cx="47876" cy="18264"/>
          </a:xfrm>
          <a:custGeom>
            <a:avLst/>
            <a:gdLst/>
            <a:ahLst/>
            <a:cxnLst/>
            <a:rect l="l" t="t" r="r" b="b"/>
            <a:pathLst>
              <a:path w="106882" h="40774">
                <a:moveTo>
                  <a:pt x="78873" y="40775"/>
                </a:moveTo>
                <a:cubicBezTo>
                  <a:pt x="78873" y="40775"/>
                  <a:pt x="2742" y="38643"/>
                  <a:pt x="77" y="28427"/>
                </a:cubicBezTo>
                <a:cubicBezTo>
                  <a:pt x="-2588" y="18389"/>
                  <a:pt x="64571" y="0"/>
                  <a:pt x="64571" y="0"/>
                </a:cubicBezTo>
                <a:cubicBezTo>
                  <a:pt x="64571" y="0"/>
                  <a:pt x="108100" y="13236"/>
                  <a:pt x="106856" y="22297"/>
                </a:cubicBezTo>
                <a:cubicBezTo>
                  <a:pt x="105524" y="31447"/>
                  <a:pt x="78873" y="40775"/>
                  <a:pt x="78873" y="40775"/>
                </a:cubicBezTo>
                <a:close/>
              </a:path>
            </a:pathLst>
          </a:custGeom>
          <a:solidFill>
            <a:srgbClr val="1B0242"/>
          </a:solidFill>
          <a:ln cap="flat">
            <a:prstDash val="solid"/>
          </a:ln>
        </p:spPr>
        <p:txBody>
          <a:bodyPr vert="horz" lIns="91440" tIns="45720" rIns="91440" bIns="45720" anchor="ctr">
            <a:normAutofit fontScale="25000" lnSpcReduction="20000"/>
          </a:bodyPr>
          <a:lstStyle/>
          <a:p>
            <a:pPr marL="0" algn="l"/>
            <a:endParaRPr/>
          </a:p>
        </p:txBody>
      </p:sp>
      <p:sp>
        <p:nvSpPr>
          <p:cNvPr id="39" name="Freeform 39"/>
          <p:cNvSpPr/>
          <p:nvPr/>
        </p:nvSpPr>
        <p:spPr>
          <a:xfrm>
            <a:off x="2974919" y="5759768"/>
            <a:ext cx="33894" cy="77267"/>
          </a:xfrm>
          <a:custGeom>
            <a:avLst/>
            <a:gdLst/>
            <a:ahLst/>
            <a:cxnLst/>
            <a:rect l="l" t="t" r="r" b="b"/>
            <a:pathLst>
              <a:path w="75669" h="172498">
                <a:moveTo>
                  <a:pt x="27113" y="170760"/>
                </a:moveTo>
                <a:cubicBezTo>
                  <a:pt x="-17393" y="191992"/>
                  <a:pt x="-5312" y="11925"/>
                  <a:pt x="50210" y="554"/>
                </a:cubicBezTo>
                <a:cubicBezTo>
                  <a:pt x="105909" y="-10817"/>
                  <a:pt x="57227" y="156369"/>
                  <a:pt x="27113" y="170760"/>
                </a:cubicBezTo>
                <a:close/>
              </a:path>
            </a:pathLst>
          </a:custGeom>
          <a:solidFill>
            <a:srgbClr val="1B0242"/>
          </a:solidFill>
          <a:ln cap="flat">
            <a:prstDash val="solid"/>
          </a:ln>
        </p:spPr>
        <p:txBody>
          <a:bodyPr vert="horz" lIns="91440" tIns="45720" rIns="91440" bIns="45720" anchor="ctr">
            <a:normAutofit fontScale="25000" lnSpcReduction="20000"/>
          </a:bodyPr>
          <a:lstStyle/>
          <a:p>
            <a:pPr marL="0" algn="l"/>
            <a:endParaRPr/>
          </a:p>
        </p:txBody>
      </p:sp>
      <p:sp>
        <p:nvSpPr>
          <p:cNvPr id="40" name="Freeform 40"/>
          <p:cNvSpPr/>
          <p:nvPr/>
        </p:nvSpPr>
        <p:spPr>
          <a:xfrm>
            <a:off x="2568726" y="5816329"/>
            <a:ext cx="36941" cy="80837"/>
          </a:xfrm>
          <a:custGeom>
            <a:avLst/>
            <a:gdLst/>
            <a:ahLst/>
            <a:cxnLst/>
            <a:rect l="l" t="t" r="r" b="b"/>
            <a:pathLst>
              <a:path w="82471" h="180468">
                <a:moveTo>
                  <a:pt x="26673" y="180228"/>
                </a:moveTo>
                <a:cubicBezTo>
                  <a:pt x="-13125" y="188312"/>
                  <a:pt x="-12325" y="-10410"/>
                  <a:pt x="56077" y="428"/>
                </a:cubicBezTo>
                <a:cubicBezTo>
                  <a:pt x="120126" y="10643"/>
                  <a:pt x="50480" y="175342"/>
                  <a:pt x="26673" y="180228"/>
                </a:cubicBezTo>
                <a:close/>
              </a:path>
            </a:pathLst>
          </a:custGeom>
          <a:solidFill>
            <a:srgbClr val="1B0242"/>
          </a:solidFill>
          <a:ln cap="flat">
            <a:prstDash val="solid"/>
          </a:ln>
        </p:spPr>
        <p:txBody>
          <a:bodyPr vert="horz" lIns="91440" tIns="45720" rIns="91440" bIns="45720" anchor="ctr">
            <a:normAutofit fontScale="25000" lnSpcReduction="20000"/>
          </a:bodyPr>
          <a:lstStyle/>
          <a:p>
            <a:pPr marL="0" algn="l"/>
            <a:endParaRPr/>
          </a:p>
        </p:txBody>
      </p:sp>
      <p:sp>
        <p:nvSpPr>
          <p:cNvPr id="41" name="Freeform 41"/>
          <p:cNvSpPr/>
          <p:nvPr/>
        </p:nvSpPr>
        <p:spPr>
          <a:xfrm>
            <a:off x="1173953" y="3156852"/>
            <a:ext cx="923897" cy="694268"/>
          </a:xfrm>
          <a:custGeom>
            <a:avLst/>
            <a:gdLst/>
            <a:ahLst/>
            <a:cxnLst/>
            <a:rect l="l" t="t" r="r" b="b"/>
            <a:pathLst>
              <a:path w="2062598" h="1549950">
                <a:moveTo>
                  <a:pt x="2061607" y="837907"/>
                </a:moveTo>
                <a:cubicBezTo>
                  <a:pt x="2032647" y="697993"/>
                  <a:pt x="709995" y="-242494"/>
                  <a:pt x="148208" y="59364"/>
                </a:cubicBezTo>
                <a:cubicBezTo>
                  <a:pt x="-413491" y="361134"/>
                  <a:pt x="800695" y="1531347"/>
                  <a:pt x="824591" y="1547159"/>
                </a:cubicBezTo>
                <a:cubicBezTo>
                  <a:pt x="848488" y="1562972"/>
                  <a:pt x="1077236" y="1507895"/>
                  <a:pt x="1095358" y="1475293"/>
                </a:cubicBezTo>
                <a:cubicBezTo>
                  <a:pt x="1113480" y="1442601"/>
                  <a:pt x="843690" y="683424"/>
                  <a:pt x="843690" y="683424"/>
                </a:cubicBezTo>
                <a:cubicBezTo>
                  <a:pt x="843690" y="683424"/>
                  <a:pt x="1245399" y="1064257"/>
                  <a:pt x="1475391" y="1101123"/>
                </a:cubicBezTo>
                <a:cubicBezTo>
                  <a:pt x="1475479" y="1101123"/>
                  <a:pt x="2090567" y="977821"/>
                  <a:pt x="2061607" y="837907"/>
                </a:cubicBezTo>
                <a:close/>
              </a:path>
            </a:pathLst>
          </a:custGeom>
          <a:solidFill>
            <a:schemeClr val="accent1"/>
          </a:solidFill>
          <a:ln cap="flat">
            <a:prstDash val="solid"/>
          </a:ln>
        </p:spPr>
        <p:txBody>
          <a:bodyPr vert="horz" lIns="91440" tIns="45720" rIns="91440" bIns="45720" anchor="ctr">
            <a:normAutofit/>
          </a:bodyPr>
          <a:lstStyle/>
          <a:p>
            <a:pPr marL="0" algn="l"/>
            <a:endParaRPr/>
          </a:p>
        </p:txBody>
      </p:sp>
      <p:sp>
        <p:nvSpPr>
          <p:cNvPr id="42" name="Freeform 42"/>
          <p:cNvSpPr/>
          <p:nvPr/>
        </p:nvSpPr>
        <p:spPr>
          <a:xfrm>
            <a:off x="1852412" y="3529526"/>
            <a:ext cx="324376" cy="339363"/>
          </a:xfrm>
          <a:custGeom>
            <a:avLst/>
            <a:gdLst/>
            <a:ahLst/>
            <a:cxnLst/>
            <a:rect l="l" t="t" r="r" b="b"/>
            <a:pathLst>
              <a:path w="724168" h="757627">
                <a:moveTo>
                  <a:pt x="559744" y="4491"/>
                </a:moveTo>
                <a:cubicBezTo>
                  <a:pt x="559744" y="4491"/>
                  <a:pt x="485923" y="-15674"/>
                  <a:pt x="460428" y="29454"/>
                </a:cubicBezTo>
                <a:cubicBezTo>
                  <a:pt x="435021" y="74670"/>
                  <a:pt x="65649" y="620024"/>
                  <a:pt x="65649" y="620024"/>
                </a:cubicBezTo>
                <a:lnTo>
                  <a:pt x="0" y="757628"/>
                </a:lnTo>
                <a:cubicBezTo>
                  <a:pt x="0" y="757628"/>
                  <a:pt x="289511" y="660443"/>
                  <a:pt x="337570" y="627930"/>
                </a:cubicBezTo>
                <a:cubicBezTo>
                  <a:pt x="385629" y="595505"/>
                  <a:pt x="710762" y="380349"/>
                  <a:pt x="720356" y="351478"/>
                </a:cubicBezTo>
                <a:cubicBezTo>
                  <a:pt x="753492" y="251362"/>
                  <a:pt x="559744" y="4491"/>
                  <a:pt x="559744" y="4491"/>
                </a:cubicBezTo>
                <a:close/>
              </a:path>
            </a:pathLst>
          </a:custGeom>
          <a:solidFill>
            <a:srgbClr val="FFFFFF"/>
          </a:solidFill>
          <a:ln cap="flat">
            <a:prstDash val="solid"/>
          </a:ln>
        </p:spPr>
        <p:txBody>
          <a:bodyPr vert="horz" lIns="91440" tIns="45720" rIns="91440" bIns="45720" anchor="ctr">
            <a:normAutofit lnSpcReduction="10000"/>
          </a:bodyPr>
          <a:lstStyle/>
          <a:p>
            <a:pPr marL="0" algn="l"/>
            <a:endParaRPr/>
          </a:p>
        </p:txBody>
      </p:sp>
      <p:sp>
        <p:nvSpPr>
          <p:cNvPr id="43" name="Freeform 43"/>
          <p:cNvSpPr/>
          <p:nvPr/>
        </p:nvSpPr>
        <p:spPr>
          <a:xfrm>
            <a:off x="1839917" y="3612217"/>
            <a:ext cx="334327" cy="267376"/>
          </a:xfrm>
          <a:custGeom>
            <a:avLst/>
            <a:gdLst/>
            <a:ahLst/>
            <a:cxnLst/>
            <a:rect l="l" t="t" r="r" b="b"/>
            <a:pathLst>
              <a:path w="746384" h="596916">
                <a:moveTo>
                  <a:pt x="715026" y="928"/>
                </a:moveTo>
                <a:cubicBezTo>
                  <a:pt x="700546" y="-11509"/>
                  <a:pt x="559389" y="105131"/>
                  <a:pt x="559389" y="105131"/>
                </a:cubicBezTo>
                <a:cubicBezTo>
                  <a:pt x="559389" y="105131"/>
                  <a:pt x="293686" y="137644"/>
                  <a:pt x="265792" y="171401"/>
                </a:cubicBezTo>
                <a:cubicBezTo>
                  <a:pt x="237898" y="205069"/>
                  <a:pt x="62628" y="465265"/>
                  <a:pt x="37133" y="510481"/>
                </a:cubicBezTo>
                <a:cubicBezTo>
                  <a:pt x="11637" y="555698"/>
                  <a:pt x="0" y="596917"/>
                  <a:pt x="0" y="596917"/>
                </a:cubicBezTo>
                <a:cubicBezTo>
                  <a:pt x="0" y="596917"/>
                  <a:pt x="280894" y="484453"/>
                  <a:pt x="326021" y="467130"/>
                </a:cubicBezTo>
                <a:cubicBezTo>
                  <a:pt x="371149" y="449808"/>
                  <a:pt x="592169" y="148748"/>
                  <a:pt x="592169" y="148748"/>
                </a:cubicBezTo>
                <a:cubicBezTo>
                  <a:pt x="592169" y="148748"/>
                  <a:pt x="733237" y="138977"/>
                  <a:pt x="743364" y="119255"/>
                </a:cubicBezTo>
                <a:cubicBezTo>
                  <a:pt x="755179" y="96159"/>
                  <a:pt x="729506" y="13365"/>
                  <a:pt x="715026" y="928"/>
                </a:cubicBezTo>
                <a:close/>
              </a:path>
            </a:pathLst>
          </a:custGeom>
          <a:solidFill>
            <a:srgbClr val="1B0242"/>
          </a:solidFill>
          <a:ln cap="flat">
            <a:prstDash val="solid"/>
          </a:ln>
        </p:spPr>
        <p:txBody>
          <a:bodyPr vert="horz" lIns="91440" tIns="45720" rIns="91440" bIns="45720" anchor="ctr">
            <a:normAutofit fontScale="77500" lnSpcReduction="20000"/>
          </a:bodyPr>
          <a:lstStyle/>
          <a:p>
            <a:pPr marL="0" algn="l"/>
            <a:endParaRPr/>
          </a:p>
        </p:txBody>
      </p:sp>
      <p:sp>
        <p:nvSpPr>
          <p:cNvPr id="44" name="Freeform 44"/>
          <p:cNvSpPr/>
          <p:nvPr/>
        </p:nvSpPr>
        <p:spPr>
          <a:xfrm>
            <a:off x="660400" y="5412575"/>
            <a:ext cx="207212" cy="212542"/>
          </a:xfrm>
          <a:custGeom>
            <a:avLst/>
            <a:gdLst/>
            <a:ahLst/>
            <a:cxnLst/>
            <a:rect l="l" t="t" r="r" b="b"/>
            <a:pathLst>
              <a:path w="462601" h="474500">
                <a:moveTo>
                  <a:pt x="287601" y="140"/>
                </a:moveTo>
                <a:cubicBezTo>
                  <a:pt x="293731" y="4137"/>
                  <a:pt x="316827" y="132769"/>
                  <a:pt x="316827" y="132769"/>
                </a:cubicBezTo>
                <a:cubicBezTo>
                  <a:pt x="316827" y="132769"/>
                  <a:pt x="439419" y="115002"/>
                  <a:pt x="447147" y="122731"/>
                </a:cubicBezTo>
                <a:cubicBezTo>
                  <a:pt x="457541" y="133035"/>
                  <a:pt x="347831" y="234040"/>
                  <a:pt x="347831" y="234040"/>
                </a:cubicBezTo>
                <a:cubicBezTo>
                  <a:pt x="347831" y="234040"/>
                  <a:pt x="470866" y="390921"/>
                  <a:pt x="462160" y="398828"/>
                </a:cubicBezTo>
                <a:cubicBezTo>
                  <a:pt x="449279" y="410642"/>
                  <a:pt x="263527" y="338065"/>
                  <a:pt x="263527" y="338065"/>
                </a:cubicBezTo>
                <a:cubicBezTo>
                  <a:pt x="263527" y="338065"/>
                  <a:pt x="154350" y="482420"/>
                  <a:pt x="144400" y="474159"/>
                </a:cubicBezTo>
                <a:cubicBezTo>
                  <a:pt x="137471" y="468384"/>
                  <a:pt x="149286" y="305552"/>
                  <a:pt x="149286" y="305552"/>
                </a:cubicBezTo>
                <a:cubicBezTo>
                  <a:pt x="149286" y="305552"/>
                  <a:pt x="4575" y="295868"/>
                  <a:pt x="134" y="284320"/>
                </a:cubicBezTo>
                <a:cubicBezTo>
                  <a:pt x="-4486" y="272327"/>
                  <a:pt x="112242" y="184915"/>
                  <a:pt x="112242" y="184915"/>
                </a:cubicBezTo>
                <a:cubicBezTo>
                  <a:pt x="112242" y="184915"/>
                  <a:pt x="57520" y="76537"/>
                  <a:pt x="60097" y="71473"/>
                </a:cubicBezTo>
                <a:cubicBezTo>
                  <a:pt x="66049" y="59925"/>
                  <a:pt x="197434" y="115801"/>
                  <a:pt x="197434" y="115801"/>
                </a:cubicBezTo>
                <a:cubicBezTo>
                  <a:pt x="197434" y="115801"/>
                  <a:pt x="280405" y="-4658"/>
                  <a:pt x="287601" y="140"/>
                </a:cubicBezTo>
                <a:close/>
              </a:path>
            </a:pathLst>
          </a:custGeom>
          <a:gradFill>
            <a:gsLst>
              <a:gs pos="0">
                <a:srgbClr val="FFCE14"/>
              </a:gs>
              <a:gs pos="50000">
                <a:srgbClr val="FFD829"/>
              </a:gs>
              <a:gs pos="100000">
                <a:srgbClr val="FFE23F"/>
              </a:gs>
            </a:gsLst>
            <a:lin ang="14118129"/>
          </a:gradFill>
          <a:ln cap="flat">
            <a:prstDash val="solid"/>
          </a:ln>
        </p:spPr>
        <p:txBody>
          <a:bodyPr vert="horz" lIns="91440" tIns="45720" rIns="91440" bIns="45720" anchor="ctr">
            <a:normAutofit fontScale="47500" lnSpcReduction="20000"/>
          </a:bodyPr>
          <a:lstStyle/>
          <a:p>
            <a:pPr marL="0" algn="l"/>
            <a:endParaRPr/>
          </a:p>
        </p:txBody>
      </p:sp>
      <p:sp>
        <p:nvSpPr>
          <p:cNvPr id="45" name="Freeform 45"/>
          <p:cNvSpPr/>
          <p:nvPr/>
        </p:nvSpPr>
        <p:spPr>
          <a:xfrm>
            <a:off x="3061235" y="3337478"/>
            <a:ext cx="60722" cy="27413"/>
          </a:xfrm>
          <a:custGeom>
            <a:avLst/>
            <a:gdLst/>
            <a:ahLst/>
            <a:cxnLst/>
            <a:rect l="l" t="t" r="r" b="b"/>
            <a:pathLst>
              <a:path w="135562" h="61199">
                <a:moveTo>
                  <a:pt x="0" y="61199"/>
                </a:moveTo>
                <a:cubicBezTo>
                  <a:pt x="18034" y="24422"/>
                  <a:pt x="135117" y="-27102"/>
                  <a:pt x="135561" y="16960"/>
                </a:cubicBezTo>
                <a:cubicBezTo>
                  <a:pt x="136094" y="60933"/>
                  <a:pt x="0" y="61199"/>
                  <a:pt x="0" y="61199"/>
                </a:cubicBezTo>
                <a:close/>
              </a:path>
            </a:pathLst>
          </a:custGeom>
          <a:solidFill>
            <a:srgbClr val="FFFFFF"/>
          </a:solidFill>
          <a:ln cap="flat">
            <a:prstDash val="solid"/>
          </a:ln>
        </p:spPr>
        <p:txBody>
          <a:bodyPr vert="horz" lIns="91440" tIns="45720" rIns="91440" bIns="45720" anchor="ctr">
            <a:normAutofit fontScale="25000" lnSpcReduction="20000"/>
          </a:bodyPr>
          <a:lstStyle/>
          <a:p>
            <a:pPr marL="0" algn="l"/>
            <a:endParaRPr/>
          </a:p>
        </p:txBody>
      </p:sp>
      <p:sp>
        <p:nvSpPr>
          <p:cNvPr id="46" name="Freeform 46"/>
          <p:cNvSpPr/>
          <p:nvPr/>
        </p:nvSpPr>
        <p:spPr>
          <a:xfrm>
            <a:off x="660420" y="3060885"/>
            <a:ext cx="3979" cy="3979"/>
          </a:xfrm>
          <a:custGeom>
            <a:avLst/>
            <a:gdLst/>
            <a:ahLst/>
            <a:cxnLst/>
            <a:rect l="l" t="t" r="r" b="b"/>
            <a:pathLst>
              <a:path w="8883" h="8883"/>
            </a:pathLst>
          </a:custGeom>
          <a:solidFill>
            <a:srgbClr val="FFFFFF"/>
          </a:solidFill>
          <a:ln cap="flat">
            <a:prstDash val="solid"/>
          </a:ln>
        </p:spPr>
        <p:txBody>
          <a:bodyPr vert="horz" lIns="91440" tIns="45720" rIns="91440" bIns="45720" anchor="ctr">
            <a:normAutofit fontScale="25000" lnSpcReduction="20000"/>
          </a:bodyPr>
          <a:lstStyle/>
          <a:p>
            <a:pPr marL="0" algn="l"/>
            <a:endParaRPr/>
          </a:p>
        </p:txBody>
      </p:sp>
      <p:grpSp>
        <p:nvGrpSpPr>
          <p:cNvPr id="47" name="Group 47"/>
          <p:cNvGrpSpPr/>
          <p:nvPr/>
        </p:nvGrpSpPr>
        <p:grpSpPr>
          <a:xfrm>
            <a:off x="8037285" y="769715"/>
            <a:ext cx="3494314" cy="721169"/>
            <a:chOff x="8037285" y="769715"/>
            <a:chExt cx="3494314" cy="721169"/>
          </a:xfrm>
        </p:grpSpPr>
        <p:sp>
          <p:nvSpPr>
            <p:cNvPr id="48" name="AutoShape 48"/>
            <p:cNvSpPr/>
            <p:nvPr/>
          </p:nvSpPr>
          <p:spPr>
            <a:xfrm>
              <a:off x="8037285" y="810451"/>
              <a:ext cx="3494314" cy="639699"/>
            </a:xfrm>
            <a:prstGeom prst="roundRect">
              <a:avLst>
                <a:gd name="adj" fmla="val 50000"/>
              </a:avLst>
            </a:prstGeom>
            <a:solidFill>
              <a:srgbClr val="FFFFFF"/>
            </a:solidFill>
          </p:spPr>
          <p:txBody>
            <a:bodyPr vert="horz" wrap="square" lIns="1080000" tIns="45720" rIns="91440" bIns="45720" anchor="ctr">
              <a:normAutofit/>
            </a:bodyPr>
            <a:lstStyle/>
            <a:p>
              <a:pPr marL="0" algn="l"/>
              <a:endParaRPr/>
            </a:p>
          </p:txBody>
        </p:sp>
        <p:sp>
          <p:nvSpPr>
            <p:cNvPr id="49" name="AutoShape 49"/>
            <p:cNvSpPr/>
            <p:nvPr/>
          </p:nvSpPr>
          <p:spPr>
            <a:xfrm>
              <a:off x="8045397" y="769715"/>
              <a:ext cx="721171" cy="721169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FF9A2C">
                    <a:lumMod val="60000"/>
                    <a:lumOff val="40000"/>
                  </a:srgbClr>
                </a:gs>
                <a:gs pos="50000">
                  <a:srgbClr val="FF9A2C"/>
                </a:gs>
              </a:gsLst>
              <a:lin ang="2700000"/>
            </a:gradFill>
            <a:ln w="76200">
              <a:solidFill>
                <a:srgbClr val="FFFFFF">
                  <a:alpha val="95000"/>
                </a:srgbClr>
              </a:solidFill>
            </a:ln>
          </p:spPr>
          <p:txBody>
            <a:bodyPr vert="horz" wrap="none" lIns="91440" tIns="45720" rIns="91440" bIns="45720" anchor="ctr">
              <a:normAutofit/>
            </a:bodyPr>
            <a:lstStyle/>
            <a:p>
              <a:pPr marL="0" algn="ctr">
                <a:lnSpc>
                  <a:spcPct val="110000"/>
                </a:lnSpc>
              </a:pPr>
              <a:r>
                <a:rPr lang="en-US" sz="2400" b="1" i="0" u="none" baseline="0">
                  <a:solidFill>
                    <a:srgbClr val="FFFFFF"/>
                  </a:solidFill>
                  <a:latin typeface="微软雅黑"/>
                  <a:ea typeface="微软雅黑"/>
                </a:rPr>
                <a:t>01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8766568" y="957253"/>
              <a:ext cx="2649784" cy="369332"/>
            </a:xfrm>
            <a:prstGeom prst="rect">
              <a:avLst/>
            </a:prstGeom>
            <a:noFill/>
          </p:spPr>
          <p:txBody>
            <a:bodyPr vert="horz" wrap="square" lIns="91440" tIns="45720" rIns="91440" bIns="45720" rtlCol="0" anchor="ctr">
              <a:spAutoFit/>
            </a:bodyPr>
            <a:lstStyle/>
            <a:p>
              <a:pPr marL="0" algn="l">
                <a:defRPr/>
              </a:pPr>
              <a:r>
                <a:rPr lang="zh-CN" altLang="en-US" sz="1800" b="0" i="0" u="none" baseline="0">
                  <a:solidFill>
                    <a:srgbClr val="000000"/>
                  </a:solidFill>
                  <a:latin typeface="微软雅黑"/>
                  <a:ea typeface="微软雅黑"/>
                </a:rPr>
                <a:t>Section 1: Opening</a:t>
              </a:r>
              <a:endParaRPr lang="en-US" sz="1100"/>
            </a:p>
          </p:txBody>
        </p:sp>
      </p:grpSp>
      <p:grpSp>
        <p:nvGrpSpPr>
          <p:cNvPr id="51" name="Group 51"/>
          <p:cNvGrpSpPr/>
          <p:nvPr/>
        </p:nvGrpSpPr>
        <p:grpSpPr>
          <a:xfrm>
            <a:off x="7676699" y="1702426"/>
            <a:ext cx="3644900" cy="728204"/>
            <a:chOff x="7676699" y="1702426"/>
            <a:chExt cx="3644900" cy="728204"/>
          </a:xfrm>
        </p:grpSpPr>
        <p:sp>
          <p:nvSpPr>
            <p:cNvPr id="52" name="AutoShape 52"/>
            <p:cNvSpPr/>
            <p:nvPr/>
          </p:nvSpPr>
          <p:spPr>
            <a:xfrm>
              <a:off x="7676699" y="1790931"/>
              <a:ext cx="3644900" cy="639699"/>
            </a:xfrm>
            <a:prstGeom prst="roundRect">
              <a:avLst>
                <a:gd name="adj" fmla="val 50000"/>
              </a:avLst>
            </a:prstGeom>
            <a:solidFill>
              <a:srgbClr val="FFFFFF"/>
            </a:solidFill>
          </p:spPr>
          <p:txBody>
            <a:bodyPr vert="horz" wrap="square" lIns="1080000" tIns="45720" rIns="91440" bIns="45720" anchor="ctr">
              <a:normAutofit/>
            </a:bodyPr>
            <a:lstStyle/>
            <a:p>
              <a:pPr marL="0" algn="l"/>
              <a:endParaRPr/>
            </a:p>
          </p:txBody>
        </p:sp>
        <p:sp>
          <p:nvSpPr>
            <p:cNvPr id="53" name="AutoShape 53"/>
            <p:cNvSpPr/>
            <p:nvPr/>
          </p:nvSpPr>
          <p:spPr>
            <a:xfrm>
              <a:off x="7684811" y="1702426"/>
              <a:ext cx="721171" cy="721169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FFC717">
                    <a:lumMod val="60000"/>
                    <a:lumOff val="40000"/>
                  </a:srgbClr>
                </a:gs>
                <a:gs pos="50000">
                  <a:srgbClr val="FFC717"/>
                </a:gs>
              </a:gsLst>
              <a:lin ang="2700000"/>
            </a:gradFill>
            <a:ln w="76200">
              <a:solidFill>
                <a:srgbClr val="FFFFFF">
                  <a:alpha val="95000"/>
                </a:srgbClr>
              </a:solidFill>
            </a:ln>
          </p:spPr>
          <p:txBody>
            <a:bodyPr vert="horz" wrap="none" lIns="91440" tIns="45720" rIns="91440" bIns="45720" anchor="ctr">
              <a:normAutofit/>
            </a:bodyPr>
            <a:lstStyle/>
            <a:p>
              <a:pPr marL="0" algn="ctr">
                <a:lnSpc>
                  <a:spcPct val="110000"/>
                </a:lnSpc>
              </a:pPr>
              <a:r>
                <a:rPr lang="en-US" sz="2400" b="1" i="0" u="none" baseline="0">
                  <a:solidFill>
                    <a:srgbClr val="FFFFFF"/>
                  </a:solidFill>
                  <a:latin typeface="微软雅黑"/>
                  <a:ea typeface="微软雅黑"/>
                </a:rPr>
                <a:t>02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8405982" y="1932003"/>
              <a:ext cx="2635057" cy="369332"/>
            </a:xfrm>
            <a:prstGeom prst="rect">
              <a:avLst/>
            </a:prstGeom>
            <a:noFill/>
          </p:spPr>
          <p:txBody>
            <a:bodyPr vert="horz" wrap="square" lIns="91440" tIns="45720" rIns="91440" bIns="45720" rtlCol="0" anchor="ctr">
              <a:spAutoFit/>
            </a:bodyPr>
            <a:lstStyle/>
            <a:p>
              <a:pPr marL="0" algn="l">
                <a:defRPr/>
              </a:pPr>
              <a:r>
                <a:rPr lang="zh-CN" altLang="en-US" sz="1800" b="0" i="0" u="none" baseline="0">
                  <a:solidFill>
                    <a:srgbClr val="000000"/>
                  </a:solidFill>
                  <a:latin typeface="微软雅黑"/>
                  <a:ea typeface="微软雅黑"/>
                </a:rPr>
                <a:t>Section 2: Dataset</a:t>
              </a:r>
              <a:endParaRPr lang="en-US" sz="1100"/>
            </a:p>
          </p:txBody>
        </p:sp>
      </p:grpSp>
      <p:grpSp>
        <p:nvGrpSpPr>
          <p:cNvPr id="55" name="Group 55"/>
          <p:cNvGrpSpPr/>
          <p:nvPr/>
        </p:nvGrpSpPr>
        <p:grpSpPr>
          <a:xfrm>
            <a:off x="7072543" y="2674471"/>
            <a:ext cx="3644900" cy="736639"/>
            <a:chOff x="7072543" y="2674471"/>
            <a:chExt cx="3644900" cy="736639"/>
          </a:xfrm>
        </p:grpSpPr>
        <p:sp>
          <p:nvSpPr>
            <p:cNvPr id="56" name="AutoShape 56"/>
            <p:cNvSpPr/>
            <p:nvPr/>
          </p:nvSpPr>
          <p:spPr>
            <a:xfrm>
              <a:off x="7072543" y="2771411"/>
              <a:ext cx="3644900" cy="639699"/>
            </a:xfrm>
            <a:prstGeom prst="roundRect">
              <a:avLst>
                <a:gd name="adj" fmla="val 50000"/>
              </a:avLst>
            </a:prstGeom>
            <a:solidFill>
              <a:srgbClr val="FFFFFF"/>
            </a:solidFill>
          </p:spPr>
          <p:txBody>
            <a:bodyPr vert="horz" wrap="square" lIns="1080000" tIns="45720" rIns="91440" bIns="45720" anchor="ctr">
              <a:normAutofit/>
            </a:bodyPr>
            <a:lstStyle/>
            <a:p>
              <a:pPr marL="0" algn="l"/>
              <a:endParaRPr/>
            </a:p>
          </p:txBody>
        </p:sp>
        <p:sp>
          <p:nvSpPr>
            <p:cNvPr id="57" name="AutoShape 57"/>
            <p:cNvSpPr/>
            <p:nvPr/>
          </p:nvSpPr>
          <p:spPr>
            <a:xfrm>
              <a:off x="7080655" y="2674471"/>
              <a:ext cx="721171" cy="721169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FF5900">
                    <a:lumMod val="60000"/>
                    <a:lumOff val="40000"/>
                  </a:srgbClr>
                </a:gs>
                <a:gs pos="50000">
                  <a:srgbClr val="FF5900"/>
                </a:gs>
              </a:gsLst>
              <a:lin ang="2700000"/>
            </a:gradFill>
            <a:ln w="76200">
              <a:solidFill>
                <a:srgbClr val="FFFFFF">
                  <a:alpha val="95000"/>
                </a:srgbClr>
              </a:solidFill>
            </a:ln>
          </p:spPr>
          <p:txBody>
            <a:bodyPr vert="horz" wrap="none" lIns="91440" tIns="45720" rIns="91440" bIns="45720" anchor="ctr">
              <a:normAutofit/>
            </a:bodyPr>
            <a:lstStyle/>
            <a:p>
              <a:pPr marL="0" algn="ctr">
                <a:lnSpc>
                  <a:spcPct val="110000"/>
                </a:lnSpc>
              </a:pPr>
              <a:r>
                <a:rPr lang="en-US" sz="2400" b="1" i="0" u="none" baseline="0">
                  <a:solidFill>
                    <a:srgbClr val="FFFFFF"/>
                  </a:solidFill>
                  <a:latin typeface="微软雅黑"/>
                  <a:ea typeface="微软雅黑"/>
                </a:rPr>
                <a:t>03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7892930" y="2895468"/>
              <a:ext cx="2635057" cy="369332"/>
            </a:xfrm>
            <a:prstGeom prst="rect">
              <a:avLst/>
            </a:prstGeom>
            <a:noFill/>
          </p:spPr>
          <p:txBody>
            <a:bodyPr vert="horz" wrap="square" lIns="91440" tIns="45720" rIns="91440" bIns="45720" rtlCol="0" anchor="ctr">
              <a:spAutoFit/>
            </a:bodyPr>
            <a:lstStyle/>
            <a:p>
              <a:pPr marL="0" algn="l">
                <a:defRPr/>
              </a:pPr>
              <a:r>
                <a:rPr lang="zh-CN" altLang="en-US" sz="1800" b="0" i="0" u="none" baseline="0">
                  <a:solidFill>
                    <a:srgbClr val="000000"/>
                  </a:solidFill>
                  <a:latin typeface="微软雅黑"/>
                  <a:ea typeface="微软雅黑"/>
                </a:rPr>
                <a:t>Section 3: DAX</a:t>
              </a:r>
              <a:endParaRPr lang="en-US" sz="1100"/>
            </a:p>
          </p:txBody>
        </p:sp>
      </p:grpSp>
      <p:grpSp>
        <p:nvGrpSpPr>
          <p:cNvPr id="59" name="Group 59"/>
          <p:cNvGrpSpPr/>
          <p:nvPr/>
        </p:nvGrpSpPr>
        <p:grpSpPr>
          <a:xfrm>
            <a:off x="5999714" y="3751891"/>
            <a:ext cx="3644900" cy="722135"/>
            <a:chOff x="5999714" y="3751891"/>
            <a:chExt cx="3644900" cy="722135"/>
          </a:xfrm>
        </p:grpSpPr>
        <p:sp>
          <p:nvSpPr>
            <p:cNvPr id="60" name="AutoShape 60"/>
            <p:cNvSpPr/>
            <p:nvPr/>
          </p:nvSpPr>
          <p:spPr>
            <a:xfrm>
              <a:off x="5999714" y="3751891"/>
              <a:ext cx="3644900" cy="639699"/>
            </a:xfrm>
            <a:prstGeom prst="roundRect">
              <a:avLst>
                <a:gd name="adj" fmla="val 50000"/>
              </a:avLst>
            </a:prstGeom>
            <a:solidFill>
              <a:srgbClr val="FFFFFF"/>
            </a:solidFill>
          </p:spPr>
          <p:txBody>
            <a:bodyPr vert="horz" wrap="square" lIns="1080000" tIns="45720" rIns="91440" bIns="45720" anchor="ctr">
              <a:normAutofit/>
            </a:bodyPr>
            <a:lstStyle/>
            <a:p>
              <a:pPr marL="0" algn="l"/>
              <a:endParaRPr/>
            </a:p>
          </p:txBody>
        </p:sp>
        <p:sp>
          <p:nvSpPr>
            <p:cNvPr id="61" name="AutoShape 61"/>
            <p:cNvSpPr/>
            <p:nvPr/>
          </p:nvSpPr>
          <p:spPr>
            <a:xfrm>
              <a:off x="6007826" y="3752857"/>
              <a:ext cx="721171" cy="721169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B4BA9">
                    <a:lumMod val="60000"/>
                    <a:lumOff val="40000"/>
                  </a:srgbClr>
                </a:gs>
                <a:gs pos="50000">
                  <a:srgbClr val="2B4BA9"/>
                </a:gs>
              </a:gsLst>
              <a:lin ang="2700000"/>
            </a:gradFill>
            <a:ln w="76200">
              <a:solidFill>
                <a:srgbClr val="FFFFFF">
                  <a:alpha val="95000"/>
                </a:srgbClr>
              </a:solidFill>
            </a:ln>
          </p:spPr>
          <p:txBody>
            <a:bodyPr vert="horz" wrap="none" lIns="91440" tIns="45720" rIns="91440" bIns="45720" anchor="ctr">
              <a:normAutofit/>
            </a:bodyPr>
            <a:lstStyle/>
            <a:p>
              <a:pPr marL="0" algn="ctr">
                <a:lnSpc>
                  <a:spcPct val="110000"/>
                </a:lnSpc>
              </a:pPr>
              <a:r>
                <a:rPr lang="en-US" sz="2400" b="1" i="0" u="none" baseline="0">
                  <a:solidFill>
                    <a:srgbClr val="FFFFFF"/>
                  </a:solidFill>
                  <a:latin typeface="微软雅黑"/>
                  <a:ea typeface="微软雅黑"/>
                </a:rPr>
                <a:t>04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6685012" y="3892963"/>
              <a:ext cx="2635057" cy="369332"/>
            </a:xfrm>
            <a:prstGeom prst="rect">
              <a:avLst/>
            </a:prstGeom>
            <a:noFill/>
          </p:spPr>
          <p:txBody>
            <a:bodyPr vert="horz" wrap="square" lIns="91440" tIns="45720" rIns="91440" bIns="45720" rtlCol="0" anchor="ctr">
              <a:spAutoFit/>
            </a:bodyPr>
            <a:lstStyle/>
            <a:p>
              <a:pPr marL="0" algn="l">
                <a:defRPr/>
              </a:pPr>
              <a:r>
                <a:rPr lang="zh-CN" altLang="en-US" sz="1800" b="0" i="0" u="none" baseline="0">
                  <a:solidFill>
                    <a:srgbClr val="000000"/>
                  </a:solidFill>
                  <a:latin typeface="微软雅黑"/>
                  <a:ea typeface="微软雅黑"/>
                </a:rPr>
                <a:t>Section 4: Dashboard Pages</a:t>
              </a:r>
              <a:endParaRPr lang="en-US" sz="1100"/>
            </a:p>
          </p:txBody>
        </p:sp>
      </p:grpSp>
      <p:grpSp>
        <p:nvGrpSpPr>
          <p:cNvPr id="63" name="Group 63"/>
          <p:cNvGrpSpPr/>
          <p:nvPr/>
        </p:nvGrpSpPr>
        <p:grpSpPr>
          <a:xfrm>
            <a:off x="4992272" y="4689273"/>
            <a:ext cx="3644900" cy="721169"/>
            <a:chOff x="4992272" y="4689273"/>
            <a:chExt cx="3644900" cy="721169"/>
          </a:xfrm>
        </p:grpSpPr>
        <p:sp>
          <p:nvSpPr>
            <p:cNvPr id="64" name="AutoShape 64"/>
            <p:cNvSpPr/>
            <p:nvPr/>
          </p:nvSpPr>
          <p:spPr>
            <a:xfrm>
              <a:off x="4992272" y="4732371"/>
              <a:ext cx="3644900" cy="639699"/>
            </a:xfrm>
            <a:prstGeom prst="roundRect">
              <a:avLst>
                <a:gd name="adj" fmla="val 50000"/>
              </a:avLst>
            </a:prstGeom>
            <a:solidFill>
              <a:srgbClr val="FFFFFF"/>
            </a:solidFill>
          </p:spPr>
          <p:txBody>
            <a:bodyPr vert="horz" wrap="square" lIns="1080000" tIns="45720" rIns="91440" bIns="45720" anchor="ctr">
              <a:normAutofit/>
            </a:bodyPr>
            <a:lstStyle/>
            <a:p>
              <a:pPr marL="0" algn="l"/>
              <a:endParaRPr/>
            </a:p>
          </p:txBody>
        </p:sp>
        <p:sp>
          <p:nvSpPr>
            <p:cNvPr id="65" name="AutoShape 65"/>
            <p:cNvSpPr/>
            <p:nvPr/>
          </p:nvSpPr>
          <p:spPr>
            <a:xfrm>
              <a:off x="5000384" y="4689273"/>
              <a:ext cx="721171" cy="721169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FF9A2C">
                    <a:lumMod val="60000"/>
                    <a:lumOff val="40000"/>
                  </a:srgbClr>
                </a:gs>
                <a:gs pos="50000">
                  <a:srgbClr val="FF9A2C"/>
                </a:gs>
              </a:gsLst>
              <a:lin ang="2700000"/>
            </a:gradFill>
            <a:ln w="76200">
              <a:solidFill>
                <a:srgbClr val="FFFFFF">
                  <a:alpha val="95000"/>
                </a:srgbClr>
              </a:solidFill>
            </a:ln>
          </p:spPr>
          <p:txBody>
            <a:bodyPr vert="horz" wrap="none" lIns="91440" tIns="45720" rIns="91440" bIns="45720" anchor="ctr">
              <a:normAutofit/>
            </a:bodyPr>
            <a:lstStyle/>
            <a:p>
              <a:pPr marL="0" algn="ctr">
                <a:lnSpc>
                  <a:spcPct val="110000"/>
                </a:lnSpc>
              </a:pPr>
              <a:r>
                <a:rPr lang="en-US" sz="2400" b="1" i="0" u="none" baseline="0">
                  <a:solidFill>
                    <a:srgbClr val="FFFFFF"/>
                  </a:solidFill>
                  <a:latin typeface="微软雅黑"/>
                  <a:ea typeface="微软雅黑"/>
                </a:rPr>
                <a:t>05</a:t>
              </a:r>
            </a:p>
          </p:txBody>
        </p:sp>
        <p:sp>
          <p:nvSpPr>
            <p:cNvPr id="66" name="TextBox 66"/>
            <p:cNvSpPr txBox="1"/>
            <p:nvPr/>
          </p:nvSpPr>
          <p:spPr>
            <a:xfrm>
              <a:off x="5721555" y="4880601"/>
              <a:ext cx="2635057" cy="369332"/>
            </a:xfrm>
            <a:prstGeom prst="rect">
              <a:avLst/>
            </a:prstGeom>
            <a:noFill/>
          </p:spPr>
          <p:txBody>
            <a:bodyPr vert="horz" wrap="square" lIns="91440" tIns="45720" rIns="91440" bIns="45720" rtlCol="0" anchor="ctr">
              <a:spAutoFit/>
            </a:bodyPr>
            <a:lstStyle/>
            <a:p>
              <a:pPr marL="0" algn="l">
                <a:defRPr/>
              </a:pPr>
              <a:r>
                <a:rPr lang="zh-CN" altLang="en-US" sz="1800" b="0" i="0" u="none" baseline="0">
                  <a:solidFill>
                    <a:srgbClr val="000000"/>
                  </a:solidFill>
                  <a:latin typeface="微软雅黑"/>
                  <a:ea typeface="微软雅黑"/>
                </a:rPr>
                <a:t>Section 5: Insights</a:t>
              </a:r>
              <a:endParaRPr lang="en-US" sz="1100"/>
            </a:p>
          </p:txBody>
        </p:sp>
      </p:grpSp>
      <p:grpSp>
        <p:nvGrpSpPr>
          <p:cNvPr id="67" name="Group 67"/>
          <p:cNvGrpSpPr/>
          <p:nvPr/>
        </p:nvGrpSpPr>
        <p:grpSpPr>
          <a:xfrm>
            <a:off x="3371731" y="5672113"/>
            <a:ext cx="3644900" cy="721169"/>
            <a:chOff x="3371731" y="5672113"/>
            <a:chExt cx="3644900" cy="721169"/>
          </a:xfrm>
        </p:grpSpPr>
        <p:sp>
          <p:nvSpPr>
            <p:cNvPr id="68" name="AutoShape 68"/>
            <p:cNvSpPr/>
            <p:nvPr/>
          </p:nvSpPr>
          <p:spPr>
            <a:xfrm>
              <a:off x="3371731" y="5712849"/>
              <a:ext cx="3644900" cy="639699"/>
            </a:xfrm>
            <a:prstGeom prst="roundRect">
              <a:avLst>
                <a:gd name="adj" fmla="val 50000"/>
              </a:avLst>
            </a:prstGeom>
            <a:solidFill>
              <a:srgbClr val="FFFFFF"/>
            </a:solidFill>
          </p:spPr>
          <p:txBody>
            <a:bodyPr vert="horz" wrap="square" lIns="1080000" tIns="45720" rIns="91440" bIns="45720" anchor="ctr">
              <a:normAutofit/>
            </a:bodyPr>
            <a:lstStyle/>
            <a:p>
              <a:pPr marL="0" algn="l"/>
              <a:endParaRPr/>
            </a:p>
          </p:txBody>
        </p:sp>
        <p:sp>
          <p:nvSpPr>
            <p:cNvPr id="69" name="AutoShape 69"/>
            <p:cNvSpPr/>
            <p:nvPr/>
          </p:nvSpPr>
          <p:spPr>
            <a:xfrm>
              <a:off x="3379843" y="5672113"/>
              <a:ext cx="721171" cy="721169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FFC717">
                    <a:lumMod val="60000"/>
                    <a:lumOff val="40000"/>
                  </a:srgbClr>
                </a:gs>
                <a:gs pos="50000">
                  <a:srgbClr val="FFC717"/>
                </a:gs>
              </a:gsLst>
              <a:lin ang="2700000"/>
            </a:gradFill>
            <a:ln w="76200">
              <a:solidFill>
                <a:srgbClr val="FFFFFF">
                  <a:alpha val="95000"/>
                </a:srgbClr>
              </a:solidFill>
            </a:ln>
          </p:spPr>
          <p:txBody>
            <a:bodyPr vert="horz" wrap="none" lIns="91440" tIns="45720" rIns="91440" bIns="45720" anchor="ctr">
              <a:normAutofit/>
            </a:bodyPr>
            <a:lstStyle/>
            <a:p>
              <a:pPr marL="0" algn="ctr">
                <a:lnSpc>
                  <a:spcPct val="110000"/>
                </a:lnSpc>
              </a:pPr>
              <a:r>
                <a:rPr lang="en-US" sz="2400" b="1" i="0" u="none" baseline="0">
                  <a:solidFill>
                    <a:srgbClr val="FFFFFF"/>
                  </a:solidFill>
                  <a:latin typeface="微软雅黑"/>
                  <a:ea typeface="微软雅黑"/>
                </a:rPr>
                <a:t>06</a:t>
              </a:r>
            </a:p>
          </p:txBody>
        </p:sp>
        <p:sp>
          <p:nvSpPr>
            <p:cNvPr id="70" name="TextBox 70"/>
            <p:cNvSpPr txBox="1"/>
            <p:nvPr/>
          </p:nvSpPr>
          <p:spPr>
            <a:xfrm>
              <a:off x="4109126" y="5855516"/>
              <a:ext cx="2635057" cy="369332"/>
            </a:xfrm>
            <a:prstGeom prst="rect">
              <a:avLst/>
            </a:prstGeom>
            <a:noFill/>
          </p:spPr>
          <p:txBody>
            <a:bodyPr vert="horz" wrap="square" lIns="91440" tIns="45720" rIns="91440" bIns="45720" rtlCol="0" anchor="ctr">
              <a:spAutoFit/>
            </a:bodyPr>
            <a:lstStyle/>
            <a:p>
              <a:pPr marL="0" algn="l">
                <a:defRPr/>
              </a:pPr>
              <a:r>
                <a:rPr lang="zh-CN" altLang="en-US" sz="1800" b="0" i="0" u="none" baseline="0">
                  <a:solidFill>
                    <a:srgbClr val="000000"/>
                  </a:solidFill>
                  <a:latin typeface="微软雅黑"/>
                  <a:ea typeface="微软雅黑"/>
                </a:rPr>
                <a:t>Section 6: Closing</a:t>
              </a:r>
              <a:endParaRPr lang="en-US" sz="1100"/>
            </a:p>
          </p:txBody>
        </p:sp>
      </p:grpSp>
      <p:sp>
        <p:nvSpPr>
          <p:cNvPr id="71" name="AutoShape 71"/>
          <p:cNvSpPr/>
          <p:nvPr/>
        </p:nvSpPr>
        <p:spPr>
          <a:xfrm>
            <a:off x="10795000" y="6540500"/>
            <a:ext cx="1270000" cy="1905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rtlCol="0" anchor="t"/>
          <a:lstStyle/>
          <a:p>
            <a:pPr algn="r">
              <a:defRPr/>
            </a:pPr>
            <a:r>
              <a:rPr lang="en-US" sz="800" b="0" i="0" u="none" baseline="0">
                <a:solidFill>
                  <a:srgbClr val="808080"/>
                </a:solidFill>
                <a:latin typeface="Microsoft YaHei"/>
                <a:ea typeface="Microsoft YaHei"/>
              </a:rPr>
              <a:t>内容由AI生成</a:t>
            </a:r>
            <a:endParaRPr lang="en-US" sz="1100"/>
          </a:p>
        </p:txBody>
      </p:sp>
      <p:pic>
        <p:nvPicPr>
          <p:cNvPr id="72" name="Picture 71">
            <a:extLst>
              <a:ext uri="{FF2B5EF4-FFF2-40B4-BE49-F238E27FC236}">
                <a16:creationId xmlns:a16="http://schemas.microsoft.com/office/drawing/2014/main" xmlns="" id="{6729B6E3-A134-D372-1746-7318A8518787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79136" y="113665"/>
            <a:ext cx="2185863" cy="625157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title"/>
          </p:nvPr>
        </p:nvSpPr>
        <p:spPr>
          <a:xfrm>
            <a:off x="660402" y="2687736"/>
            <a:ext cx="10858498" cy="923330"/>
          </a:xfrm>
        </p:spPr>
        <p:txBody>
          <a:bodyPr vert="horz" lIns="91440" tIns="45720" rIns="91440" bIns="45720" anchor="t">
            <a:normAutofit fontScale="90000"/>
          </a:bodyPr>
          <a:lstStyle/>
          <a:p>
            <a:pPr algn="ctr">
              <a:lnSpc>
                <a:spcPct val="100000"/>
              </a:lnSpc>
              <a:spcBef>
                <a:spcPct val="0"/>
              </a:spcBef>
              <a:buNone/>
            </a:pPr>
            <a:r>
              <a:rPr lang="zh-CN" altLang="en-US" sz="5863" b="1" i="0" u="none" baseline="0">
                <a:solidFill>
                  <a:srgbClr val="000000"/>
                </a:solidFill>
                <a:latin typeface="微软雅黑"/>
                <a:ea typeface="微软雅黑"/>
              </a:rPr>
              <a:t>Section 1: Opening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5430672" y="1579740"/>
            <a:ext cx="1330656" cy="1107996"/>
          </a:xfrm>
          <a:prstGeom prst="rect">
            <a:avLst/>
          </a:prstGeom>
        </p:spPr>
        <p:txBody>
          <a:bodyPr vert="horz" wrap="square" lIns="91440" tIns="45720" rIns="91440" bIns="45720" rtlCol="0" anchor="b">
            <a:spAutoFit/>
          </a:bodyPr>
          <a:lstStyle/>
          <a:p>
            <a:pPr marL="0" algn="l">
              <a:defRPr/>
            </a:pPr>
            <a:r>
              <a:rPr lang="en-US" sz="6600" b="0" i="0" u="none" baseline="0">
                <a:solidFill>
                  <a:srgbClr val="000000"/>
                </a:solidFill>
                <a:latin typeface="微软雅黑"/>
                <a:ea typeface="微软雅黑"/>
              </a:rPr>
              <a:t>01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10795000" y="6540500"/>
            <a:ext cx="1270000" cy="1905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rtlCol="0" anchor="t"/>
          <a:lstStyle/>
          <a:p>
            <a:pPr algn="r">
              <a:defRPr/>
            </a:pPr>
            <a:r>
              <a:rPr lang="en-US" sz="800" b="0" i="0" u="none" baseline="0">
                <a:solidFill>
                  <a:srgbClr val="808080"/>
                </a:solidFill>
                <a:latin typeface="Microsoft YaHei"/>
                <a:ea typeface="Microsoft YaHei"/>
              </a:rPr>
              <a:t>内容由AI生成</a:t>
            </a:r>
            <a:endParaRPr lang="en-US" sz="110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xmlns="" id="{6729B6E3-A134-D372-1746-7318A8518787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79136" y="113665"/>
            <a:ext cx="2185864" cy="625157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FFC717">
                <a:lumMod val="40000"/>
                <a:lumOff val="60000"/>
              </a:srgbClr>
            </a:gs>
            <a:gs pos="100000">
              <a:srgbClr val="FFC717">
                <a:alpha val="0"/>
                <a:lumMod val="20000"/>
                <a:lumOff val="80000"/>
              </a:srgbClr>
            </a:gs>
          </a:gsLst>
          <a:lin ang="162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5521049" y="2702928"/>
            <a:ext cx="5300947" cy="3307347"/>
          </a:xfrm>
          <a:prstGeom prst="roundRect">
            <a:avLst>
              <a:gd name="adj" fmla="val 4500"/>
            </a:avLst>
          </a:prstGeom>
          <a:solidFill>
            <a:schemeClr val="accent1">
              <a:alpha val="45000"/>
            </a:schemeClr>
          </a:solidFill>
          <a:ln cap="flat" cmpd="sng">
            <a:prstDash val="solid"/>
          </a:ln>
        </p:spPr>
        <p:txBody>
          <a:bodyPr vert="horz" lIns="91440" tIns="45720" rIns="91440" bIns="45720" anchor="ctr">
            <a:normAutofit/>
          </a:bodyPr>
          <a:lstStyle/>
          <a:p>
            <a:pPr marL="0" algn="ctr"/>
            <a:endParaRPr/>
          </a:p>
        </p:txBody>
      </p:sp>
      <p:cxnSp>
        <p:nvCxnSpPr>
          <p:cNvPr id="3" name="Connector 3"/>
          <p:cNvCxnSpPr/>
          <p:nvPr/>
        </p:nvCxnSpPr>
        <p:spPr>
          <a:xfrm rot="5400000" flipV="1">
            <a:off x="9428110" y="407662"/>
            <a:ext cx="0" cy="1899989"/>
          </a:xfrm>
          <a:prstGeom prst="line">
            <a:avLst/>
          </a:prstGeom>
          <a:ln w="6350" cap="flat" cmpd="sng">
            <a:solidFill>
              <a:srgbClr val="000000">
                <a:alpha val="50000"/>
                <a:lumMod val="50000"/>
                <a:lumOff val="50000"/>
              </a:srgbClr>
            </a:solidFill>
            <a:prstDash val="solid"/>
          </a:ln>
        </p:spPr>
      </p:cxnSp>
      <p:sp>
        <p:nvSpPr>
          <p:cNvPr id="4" name="AutoShape 4"/>
          <p:cNvSpPr/>
          <p:nvPr/>
        </p:nvSpPr>
        <p:spPr>
          <a:xfrm rot="10800000" flipH="1">
            <a:off x="10378106" y="1321658"/>
            <a:ext cx="72000" cy="72000"/>
          </a:xfrm>
          <a:prstGeom prst="rect">
            <a:avLst/>
          </a:prstGeom>
          <a:solidFill>
            <a:srgbClr val="000000">
              <a:alpha val="50000"/>
              <a:lumMod val="50000"/>
              <a:lumOff val="50000"/>
            </a:srgbClr>
          </a:solidFill>
          <a:ln cap="flat" cmpd="sng">
            <a:prstDash val="solid"/>
          </a:ln>
        </p:spPr>
        <p:txBody>
          <a:bodyPr vert="horz" lIns="91440" tIns="45720" rIns="91440" bIns="45720" anchor="ctr">
            <a:normAutofit fontScale="25000" lnSpcReduction="20000"/>
          </a:bodyPr>
          <a:lstStyle/>
          <a:p>
            <a:pPr marL="0" algn="ctr"/>
            <a:endParaRPr/>
          </a:p>
        </p:txBody>
      </p:sp>
      <p:sp>
        <p:nvSpPr>
          <p:cNvPr id="5" name="AutoShape 5"/>
          <p:cNvSpPr/>
          <p:nvPr/>
        </p:nvSpPr>
        <p:spPr>
          <a:xfrm>
            <a:off x="11077633" y="627208"/>
            <a:ext cx="694450" cy="694450"/>
          </a:xfrm>
          <a:prstGeom prst="rect">
            <a:avLst/>
          </a:prstGeom>
          <a:solidFill>
            <a:srgbClr val="000000">
              <a:alpha val="5000"/>
              <a:lumMod val="50000"/>
              <a:lumOff val="50000"/>
            </a:srgbClr>
          </a:solidFill>
          <a:ln cap="flat" cmpd="sng">
            <a:prstDash val="solid"/>
          </a:ln>
        </p:spPr>
        <p:txBody>
          <a:bodyPr vert="horz" lIns="91440" tIns="45720" rIns="91440" bIns="45720" anchor="ctr">
            <a:normAutofit/>
          </a:bodyPr>
          <a:lstStyle/>
          <a:p>
            <a:pPr marL="0" algn="ctr"/>
            <a:endParaRPr/>
          </a:p>
        </p:txBody>
      </p:sp>
      <p:sp>
        <p:nvSpPr>
          <p:cNvPr id="6" name="AutoShape 6"/>
          <p:cNvSpPr/>
          <p:nvPr/>
        </p:nvSpPr>
        <p:spPr>
          <a:xfrm>
            <a:off x="1032289" y="1412875"/>
            <a:ext cx="5254625" cy="4032250"/>
          </a:xfrm>
          <a:prstGeom prst="roundRect">
            <a:avLst>
              <a:gd name="adj" fmla="val 4500"/>
            </a:avLst>
          </a:prstGeom>
          <a:blipFill>
            <a:blip r:embed="rId2"/>
            <a:stretch>
              <a:fillRect l="-7571" r="-7535"/>
            </a:stretch>
          </a:blipFill>
          <a:ln cap="flat">
            <a:prstDash val="solid"/>
          </a:ln>
        </p:spPr>
        <p:txBody>
          <a:bodyPr vert="horz" wrap="square" lIns="91440" tIns="45720" rIns="91440" bIns="45720" anchor="ctr">
            <a:noAutofit/>
          </a:bodyPr>
          <a:lstStyle/>
          <a:p>
            <a:pPr marL="0" algn="ctr"/>
            <a:endParaRPr/>
          </a:p>
        </p:txBody>
      </p:sp>
      <p:sp>
        <p:nvSpPr>
          <p:cNvPr id="7" name="TextBox 7"/>
          <p:cNvSpPr txBox="1"/>
          <p:nvPr/>
        </p:nvSpPr>
        <p:spPr>
          <a:xfrm>
            <a:off x="6657975" y="3001633"/>
            <a:ext cx="3792131" cy="584775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b">
            <a:normAutofit/>
          </a:bodyPr>
          <a:lstStyle/>
          <a:p>
            <a:pPr marL="0" marR="0" indent="0" algn="l" fontAlgn="auto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z="1600" b="1" i="0" u="none" baseline="0">
                <a:ln/>
                <a:solidFill>
                  <a:srgbClr val="000000"/>
                </a:solidFill>
                <a:latin typeface="微软雅黑"/>
                <a:ea typeface="微软雅黑"/>
              </a:rPr>
              <a:t>Title and Subtitle</a:t>
            </a:r>
            <a:endParaRPr lang="en-US" sz="1100"/>
          </a:p>
        </p:txBody>
      </p:sp>
      <p:sp>
        <p:nvSpPr>
          <p:cNvPr id="8" name="TextBox 8"/>
          <p:cNvSpPr txBox="1"/>
          <p:nvPr/>
        </p:nvSpPr>
        <p:spPr>
          <a:xfrm>
            <a:off x="6657975" y="3668296"/>
            <a:ext cx="3792131" cy="1621213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t">
            <a:spAutoFit/>
          </a:bodyPr>
          <a:lstStyle/>
          <a:p>
            <a:pPr marL="0" marR="0" indent="0" algn="l" fontAlgn="auto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z="1400" b="0" i="0" u="none" baseline="0">
                <a:ln/>
                <a:solidFill>
                  <a:srgbClr val="000000"/>
                </a:solidFill>
                <a:latin typeface="微软雅黑"/>
                <a:ea typeface="微软雅黑"/>
              </a:rPr>
              <a:t>Large dashboard mockup background with title "Shopify Sales Analytics Dashboard" and subtitle "Executive Business Intelligence Dashboard using Power BI &amp; DAX". Presenter info: Ayush Dash, Data Analyst Portfolio.</a:t>
            </a:r>
            <a:endParaRPr lang="en-US" sz="1100"/>
          </a:p>
        </p:txBody>
      </p:sp>
      <p:sp>
        <p:nvSpPr>
          <p:cNvPr id="9" name="TextBox 9"/>
          <p:cNvSpPr txBox="1"/>
          <p:nvPr/>
        </p:nvSpPr>
        <p:spPr>
          <a:xfrm>
            <a:off x="4877412" y="5096298"/>
            <a:ext cx="1590478" cy="348827"/>
          </a:xfrm>
          <a:prstGeom prst="roundRect">
            <a:avLst>
              <a:gd name="adj" fmla="val 4500"/>
            </a:avLst>
          </a:prstGeom>
          <a:solidFill>
            <a:schemeClr val="accent1"/>
          </a:solidFill>
        </p:spPr>
        <p:txBody>
          <a:bodyPr vert="horz" wrap="square" lIns="91440" tIns="45720" rIns="91440" bIns="45720" rtlCol="0" anchor="ctr">
            <a:normAutofit/>
          </a:bodyPr>
          <a:lstStyle/>
          <a:p>
            <a:pPr marL="0" algn="ctr">
              <a:lnSpc>
                <a:spcPct val="120000"/>
              </a:lnSpc>
              <a:defRPr/>
            </a:pPr>
            <a:endParaRPr lang="en-US" sz="1100"/>
          </a:p>
        </p:txBody>
      </p:sp>
      <p:sp>
        <p:nvSpPr>
          <p:cNvPr id="10" name="AutoShape 10"/>
          <p:cNvSpPr>
            <a:spLocks noGrp="1"/>
          </p:cNvSpPr>
          <p:nvPr>
            <p:ph type="title"/>
          </p:nvPr>
        </p:nvSpPr>
        <p:spPr>
          <a:xfrm>
            <a:off x="660400" y="128587"/>
            <a:ext cx="10858500" cy="900112"/>
          </a:xfrm>
        </p:spPr>
        <p:txBody>
          <a:bodyPr vert="horz" lIns="91440" tIns="45720" rIns="91440" bIns="45720" anchor="b">
            <a:norm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buNone/>
            </a:pPr>
            <a:r>
              <a:rPr lang="zh-CN" altLang="en-US" sz="2800" b="1" i="0" u="none" baseline="0">
                <a:solidFill>
                  <a:srgbClr val="000000"/>
                </a:solidFill>
                <a:latin typeface="微软雅黑"/>
                <a:ea typeface="微软雅黑"/>
              </a:rPr>
              <a:t>Cover Slide</a:t>
            </a:r>
          </a:p>
        </p:txBody>
      </p:sp>
      <p:sp>
        <p:nvSpPr>
          <p:cNvPr id="11" name="AutoShape 11"/>
          <p:cNvSpPr/>
          <p:nvPr/>
        </p:nvSpPr>
        <p:spPr>
          <a:xfrm>
            <a:off x="10795000" y="6540500"/>
            <a:ext cx="1270000" cy="1905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rtlCol="0" anchor="t"/>
          <a:lstStyle/>
          <a:p>
            <a:pPr algn="r">
              <a:defRPr/>
            </a:pPr>
            <a:r>
              <a:rPr lang="en-US" sz="800" b="0" i="0" u="none" baseline="0">
                <a:solidFill>
                  <a:srgbClr val="808080"/>
                </a:solidFill>
                <a:latin typeface="Microsoft YaHei"/>
                <a:ea typeface="Microsoft YaHei"/>
              </a:rPr>
              <a:t>内容由AI生成</a:t>
            </a:r>
            <a:endParaRPr lang="en-US" sz="110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xmlns="" id="{6729B6E3-A134-D372-1746-7318A8518787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79136" y="113665"/>
            <a:ext cx="2185863" cy="625157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FFC717">
                <a:lumMod val="40000"/>
                <a:lumOff val="60000"/>
              </a:srgbClr>
            </a:gs>
            <a:gs pos="100000">
              <a:srgbClr val="FFC717">
                <a:alpha val="0"/>
                <a:lumMod val="20000"/>
                <a:lumOff val="80000"/>
              </a:srgbClr>
            </a:gs>
          </a:gsLst>
          <a:lin ang="162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6315518" y="0"/>
            <a:ext cx="5876483" cy="6858000"/>
          </a:xfrm>
          <a:custGeom>
            <a:avLst/>
            <a:gdLst/>
            <a:ahLst/>
            <a:cxnLst/>
            <a:rect l="l" t="t" r="r" b="b"/>
            <a:pathLst>
              <a:path w="5876483" h="6858000">
                <a:moveTo>
                  <a:pt x="3892081" y="0"/>
                </a:moveTo>
                <a:lnTo>
                  <a:pt x="5845995" y="0"/>
                </a:lnTo>
                <a:lnTo>
                  <a:pt x="5876483" y="38453"/>
                </a:lnTo>
                <a:lnTo>
                  <a:pt x="5876483" y="6858000"/>
                </a:lnTo>
                <a:lnTo>
                  <a:pt x="2633247" y="6858000"/>
                </a:lnTo>
                <a:lnTo>
                  <a:pt x="117367" y="3684774"/>
                </a:lnTo>
                <a:cubicBezTo>
                  <a:pt x="-68690" y="3450103"/>
                  <a:pt x="-29282" y="3109037"/>
                  <a:pt x="205390" y="2922979"/>
                </a:cubicBezTo>
                <a:close/>
              </a:path>
            </a:pathLst>
          </a:custGeom>
          <a:solidFill>
            <a:schemeClr val="accent1">
              <a:alpha val="15000"/>
            </a:schemeClr>
          </a:solidFill>
          <a:ln cap="flat" cmpd="sng">
            <a:prstDash val="solid"/>
          </a:ln>
        </p:spPr>
        <p:txBody>
          <a:bodyPr vert="horz" wrap="square" lIns="91440" tIns="45720" rIns="91440" bIns="45720" anchor="ctr">
            <a:noAutofit/>
          </a:bodyPr>
          <a:lstStyle/>
          <a:p>
            <a:pPr marL="0" algn="ctr"/>
            <a:endParaRPr/>
          </a:p>
        </p:txBody>
      </p:sp>
      <p:sp>
        <p:nvSpPr>
          <p:cNvPr id="3" name="Freeform 3"/>
          <p:cNvSpPr/>
          <p:nvPr/>
        </p:nvSpPr>
        <p:spPr>
          <a:xfrm>
            <a:off x="6662892" y="0"/>
            <a:ext cx="5529108" cy="6858000"/>
          </a:xfrm>
          <a:custGeom>
            <a:avLst/>
            <a:gdLst/>
            <a:ahLst/>
            <a:cxnLst/>
            <a:rect l="l" t="t" r="r" b="b"/>
            <a:pathLst>
              <a:path w="5529108" h="6858000">
                <a:moveTo>
                  <a:pt x="4164492" y="0"/>
                </a:moveTo>
                <a:lnTo>
                  <a:pt x="5529108" y="0"/>
                </a:lnTo>
                <a:lnTo>
                  <a:pt x="5529108" y="6858000"/>
                </a:lnTo>
                <a:lnTo>
                  <a:pt x="2273987" y="6858000"/>
                </a:lnTo>
                <a:lnTo>
                  <a:pt x="73647" y="2964809"/>
                </a:lnTo>
                <a:cubicBezTo>
                  <a:pt x="-80777" y="2691577"/>
                  <a:pt x="15536" y="2344893"/>
                  <a:pt x="288767" y="2190469"/>
                </a:cubicBezTo>
                <a:close/>
              </a:path>
            </a:pathLst>
          </a:custGeom>
          <a:gradFill>
            <a:gsLst>
              <a:gs pos="0">
                <a:srgbClr val="FF9A2C"/>
              </a:gs>
              <a:gs pos="100000">
                <a:srgbClr val="FF9A2C">
                  <a:lumMod val="20000"/>
                  <a:lumOff val="80000"/>
                </a:srgbClr>
              </a:gs>
            </a:gsLst>
            <a:lin ang="5400000"/>
          </a:gradFill>
          <a:ln cap="flat">
            <a:prstDash val="solid"/>
          </a:ln>
        </p:spPr>
        <p:txBody>
          <a:bodyPr rot="0" vert="horz" wrap="square" lIns="91440" tIns="45720" rIns="91440" bIns="45720" anchor="ctr">
            <a:prstTxWarp prst="textNoShape">
              <a:avLst/>
            </a:prstTxWarp>
            <a:noAutofit/>
          </a:bodyPr>
          <a:lstStyle/>
          <a:p>
            <a:pPr marL="0" algn="ctr"/>
            <a:endParaRPr/>
          </a:p>
        </p:txBody>
      </p:sp>
      <p:sp>
        <p:nvSpPr>
          <p:cNvPr id="4" name="AutoShape 4"/>
          <p:cNvSpPr/>
          <p:nvPr/>
        </p:nvSpPr>
        <p:spPr>
          <a:xfrm>
            <a:off x="660400" y="2669773"/>
            <a:ext cx="5422900" cy="1249680"/>
          </a:xfrm>
          <a:prstGeom prst="rect">
            <a:avLst/>
          </a:prstGeom>
          <a:noFill/>
          <a:ln cap="flat" cmpd="sng">
            <a:prstDash val="solid"/>
          </a:ln>
        </p:spPr>
        <p:txBody>
          <a:bodyPr vert="horz" wrap="square" lIns="91440" tIns="45720" rIns="91440" bIns="45720" anchor="t">
            <a:spAutoFit/>
          </a:bodyPr>
          <a:lstStyle/>
          <a:p>
            <a:pPr marL="0" algn="l">
              <a:lnSpc>
                <a:spcPct val="120000"/>
              </a:lnSpc>
            </a:pPr>
            <a:r>
              <a:rPr lang="zh-CN" altLang="en-US" sz="1400" b="0" i="0" u="none" baseline="0">
                <a:solidFill>
                  <a:srgbClr val="000000"/>
                </a:solidFill>
                <a:latin typeface="微软雅黑"/>
                <a:ea typeface="微软雅黑"/>
              </a:rPr>
              <a:t>Left side: Business Objective, Dataset, Dashboard Pages. Right side: 6 dashboard thumbnails, Power BI logo, Shopify logo. Bottom: This project transforms raw Shopify sales data into interactive executive dashboards that support strategic business decision-making.</a:t>
            </a:r>
          </a:p>
        </p:txBody>
      </p:sp>
      <p:sp>
        <p:nvSpPr>
          <p:cNvPr id="5" name="AutoShape 5"/>
          <p:cNvSpPr/>
          <p:nvPr/>
        </p:nvSpPr>
        <p:spPr>
          <a:xfrm>
            <a:off x="660400" y="1752600"/>
            <a:ext cx="5422900" cy="753229"/>
          </a:xfrm>
          <a:prstGeom prst="rect">
            <a:avLst/>
          </a:prstGeom>
          <a:noFill/>
          <a:ln cap="flat" cmpd="sng">
            <a:prstDash val="solid"/>
          </a:ln>
        </p:spPr>
        <p:txBody>
          <a:bodyPr vert="horz" wrap="square" lIns="91440" tIns="45720" rIns="91440" bIns="45720" anchor="b">
            <a:normAutofit/>
          </a:bodyPr>
          <a:lstStyle/>
          <a:p>
            <a:pPr marL="0" algn="l"/>
            <a:r>
              <a:rPr lang="zh-CN" altLang="en-US" sz="1600" b="1" i="0" u="none" baseline="0">
                <a:solidFill>
                  <a:srgbClr val="000000"/>
                </a:solidFill>
                <a:latin typeface="微软雅黑"/>
                <a:ea typeface="微软雅黑"/>
              </a:rPr>
              <a:t>Business Objective &amp; Dataset</a:t>
            </a:r>
          </a:p>
        </p:txBody>
      </p:sp>
      <p:sp>
        <p:nvSpPr>
          <p:cNvPr id="6" name="Freeform 6"/>
          <p:cNvSpPr/>
          <p:nvPr/>
        </p:nvSpPr>
        <p:spPr>
          <a:xfrm>
            <a:off x="1" y="4848391"/>
            <a:ext cx="1348745" cy="2009609"/>
          </a:xfrm>
          <a:custGeom>
            <a:avLst/>
            <a:gdLst/>
            <a:ahLst/>
            <a:cxnLst/>
            <a:rect l="l" t="t" r="r" b="b"/>
            <a:pathLst>
              <a:path w="1348745" h="2009609">
                <a:moveTo>
                  <a:pt x="0" y="0"/>
                </a:moveTo>
                <a:lnTo>
                  <a:pt x="1348745" y="2009609"/>
                </a:lnTo>
                <a:lnTo>
                  <a:pt x="0" y="2009609"/>
                </a:lnTo>
                <a:close/>
              </a:path>
            </a:pathLst>
          </a:custGeom>
          <a:gradFill>
            <a:gsLst>
              <a:gs pos="0">
                <a:srgbClr val="FF9A2C">
                  <a:lumMod val="20000"/>
                  <a:lumOff val="80000"/>
                </a:srgbClr>
              </a:gs>
              <a:gs pos="100000">
                <a:srgbClr val="FF9A2C">
                  <a:alpha val="70000"/>
                </a:srgbClr>
              </a:gs>
            </a:gsLst>
            <a:lin ang="5400000"/>
          </a:gradFill>
          <a:ln cap="flat" cmpd="sng">
            <a:prstDash val="solid"/>
          </a:ln>
        </p:spPr>
        <p:txBody>
          <a:bodyPr vert="horz" wrap="square" lIns="91440" tIns="45720" rIns="91440" bIns="45720" anchor="ctr">
            <a:noAutofit/>
          </a:bodyPr>
          <a:lstStyle/>
          <a:p>
            <a:pPr marL="0" algn="ctr"/>
            <a:endParaRPr/>
          </a:p>
        </p:txBody>
      </p:sp>
      <p:sp>
        <p:nvSpPr>
          <p:cNvPr id="7" name="AutoShape 7"/>
          <p:cNvSpPr>
            <a:spLocks noGrp="1"/>
          </p:cNvSpPr>
          <p:nvPr>
            <p:ph type="title"/>
          </p:nvPr>
        </p:nvSpPr>
        <p:spPr>
          <a:xfrm>
            <a:off x="660400" y="128587"/>
            <a:ext cx="10858500" cy="900112"/>
          </a:xfrm>
        </p:spPr>
        <p:txBody>
          <a:bodyPr vert="horz" lIns="91440" tIns="45720" rIns="91440" bIns="45720" anchor="b">
            <a:norm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buNone/>
            </a:pPr>
            <a:r>
              <a:rPr lang="zh-CN" altLang="en-US" sz="2800" b="1" i="0" u="none" baseline="0">
                <a:solidFill>
                  <a:srgbClr val="000000"/>
                </a:solidFill>
                <a:latin typeface="微软雅黑"/>
                <a:ea typeface="微软雅黑"/>
              </a:rPr>
              <a:t>Executive Summary</a:t>
            </a:r>
          </a:p>
        </p:txBody>
      </p:sp>
      <p:sp>
        <p:nvSpPr>
          <p:cNvPr id="8" name="AutoShape 8"/>
          <p:cNvSpPr/>
          <p:nvPr/>
        </p:nvSpPr>
        <p:spPr>
          <a:xfrm>
            <a:off x="10795000" y="6540500"/>
            <a:ext cx="1270000" cy="1905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rtlCol="0" anchor="t"/>
          <a:lstStyle/>
          <a:p>
            <a:pPr algn="r">
              <a:defRPr/>
            </a:pPr>
            <a:r>
              <a:rPr lang="en-US" sz="800" b="0" i="0" u="none" baseline="0">
                <a:solidFill>
                  <a:srgbClr val="808080"/>
                </a:solidFill>
                <a:latin typeface="Microsoft YaHei"/>
                <a:ea typeface="Microsoft YaHei"/>
              </a:rPr>
              <a:t>内容由AI生成</a:t>
            </a:r>
            <a:endParaRPr lang="en-US" sz="110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xmlns="" id="{6729B6E3-A134-D372-1746-7318A8518787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79136" y="113665"/>
            <a:ext cx="2185864" cy="625157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FFC717">
                <a:lumMod val="40000"/>
                <a:lumOff val="60000"/>
              </a:srgbClr>
            </a:gs>
            <a:gs pos="100000">
              <a:srgbClr val="FFC717">
                <a:alpha val="0"/>
                <a:lumMod val="20000"/>
                <a:lumOff val="80000"/>
              </a:srgbClr>
            </a:gs>
          </a:gsLst>
          <a:lin ang="162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1356074" y="1703070"/>
            <a:ext cx="4176046" cy="4431030"/>
          </a:xfrm>
          <a:prstGeom prst="roundRect">
            <a:avLst>
              <a:gd name="adj" fmla="val 5700"/>
            </a:avLst>
          </a:prstGeom>
          <a:blipFill>
            <a:blip r:embed="rId2"/>
            <a:srcRect/>
            <a:stretch>
              <a:fillRect l="-29669" r="-29490"/>
            </a:stretch>
          </a:blipFill>
          <a:ln cap="flat">
            <a:prstDash val="solid"/>
          </a:ln>
        </p:spPr>
        <p:txBody>
          <a:bodyPr vert="horz" wrap="square" lIns="91440" tIns="45720" rIns="91440" bIns="45720" anchor="ctr">
            <a:normAutofit/>
          </a:bodyPr>
          <a:lstStyle/>
          <a:p>
            <a:pPr marL="0" algn="ctr"/>
            <a:endParaRPr/>
          </a:p>
        </p:txBody>
      </p:sp>
      <p:sp>
        <p:nvSpPr>
          <p:cNvPr id="3" name="TextBox 3"/>
          <p:cNvSpPr txBox="1"/>
          <p:nvPr/>
        </p:nvSpPr>
        <p:spPr>
          <a:xfrm>
            <a:off x="6299421" y="2902654"/>
            <a:ext cx="4536505" cy="1362681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t">
            <a:spAutoFit/>
          </a:bodyPr>
          <a:lstStyle/>
          <a:p>
            <a:pPr marL="0" algn="l">
              <a:lnSpc>
                <a:spcPct val="120000"/>
              </a:lnSpc>
              <a:defRPr/>
            </a:pPr>
            <a:r>
              <a:rPr lang="zh-CN" altLang="en-US" sz="1400" b="0" i="0" u="none" baseline="0">
                <a:solidFill>
                  <a:srgbClr val="000000"/>
                </a:solidFill>
                <a:latin typeface="微软雅黑"/>
                <a:ea typeface="微软雅黑"/>
              </a:rPr>
              <a:t>Sales scattered, No KPI monitoring, Customer retention unknown, Product performance unclear, Regional sales not tracked, Decisions based on spreadsheets. Outcome: Need a Business Intelligence Dashboard.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6299420" y="2057400"/>
            <a:ext cx="4536505" cy="741716"/>
          </a:xfrm>
          <a:prstGeom prst="roundRect">
            <a:avLst>
              <a:gd name="adj" fmla="val 5700"/>
            </a:avLst>
          </a:prstGeom>
          <a:solidFill>
            <a:schemeClr val="accent1"/>
          </a:solidFill>
          <a:ln cap="flat" cmpd="sng">
            <a:prstDash val="solid"/>
          </a:ln>
        </p:spPr>
        <p:txBody>
          <a:bodyPr vert="horz" wrap="square" lIns="91440" tIns="45720" rIns="91440" bIns="45720" anchor="b">
            <a:normAutofit/>
          </a:bodyPr>
          <a:lstStyle/>
          <a:p>
            <a:pPr marL="0" algn="l"/>
            <a:r>
              <a:rPr lang="zh-CN" altLang="en-US" sz="1600" b="1" i="0" u="none" baseline="0">
                <a:solidFill>
                  <a:schemeClr val="lt1"/>
                </a:solidFill>
                <a:latin typeface="微软雅黑"/>
                <a:ea typeface="微软雅黑"/>
              </a:rPr>
              <a:t>Six Pain Points</a:t>
            </a:r>
          </a:p>
        </p:txBody>
      </p:sp>
      <p:sp>
        <p:nvSpPr>
          <p:cNvPr id="5" name="AutoShape 5"/>
          <p:cNvSpPr>
            <a:spLocks noGrp="1"/>
          </p:cNvSpPr>
          <p:nvPr>
            <p:ph type="title"/>
          </p:nvPr>
        </p:nvSpPr>
        <p:spPr>
          <a:xfrm>
            <a:off x="660400" y="128587"/>
            <a:ext cx="10858500" cy="900112"/>
          </a:xfrm>
        </p:spPr>
        <p:txBody>
          <a:bodyPr vert="horz" lIns="91440" tIns="45720" rIns="91440" bIns="45720" anchor="b">
            <a:norm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buNone/>
            </a:pPr>
            <a:r>
              <a:rPr lang="zh-CN" altLang="en-US" sz="2800" b="1" i="0" u="none" baseline="0">
                <a:solidFill>
                  <a:srgbClr val="000000"/>
                </a:solidFill>
                <a:latin typeface="微软雅黑"/>
                <a:ea typeface="微软雅黑"/>
              </a:rPr>
              <a:t>Business Problem</a:t>
            </a:r>
          </a:p>
        </p:txBody>
      </p:sp>
      <p:sp>
        <p:nvSpPr>
          <p:cNvPr id="6" name="AutoShape 6"/>
          <p:cNvSpPr/>
          <p:nvPr/>
        </p:nvSpPr>
        <p:spPr>
          <a:xfrm>
            <a:off x="10795000" y="6540500"/>
            <a:ext cx="1270000" cy="1905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rtlCol="0" anchor="t"/>
          <a:lstStyle/>
          <a:p>
            <a:pPr algn="r">
              <a:defRPr/>
            </a:pPr>
            <a:r>
              <a:rPr lang="en-US" sz="800" b="0" i="0" u="none" baseline="0">
                <a:solidFill>
                  <a:srgbClr val="808080"/>
                </a:solidFill>
                <a:latin typeface="Microsoft YaHei"/>
                <a:ea typeface="Microsoft YaHei"/>
              </a:rPr>
              <a:t>内容由AI生成</a:t>
            </a:r>
            <a:endParaRPr lang="en-US" sz="110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xmlns="" id="{6729B6E3-A134-D372-1746-7318A8518787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79136" y="113665"/>
            <a:ext cx="2185863" cy="625157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FFC717">
                <a:lumMod val="40000"/>
                <a:lumOff val="60000"/>
              </a:srgbClr>
            </a:gs>
            <a:gs pos="100000">
              <a:srgbClr val="FFC717">
                <a:alpha val="0"/>
                <a:lumMod val="20000"/>
                <a:lumOff val="80000"/>
              </a:srgbClr>
            </a:gs>
          </a:gsLst>
          <a:lin ang="162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660400" y="1779877"/>
            <a:ext cx="4917288" cy="584775"/>
          </a:xfrm>
          <a:prstGeom prst="rect">
            <a:avLst/>
          </a:prstGeom>
          <a:noFill/>
          <a:ln cap="flat" cmpd="sng">
            <a:prstDash val="solid"/>
          </a:ln>
        </p:spPr>
        <p:txBody>
          <a:bodyPr vert="horz" wrap="square" lIns="91440" tIns="45720" rIns="91440" bIns="45720" anchor="b">
            <a:normAutofit/>
          </a:bodyPr>
          <a:lstStyle/>
          <a:p>
            <a:pPr marL="0" algn="l"/>
            <a:r>
              <a:rPr lang="zh-CN" altLang="en-US" sz="1600" b="1" i="0" u="none" baseline="0">
                <a:solidFill>
                  <a:srgbClr val="000000"/>
                </a:solidFill>
                <a:latin typeface="微软雅黑"/>
                <a:ea typeface="微软雅黑"/>
              </a:rPr>
              <a:t>Six Strategic Goals</a:t>
            </a:r>
          </a:p>
        </p:txBody>
      </p:sp>
      <p:sp>
        <p:nvSpPr>
          <p:cNvPr id="3" name="AutoShape 3"/>
          <p:cNvSpPr/>
          <p:nvPr/>
        </p:nvSpPr>
        <p:spPr>
          <a:xfrm>
            <a:off x="660400" y="2789155"/>
            <a:ext cx="4917288" cy="1669688"/>
          </a:xfrm>
          <a:prstGeom prst="rect">
            <a:avLst/>
          </a:prstGeom>
          <a:noFill/>
          <a:ln cap="flat" cmpd="sng">
            <a:prstDash val="solid"/>
          </a:ln>
        </p:spPr>
        <p:txBody>
          <a:bodyPr vert="horz" wrap="square" lIns="91440" tIns="45720" rIns="91440" bIns="45720" anchor="t">
            <a:spAutoFit/>
          </a:bodyPr>
          <a:lstStyle/>
          <a:p>
            <a:pPr marL="0" algn="l">
              <a:lnSpc>
                <a:spcPct val="150000"/>
              </a:lnSpc>
            </a:pPr>
            <a:r>
              <a:rPr lang="zh-CN" altLang="en-US" sz="1400" b="0" i="0" u="none" baseline="0">
                <a:solidFill>
                  <a:srgbClr val="000000"/>
                </a:solidFill>
                <a:latin typeface="微软雅黑"/>
                <a:ea typeface="微软雅黑"/>
              </a:rPr>
              <a:t>Revenue → Customer → Product → Region → Retention → Executive Decision Making. Each represented as a circular icon.</a:t>
            </a:r>
          </a:p>
        </p:txBody>
      </p:sp>
      <p:sp>
        <p:nvSpPr>
          <p:cNvPr id="4" name="AutoShape 4"/>
          <p:cNvSpPr/>
          <p:nvPr/>
        </p:nvSpPr>
        <p:spPr>
          <a:xfrm>
            <a:off x="6612518" y="-1018"/>
            <a:ext cx="5579482" cy="6858000"/>
          </a:xfrm>
          <a:prstGeom prst="parallelogram">
            <a:avLst>
              <a:gd name="adj" fmla="val 29050"/>
            </a:avLst>
          </a:prstGeom>
          <a:gradFill>
            <a:gsLst>
              <a:gs pos="0">
                <a:srgbClr val="FF9A2C"/>
              </a:gs>
              <a:gs pos="100000">
                <a:srgbClr val="FF9A2C">
                  <a:alpha val="0"/>
                  <a:lumMod val="20000"/>
                  <a:lumOff val="80000"/>
                </a:srgbClr>
              </a:gs>
            </a:gsLst>
            <a:lin ang="5400000"/>
          </a:gradFill>
          <a:ln cap="flat">
            <a:prstDash val="solid"/>
          </a:ln>
        </p:spPr>
        <p:txBody>
          <a:bodyPr rot="0" vert="horz" wrap="square" lIns="91440" tIns="45720" rIns="91440" bIns="45720" anchor="ctr">
            <a:prstTxWarp prst="textNoShape">
              <a:avLst/>
            </a:prstTxWarp>
            <a:noAutofit/>
          </a:bodyPr>
          <a:lstStyle/>
          <a:p>
            <a:pPr marL="0" algn="ctr"/>
            <a:endParaRPr/>
          </a:p>
        </p:txBody>
      </p:sp>
      <p:sp>
        <p:nvSpPr>
          <p:cNvPr id="5" name="AutoShape 5"/>
          <p:cNvSpPr/>
          <p:nvPr/>
        </p:nvSpPr>
        <p:spPr>
          <a:xfrm>
            <a:off x="660400" y="2554044"/>
            <a:ext cx="4121150" cy="45719"/>
          </a:xfrm>
          <a:prstGeom prst="parallelogram">
            <a:avLst/>
          </a:prstGeom>
          <a:gradFill>
            <a:gsLst>
              <a:gs pos="0">
                <a:srgbClr val="FF9A2C"/>
              </a:gs>
              <a:gs pos="71000">
                <a:srgbClr val="FF9A2C">
                  <a:alpha val="0"/>
                  <a:lumMod val="100000"/>
                </a:srgbClr>
              </a:gs>
            </a:gsLst>
          </a:gradFill>
          <a:ln cap="flat" cmpd="sng">
            <a:prstDash val="solid"/>
          </a:ln>
        </p:spPr>
        <p:txBody>
          <a:bodyPr vert="horz" lIns="91440" tIns="45720" rIns="91440" bIns="45720" anchor="ctr">
            <a:normAutofit fontScale="25000" lnSpcReduction="20000"/>
          </a:bodyPr>
          <a:lstStyle/>
          <a:p>
            <a:pPr marL="0" algn="ctr"/>
            <a:endParaRPr/>
          </a:p>
        </p:txBody>
      </p:sp>
      <p:sp>
        <p:nvSpPr>
          <p:cNvPr id="6" name="AutoShape 6"/>
          <p:cNvSpPr>
            <a:spLocks noGrp="1"/>
          </p:cNvSpPr>
          <p:nvPr>
            <p:ph type="title"/>
          </p:nvPr>
        </p:nvSpPr>
        <p:spPr>
          <a:xfrm>
            <a:off x="660400" y="128587"/>
            <a:ext cx="10858500" cy="900112"/>
          </a:xfrm>
        </p:spPr>
        <p:txBody>
          <a:bodyPr vert="horz" lIns="91440" tIns="45720" rIns="91440" bIns="45720" anchor="b">
            <a:norm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buNone/>
            </a:pPr>
            <a:r>
              <a:rPr lang="zh-CN" altLang="en-US" sz="2800" b="1" i="0" u="none" baseline="0">
                <a:solidFill>
                  <a:srgbClr val="000000"/>
                </a:solidFill>
                <a:latin typeface="微软雅黑"/>
                <a:ea typeface="微软雅黑"/>
              </a:rPr>
              <a:t>Business Objectives</a:t>
            </a:r>
          </a:p>
        </p:txBody>
      </p:sp>
      <p:sp>
        <p:nvSpPr>
          <p:cNvPr id="7" name="AutoShape 7"/>
          <p:cNvSpPr/>
          <p:nvPr/>
        </p:nvSpPr>
        <p:spPr>
          <a:xfrm>
            <a:off x="10795000" y="6540500"/>
            <a:ext cx="1270000" cy="1905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rtlCol="0" anchor="t"/>
          <a:lstStyle/>
          <a:p>
            <a:pPr algn="r">
              <a:defRPr/>
            </a:pPr>
            <a:r>
              <a:rPr lang="en-US" sz="800" b="0" i="0" u="none" baseline="0">
                <a:solidFill>
                  <a:srgbClr val="808080"/>
                </a:solidFill>
                <a:latin typeface="Microsoft YaHei"/>
                <a:ea typeface="Microsoft YaHei"/>
              </a:rPr>
              <a:t>内容由AI生成</a:t>
            </a:r>
            <a:endParaRPr lang="en-US" sz="110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xmlns="" id="{6729B6E3-A134-D372-1746-7318A8518787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79136" y="113665"/>
            <a:ext cx="2185864" cy="625157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FFC717">
                <a:lumMod val="40000"/>
                <a:lumOff val="60000"/>
              </a:srgbClr>
            </a:gs>
            <a:gs pos="100000">
              <a:srgbClr val="FFC717">
                <a:alpha val="0"/>
                <a:lumMod val="20000"/>
                <a:lumOff val="80000"/>
              </a:srgbClr>
            </a:gs>
          </a:gsLst>
          <a:lin ang="162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title"/>
          </p:nvPr>
        </p:nvSpPr>
        <p:spPr>
          <a:xfrm>
            <a:off x="660400" y="128587"/>
            <a:ext cx="10858500" cy="900112"/>
          </a:xfrm>
        </p:spPr>
        <p:txBody>
          <a:bodyPr vert="horz" lIns="91440" tIns="45720" rIns="91440" bIns="45720" anchor="b">
            <a:normAutofit/>
          </a:bodyPr>
          <a:lstStyle/>
          <a:p>
            <a:pPr algn="l">
              <a:lnSpc>
                <a:spcPct val="90000"/>
              </a:lnSpc>
              <a:spcBef>
                <a:spcPct val="0"/>
              </a:spcBef>
            </a:pPr>
            <a:r>
              <a:rPr lang="zh-CN" altLang="en-US" sz="2800" b="1" i="0" u="none" baseline="0">
                <a:solidFill>
                  <a:srgbClr val="000000"/>
                </a:solidFill>
                <a:latin typeface="微软雅黑"/>
                <a:ea typeface="微软雅黑"/>
              </a:rPr>
              <a:t>Solution Architecture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4439587" y="1504004"/>
            <a:ext cx="6840000" cy="3960000"/>
          </a:xfrm>
          <a:prstGeom prst="rect">
            <a:avLst/>
          </a:prstGeom>
          <a:solidFill>
            <a:schemeClr val="bg1"/>
          </a:solidFill>
          <a:ln cap="sq">
            <a:noFill/>
            <a:miter lim="800000"/>
          </a:ln>
          <a:effectLst>
            <a:outerShdw blurRad="317500" dist="127000" dir="2700000" sx="104000" sy="104000" algn="ctr" rotWithShape="0">
              <a:schemeClr val="accent1">
                <a:alpha val="10000"/>
                <a:lumMod val="75000"/>
              </a:schemeClr>
            </a:outerShdw>
          </a:effectLst>
        </p:spPr>
        <p:txBody>
          <a:bodyPr vert="horz" wrap="square" lIns="91440" tIns="45720" rIns="91440" bIns="45720" rtlCol="0" anchor="ctr">
            <a:normAutofit/>
          </a:bodyPr>
          <a:lstStyle/>
          <a:p>
            <a:pPr marL="0" algn="ctr">
              <a:defRPr/>
            </a:pPr>
            <a:endParaRPr lang="en-US" sz="1100"/>
          </a:p>
        </p:txBody>
      </p:sp>
      <p:sp>
        <p:nvSpPr>
          <p:cNvPr id="4" name="TextBox 4"/>
          <p:cNvSpPr txBox="1"/>
          <p:nvPr/>
        </p:nvSpPr>
        <p:spPr>
          <a:xfrm flipH="1">
            <a:off x="660400" y="2486391"/>
            <a:ext cx="4404581" cy="3388139"/>
          </a:xfrm>
          <a:prstGeom prst="roundRect">
            <a:avLst>
              <a:gd name="adj" fmla="val 5758"/>
            </a:avLst>
          </a:prstGeom>
          <a:blipFill>
            <a:blip r:embed="rId2"/>
            <a:stretch>
              <a:fillRect l="-11539" t="-10000" r="-26923" b="-10000"/>
            </a:stretch>
          </a:blipFill>
          <a:ln cap="sq">
            <a:noFill/>
            <a:miter lim="800000"/>
          </a:ln>
          <a:effectLst/>
        </p:spPr>
        <p:txBody>
          <a:bodyPr vert="horz" wrap="square" lIns="91440" tIns="45720" rIns="91440" bIns="45720" rtlCol="0" anchor="ctr">
            <a:normAutofit/>
          </a:bodyPr>
          <a:lstStyle/>
          <a:p>
            <a:pPr marL="0" algn="ctr">
              <a:defRPr/>
            </a:pPr>
            <a:endParaRPr lang="en-US" sz="1100"/>
          </a:p>
        </p:txBody>
      </p:sp>
      <p:sp>
        <p:nvSpPr>
          <p:cNvPr id="5" name="TextBox 5"/>
          <p:cNvSpPr txBox="1"/>
          <p:nvPr/>
        </p:nvSpPr>
        <p:spPr>
          <a:xfrm>
            <a:off x="5479943" y="2486391"/>
            <a:ext cx="5400000" cy="931409"/>
          </a:xfrm>
          <a:prstGeom prst="rect">
            <a:avLst/>
          </a:prstGeom>
          <a:noFill/>
          <a:ln cap="sq">
            <a:noFill/>
            <a:miter lim="800000"/>
          </a:ln>
        </p:spPr>
        <p:txBody>
          <a:bodyPr vert="horz" wrap="square" lIns="0" tIns="0" rIns="0" bIns="0" rtlCol="0" anchor="t">
            <a:spAutoFit/>
          </a:bodyPr>
          <a:lstStyle/>
          <a:p>
            <a:pPr marL="0" algn="l">
              <a:lnSpc>
                <a:spcPct val="150000"/>
              </a:lnSpc>
              <a:defRPr/>
            </a:pPr>
            <a:r>
              <a:rPr lang="en-US" sz="1400" b="0" i="0" u="none" baseline="0">
                <a:ln w="12700"/>
                <a:solidFill>
                  <a:srgbClr val="000000"/>
                </a:solidFill>
                <a:latin typeface="微软雅黑"/>
                <a:ea typeface="微软雅黑"/>
              </a:rPr>
              <a:t>CSV → Power Query → Data Cleaning → Data Model → DAX → Power BI Dashboard → Business Insights → Decision Making. A professional flow diagram.</a:t>
            </a:r>
            <a:endParaRPr lang="en-US" sz="1100"/>
          </a:p>
        </p:txBody>
      </p:sp>
      <p:sp>
        <p:nvSpPr>
          <p:cNvPr id="6" name="Freeform 6"/>
          <p:cNvSpPr/>
          <p:nvPr/>
        </p:nvSpPr>
        <p:spPr>
          <a:xfrm>
            <a:off x="4787152" y="1876291"/>
            <a:ext cx="506594" cy="402033"/>
          </a:xfrm>
          <a:custGeom>
            <a:avLst/>
            <a:gdLst/>
            <a:ahLst/>
            <a:cxnLst/>
            <a:rect l="l" t="t" r="r" b="b"/>
            <a:pathLst>
              <a:path w="431250" h="342240">
                <a:moveTo>
                  <a:pt x="431250" y="0"/>
                </a:moveTo>
                <a:lnTo>
                  <a:pt x="431250" y="74003"/>
                </a:lnTo>
                <a:cubicBezTo>
                  <a:pt x="377945" y="74028"/>
                  <a:pt x="334333" y="116456"/>
                  <a:pt x="332839" y="169740"/>
                </a:cubicBezTo>
                <a:lnTo>
                  <a:pt x="431250" y="169740"/>
                </a:lnTo>
                <a:lnTo>
                  <a:pt x="431250" y="342240"/>
                </a:lnTo>
                <a:lnTo>
                  <a:pt x="258750" y="342240"/>
                </a:lnTo>
                <a:lnTo>
                  <a:pt x="258750" y="169740"/>
                </a:lnTo>
                <a:cubicBezTo>
                  <a:pt x="260258" y="75551"/>
                  <a:pt x="337049" y="-12"/>
                  <a:pt x="431250" y="0"/>
                </a:cubicBezTo>
                <a:close/>
                <a:moveTo>
                  <a:pt x="172500" y="0"/>
                </a:moveTo>
                <a:lnTo>
                  <a:pt x="172500" y="74003"/>
                </a:lnTo>
                <a:cubicBezTo>
                  <a:pt x="119195" y="74028"/>
                  <a:pt x="75583" y="116456"/>
                  <a:pt x="74089" y="169740"/>
                </a:cubicBezTo>
                <a:lnTo>
                  <a:pt x="172500" y="169740"/>
                </a:lnTo>
                <a:lnTo>
                  <a:pt x="172500" y="342240"/>
                </a:lnTo>
                <a:lnTo>
                  <a:pt x="0" y="342240"/>
                </a:lnTo>
                <a:lnTo>
                  <a:pt x="0" y="169740"/>
                </a:lnTo>
                <a:cubicBezTo>
                  <a:pt x="1508" y="75551"/>
                  <a:pt x="78299" y="-12"/>
                  <a:pt x="172500" y="0"/>
                </a:cubicBezTo>
                <a:close/>
              </a:path>
            </a:pathLst>
          </a:custGeom>
          <a:solidFill>
            <a:schemeClr val="accent1"/>
          </a:solidFill>
          <a:ln cap="flat">
            <a:noFill/>
            <a:miter lim="800000"/>
          </a:ln>
        </p:spPr>
        <p:txBody>
          <a:bodyPr vert="horz" wrap="square" lIns="91440" tIns="45720" rIns="91440" bIns="45720" anchor="ctr">
            <a:normAutofit/>
          </a:bodyPr>
          <a:lstStyle/>
          <a:p>
            <a:pPr marL="0" algn="l"/>
            <a:endParaRPr/>
          </a:p>
        </p:txBody>
      </p:sp>
      <p:grpSp>
        <p:nvGrpSpPr>
          <p:cNvPr id="7" name="Group 7"/>
          <p:cNvGrpSpPr/>
          <p:nvPr/>
        </p:nvGrpSpPr>
        <p:grpSpPr>
          <a:xfrm>
            <a:off x="10827270" y="1324104"/>
            <a:ext cx="483261" cy="576000"/>
            <a:chOff x="10827270" y="1324104"/>
            <a:chExt cx="483261" cy="576000"/>
          </a:xfrm>
        </p:grpSpPr>
        <p:sp>
          <p:nvSpPr>
            <p:cNvPr id="8" name="Freeform 8"/>
            <p:cNvSpPr/>
            <p:nvPr/>
          </p:nvSpPr>
          <p:spPr>
            <a:xfrm>
              <a:off x="11003505" y="1793654"/>
              <a:ext cx="130944" cy="28808"/>
            </a:xfrm>
            <a:custGeom>
              <a:avLst/>
              <a:gdLst/>
              <a:ahLst/>
              <a:cxnLst/>
              <a:rect l="l" t="t" r="r" b="b"/>
              <a:pathLst>
                <a:path w="359" h="79">
                  <a:moveTo>
                    <a:pt x="319" y="0"/>
                  </a:moveTo>
                  <a:cubicBezTo>
                    <a:pt x="39" y="0"/>
                    <a:pt x="39" y="0"/>
                    <a:pt x="39" y="0"/>
                  </a:cubicBezTo>
                  <a:cubicBezTo>
                    <a:pt x="17" y="0"/>
                    <a:pt x="0" y="18"/>
                    <a:pt x="0" y="40"/>
                  </a:cubicBezTo>
                  <a:cubicBezTo>
                    <a:pt x="0" y="61"/>
                    <a:pt x="17" y="79"/>
                    <a:pt x="39" y="79"/>
                  </a:cubicBezTo>
                  <a:cubicBezTo>
                    <a:pt x="319" y="79"/>
                    <a:pt x="319" y="79"/>
                    <a:pt x="319" y="79"/>
                  </a:cubicBezTo>
                  <a:cubicBezTo>
                    <a:pt x="341" y="79"/>
                    <a:pt x="359" y="61"/>
                    <a:pt x="359" y="40"/>
                  </a:cubicBezTo>
                  <a:cubicBezTo>
                    <a:pt x="359" y="18"/>
                    <a:pt x="341" y="0"/>
                    <a:pt x="319" y="0"/>
                  </a:cubicBezTo>
                  <a:close/>
                  <a:moveTo>
                    <a:pt x="319" y="0"/>
                  </a:moveTo>
                  <a:cubicBezTo>
                    <a:pt x="319" y="0"/>
                    <a:pt x="319" y="0"/>
                    <a:pt x="319" y="0"/>
                  </a:cubicBezTo>
                </a:path>
              </a:pathLst>
            </a:custGeom>
            <a:solidFill>
              <a:schemeClr val="bg1"/>
            </a:solidFill>
            <a:ln cap="sq">
              <a:noFill/>
            </a:ln>
          </p:spPr>
          <p:txBody>
            <a:bodyPr vert="horz" wrap="square" lIns="91440" tIns="45720" rIns="91440" bIns="45720" anchor="t">
              <a:normAutofit fontScale="25000" lnSpcReduction="20000"/>
            </a:bodyPr>
            <a:lstStyle/>
            <a:p>
              <a:pPr marL="0" algn="l"/>
              <a:endParaRPr/>
            </a:p>
          </p:txBody>
        </p:sp>
        <p:sp>
          <p:nvSpPr>
            <p:cNvPr id="9" name="Freeform 9"/>
            <p:cNvSpPr/>
            <p:nvPr/>
          </p:nvSpPr>
          <p:spPr>
            <a:xfrm>
              <a:off x="11011054" y="1843875"/>
              <a:ext cx="115693" cy="56229"/>
            </a:xfrm>
            <a:custGeom>
              <a:avLst/>
              <a:gdLst/>
              <a:ahLst/>
              <a:cxnLst/>
              <a:rect l="l" t="t" r="r" b="b"/>
              <a:pathLst>
                <a:path w="317" h="154">
                  <a:moveTo>
                    <a:pt x="86" y="92"/>
                  </a:moveTo>
                  <a:cubicBezTo>
                    <a:pt x="91" y="127"/>
                    <a:pt x="122" y="154"/>
                    <a:pt x="158" y="154"/>
                  </a:cubicBezTo>
                  <a:cubicBezTo>
                    <a:pt x="195" y="154"/>
                    <a:pt x="225" y="127"/>
                    <a:pt x="231" y="92"/>
                  </a:cubicBezTo>
                  <a:cubicBezTo>
                    <a:pt x="279" y="89"/>
                    <a:pt x="317" y="49"/>
                    <a:pt x="317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49"/>
                    <a:pt x="38" y="89"/>
                    <a:pt x="86" y="92"/>
                  </a:cubicBezTo>
                  <a:close/>
                  <a:moveTo>
                    <a:pt x="86" y="92"/>
                  </a:moveTo>
                  <a:cubicBezTo>
                    <a:pt x="86" y="92"/>
                    <a:pt x="86" y="92"/>
                    <a:pt x="86" y="92"/>
                  </a:cubicBezTo>
                </a:path>
              </a:pathLst>
            </a:custGeom>
            <a:solidFill>
              <a:schemeClr val="bg1"/>
            </a:solidFill>
            <a:ln cap="sq">
              <a:noFill/>
            </a:ln>
          </p:spPr>
          <p:txBody>
            <a:bodyPr vert="horz" wrap="square" lIns="91440" tIns="45720" rIns="91440" bIns="45720" anchor="t">
              <a:normAutofit fontScale="25000" lnSpcReduction="20000"/>
            </a:bodyPr>
            <a:lstStyle/>
            <a:p>
              <a:pPr marL="0" algn="l"/>
              <a:endParaRPr/>
            </a:p>
          </p:txBody>
        </p:sp>
        <p:sp>
          <p:nvSpPr>
            <p:cNvPr id="10" name="Freeform 10"/>
            <p:cNvSpPr/>
            <p:nvPr/>
          </p:nvSpPr>
          <p:spPr>
            <a:xfrm>
              <a:off x="11049721" y="1324104"/>
              <a:ext cx="38359" cy="82726"/>
            </a:xfrm>
            <a:custGeom>
              <a:avLst/>
              <a:gdLst/>
              <a:ahLst/>
              <a:cxnLst/>
              <a:rect l="l" t="t" r="r" b="b"/>
              <a:pathLst>
                <a:path w="105" h="226">
                  <a:moveTo>
                    <a:pt x="52" y="227"/>
                  </a:moveTo>
                  <a:cubicBezTo>
                    <a:pt x="81" y="227"/>
                    <a:pt x="105" y="203"/>
                    <a:pt x="105" y="174"/>
                  </a:cubicBezTo>
                  <a:cubicBezTo>
                    <a:pt x="105" y="52"/>
                    <a:pt x="105" y="52"/>
                    <a:pt x="105" y="52"/>
                  </a:cubicBezTo>
                  <a:cubicBezTo>
                    <a:pt x="105" y="23"/>
                    <a:pt x="81" y="0"/>
                    <a:pt x="52" y="0"/>
                  </a:cubicBezTo>
                  <a:cubicBezTo>
                    <a:pt x="23" y="0"/>
                    <a:pt x="0" y="23"/>
                    <a:pt x="0" y="52"/>
                  </a:cubicBezTo>
                  <a:cubicBezTo>
                    <a:pt x="0" y="174"/>
                    <a:pt x="0" y="174"/>
                    <a:pt x="0" y="174"/>
                  </a:cubicBezTo>
                  <a:cubicBezTo>
                    <a:pt x="0" y="203"/>
                    <a:pt x="23" y="227"/>
                    <a:pt x="52" y="227"/>
                  </a:cubicBezTo>
                  <a:close/>
                  <a:moveTo>
                    <a:pt x="52" y="227"/>
                  </a:moveTo>
                  <a:cubicBezTo>
                    <a:pt x="52" y="227"/>
                    <a:pt x="52" y="227"/>
                    <a:pt x="52" y="227"/>
                  </a:cubicBezTo>
                </a:path>
              </a:pathLst>
            </a:custGeom>
            <a:solidFill>
              <a:schemeClr val="bg1"/>
            </a:solidFill>
            <a:ln cap="sq">
              <a:noFill/>
            </a:ln>
          </p:spPr>
          <p:txBody>
            <a:bodyPr vert="horz" wrap="square" lIns="91440" tIns="45720" rIns="91440" bIns="45720" anchor="t">
              <a:normAutofit fontScale="25000" lnSpcReduction="20000"/>
            </a:bodyPr>
            <a:lstStyle/>
            <a:p>
              <a:pPr marL="0" algn="l"/>
              <a:endParaRPr/>
            </a:p>
          </p:txBody>
        </p:sp>
        <p:sp>
          <p:nvSpPr>
            <p:cNvPr id="11" name="Freeform 11"/>
            <p:cNvSpPr/>
            <p:nvPr/>
          </p:nvSpPr>
          <p:spPr>
            <a:xfrm>
              <a:off x="10911228" y="1365698"/>
              <a:ext cx="69323" cy="76872"/>
            </a:xfrm>
            <a:custGeom>
              <a:avLst/>
              <a:gdLst/>
              <a:ahLst/>
              <a:cxnLst/>
              <a:rect l="l" t="t" r="r" b="b"/>
              <a:pathLst>
                <a:path w="190" h="211">
                  <a:moveTo>
                    <a:pt x="88" y="189"/>
                  </a:moveTo>
                  <a:cubicBezTo>
                    <a:pt x="99" y="203"/>
                    <a:pt x="115" y="211"/>
                    <a:pt x="131" y="211"/>
                  </a:cubicBezTo>
                  <a:cubicBezTo>
                    <a:pt x="142" y="211"/>
                    <a:pt x="152" y="208"/>
                    <a:pt x="162" y="201"/>
                  </a:cubicBezTo>
                  <a:cubicBezTo>
                    <a:pt x="185" y="184"/>
                    <a:pt x="190" y="151"/>
                    <a:pt x="173" y="128"/>
                  </a:cubicBezTo>
                  <a:cubicBezTo>
                    <a:pt x="102" y="29"/>
                    <a:pt x="102" y="29"/>
                    <a:pt x="102" y="29"/>
                  </a:cubicBezTo>
                  <a:cubicBezTo>
                    <a:pt x="85" y="5"/>
                    <a:pt x="52" y="0"/>
                    <a:pt x="28" y="17"/>
                  </a:cubicBezTo>
                  <a:cubicBezTo>
                    <a:pt x="5" y="34"/>
                    <a:pt x="0" y="67"/>
                    <a:pt x="17" y="90"/>
                  </a:cubicBezTo>
                  <a:lnTo>
                    <a:pt x="88" y="189"/>
                  </a:lnTo>
                  <a:close/>
                  <a:moveTo>
                    <a:pt x="88" y="189"/>
                  </a:moveTo>
                  <a:cubicBezTo>
                    <a:pt x="88" y="189"/>
                    <a:pt x="88" y="189"/>
                    <a:pt x="88" y="189"/>
                  </a:cubicBezTo>
                </a:path>
              </a:pathLst>
            </a:custGeom>
            <a:solidFill>
              <a:schemeClr val="bg1"/>
            </a:solidFill>
            <a:ln cap="sq">
              <a:noFill/>
            </a:ln>
          </p:spPr>
          <p:txBody>
            <a:bodyPr vert="horz" wrap="square" lIns="91440" tIns="45720" rIns="91440" bIns="45720" anchor="t">
              <a:normAutofit fontScale="25000" lnSpcReduction="20000"/>
            </a:bodyPr>
            <a:lstStyle/>
            <a:p>
              <a:pPr marL="0" algn="l"/>
              <a:endParaRPr/>
            </a:p>
          </p:txBody>
        </p:sp>
        <p:sp>
          <p:nvSpPr>
            <p:cNvPr id="12" name="Freeform 12"/>
            <p:cNvSpPr/>
            <p:nvPr/>
          </p:nvSpPr>
          <p:spPr>
            <a:xfrm>
              <a:off x="11156941" y="1704304"/>
              <a:ext cx="69786" cy="76564"/>
            </a:xfrm>
            <a:custGeom>
              <a:avLst/>
              <a:gdLst/>
              <a:ahLst/>
              <a:cxnLst/>
              <a:rect l="l" t="t" r="r" b="b"/>
              <a:pathLst>
                <a:path w="191" h="210">
                  <a:moveTo>
                    <a:pt x="102" y="29"/>
                  </a:moveTo>
                  <a:cubicBezTo>
                    <a:pt x="85" y="5"/>
                    <a:pt x="52" y="0"/>
                    <a:pt x="29" y="17"/>
                  </a:cubicBezTo>
                  <a:cubicBezTo>
                    <a:pt x="6" y="34"/>
                    <a:pt x="0" y="67"/>
                    <a:pt x="17" y="90"/>
                  </a:cubicBezTo>
                  <a:cubicBezTo>
                    <a:pt x="89" y="189"/>
                    <a:pt x="89" y="189"/>
                    <a:pt x="89" y="189"/>
                  </a:cubicBezTo>
                  <a:cubicBezTo>
                    <a:pt x="99" y="203"/>
                    <a:pt x="115" y="210"/>
                    <a:pt x="132" y="210"/>
                  </a:cubicBezTo>
                  <a:cubicBezTo>
                    <a:pt x="142" y="210"/>
                    <a:pt x="153" y="207"/>
                    <a:pt x="162" y="200"/>
                  </a:cubicBezTo>
                  <a:cubicBezTo>
                    <a:pt x="186" y="183"/>
                    <a:pt x="191" y="151"/>
                    <a:pt x="174" y="127"/>
                  </a:cubicBezTo>
                  <a:lnTo>
                    <a:pt x="102" y="29"/>
                  </a:lnTo>
                  <a:close/>
                  <a:moveTo>
                    <a:pt x="102" y="29"/>
                  </a:moveTo>
                  <a:cubicBezTo>
                    <a:pt x="102" y="29"/>
                    <a:pt x="102" y="29"/>
                    <a:pt x="102" y="29"/>
                  </a:cubicBezTo>
                </a:path>
              </a:pathLst>
            </a:custGeom>
            <a:solidFill>
              <a:schemeClr val="bg1"/>
            </a:solidFill>
            <a:ln cap="sq">
              <a:noFill/>
            </a:ln>
          </p:spPr>
          <p:txBody>
            <a:bodyPr vert="horz" wrap="square" lIns="91440" tIns="45720" rIns="91440" bIns="45720" anchor="t">
              <a:normAutofit fontScale="25000" lnSpcReduction="20000"/>
            </a:bodyPr>
            <a:lstStyle/>
            <a:p>
              <a:pPr marL="0" algn="l"/>
              <a:endParaRPr/>
            </a:p>
          </p:txBody>
        </p:sp>
        <p:sp>
          <p:nvSpPr>
            <p:cNvPr id="13" name="Freeform 13"/>
            <p:cNvSpPr/>
            <p:nvPr/>
          </p:nvSpPr>
          <p:spPr>
            <a:xfrm>
              <a:off x="10827270" y="1481545"/>
              <a:ext cx="85037" cy="54380"/>
            </a:xfrm>
            <a:custGeom>
              <a:avLst/>
              <a:gdLst/>
              <a:ahLst/>
              <a:cxnLst/>
              <a:rect l="l" t="t" r="r" b="b"/>
              <a:pathLst>
                <a:path w="233" h="149">
                  <a:moveTo>
                    <a:pt x="191" y="47"/>
                  </a:moveTo>
                  <a:cubicBezTo>
                    <a:pt x="75" y="9"/>
                    <a:pt x="75" y="9"/>
                    <a:pt x="75" y="9"/>
                  </a:cubicBezTo>
                  <a:cubicBezTo>
                    <a:pt x="47" y="0"/>
                    <a:pt x="18" y="15"/>
                    <a:pt x="9" y="43"/>
                  </a:cubicBezTo>
                  <a:cubicBezTo>
                    <a:pt x="0" y="70"/>
                    <a:pt x="15" y="100"/>
                    <a:pt x="42" y="109"/>
                  </a:cubicBezTo>
                  <a:cubicBezTo>
                    <a:pt x="158" y="147"/>
                    <a:pt x="158" y="147"/>
                    <a:pt x="158" y="147"/>
                  </a:cubicBezTo>
                  <a:cubicBezTo>
                    <a:pt x="164" y="148"/>
                    <a:pt x="169" y="149"/>
                    <a:pt x="174" y="149"/>
                  </a:cubicBezTo>
                  <a:cubicBezTo>
                    <a:pt x="197" y="149"/>
                    <a:pt x="217" y="135"/>
                    <a:pt x="224" y="113"/>
                  </a:cubicBezTo>
                  <a:cubicBezTo>
                    <a:pt x="233" y="86"/>
                    <a:pt x="218" y="56"/>
                    <a:pt x="191" y="47"/>
                  </a:cubicBezTo>
                  <a:close/>
                  <a:moveTo>
                    <a:pt x="191" y="47"/>
                  </a:moveTo>
                  <a:cubicBezTo>
                    <a:pt x="191" y="47"/>
                    <a:pt x="191" y="47"/>
                    <a:pt x="191" y="47"/>
                  </a:cubicBezTo>
                </a:path>
              </a:pathLst>
            </a:custGeom>
            <a:solidFill>
              <a:schemeClr val="bg1"/>
            </a:solidFill>
            <a:ln cap="sq">
              <a:noFill/>
            </a:ln>
          </p:spPr>
          <p:txBody>
            <a:bodyPr vert="horz" wrap="square" lIns="91440" tIns="45720" rIns="91440" bIns="45720" anchor="t">
              <a:normAutofit fontScale="25000" lnSpcReduction="20000"/>
            </a:bodyPr>
            <a:lstStyle/>
            <a:p>
              <a:pPr marL="0" algn="l"/>
              <a:endParaRPr/>
            </a:p>
          </p:txBody>
        </p:sp>
        <p:sp>
          <p:nvSpPr>
            <p:cNvPr id="14" name="Freeform 14"/>
            <p:cNvSpPr/>
            <p:nvPr/>
          </p:nvSpPr>
          <p:spPr>
            <a:xfrm>
              <a:off x="11225186" y="1610949"/>
              <a:ext cx="85345" cy="54380"/>
            </a:xfrm>
            <a:custGeom>
              <a:avLst/>
              <a:gdLst/>
              <a:ahLst/>
              <a:cxnLst/>
              <a:rect l="l" t="t" r="r" b="b"/>
              <a:pathLst>
                <a:path w="234" h="149">
                  <a:moveTo>
                    <a:pt x="191" y="47"/>
                  </a:moveTo>
                  <a:cubicBezTo>
                    <a:pt x="75" y="9"/>
                    <a:pt x="75" y="9"/>
                    <a:pt x="75" y="9"/>
                  </a:cubicBezTo>
                  <a:cubicBezTo>
                    <a:pt x="48" y="0"/>
                    <a:pt x="18" y="15"/>
                    <a:pt x="9" y="43"/>
                  </a:cubicBezTo>
                  <a:cubicBezTo>
                    <a:pt x="0" y="70"/>
                    <a:pt x="16" y="100"/>
                    <a:pt x="43" y="109"/>
                  </a:cubicBezTo>
                  <a:cubicBezTo>
                    <a:pt x="159" y="146"/>
                    <a:pt x="159" y="146"/>
                    <a:pt x="159" y="146"/>
                  </a:cubicBezTo>
                  <a:cubicBezTo>
                    <a:pt x="164" y="148"/>
                    <a:pt x="170" y="149"/>
                    <a:pt x="175" y="149"/>
                  </a:cubicBezTo>
                  <a:cubicBezTo>
                    <a:pt x="197" y="149"/>
                    <a:pt x="218" y="135"/>
                    <a:pt x="225" y="113"/>
                  </a:cubicBezTo>
                  <a:cubicBezTo>
                    <a:pt x="234" y="85"/>
                    <a:pt x="219" y="56"/>
                    <a:pt x="191" y="47"/>
                  </a:cubicBezTo>
                  <a:close/>
                  <a:moveTo>
                    <a:pt x="191" y="47"/>
                  </a:moveTo>
                  <a:cubicBezTo>
                    <a:pt x="191" y="47"/>
                    <a:pt x="191" y="47"/>
                    <a:pt x="191" y="47"/>
                  </a:cubicBezTo>
                </a:path>
              </a:pathLst>
            </a:custGeom>
            <a:solidFill>
              <a:schemeClr val="bg1"/>
            </a:solidFill>
            <a:ln cap="sq">
              <a:noFill/>
            </a:ln>
          </p:spPr>
          <p:txBody>
            <a:bodyPr vert="horz" wrap="square" lIns="91440" tIns="45720" rIns="91440" bIns="45720" anchor="t">
              <a:normAutofit fontScale="25000" lnSpcReduction="20000"/>
            </a:bodyPr>
            <a:lstStyle/>
            <a:p>
              <a:pPr marL="0" algn="l"/>
              <a:endParaRPr/>
            </a:p>
          </p:txBody>
        </p:sp>
        <p:sp>
          <p:nvSpPr>
            <p:cNvPr id="15" name="Freeform 15"/>
            <p:cNvSpPr/>
            <p:nvPr/>
          </p:nvSpPr>
          <p:spPr>
            <a:xfrm>
              <a:off x="10827270" y="1610949"/>
              <a:ext cx="85037" cy="54380"/>
            </a:xfrm>
            <a:custGeom>
              <a:avLst/>
              <a:gdLst/>
              <a:ahLst/>
              <a:cxnLst/>
              <a:rect l="l" t="t" r="r" b="b"/>
              <a:pathLst>
                <a:path w="233" h="149">
                  <a:moveTo>
                    <a:pt x="158" y="9"/>
                  </a:moveTo>
                  <a:cubicBezTo>
                    <a:pt x="42" y="47"/>
                    <a:pt x="42" y="47"/>
                    <a:pt x="42" y="47"/>
                  </a:cubicBezTo>
                  <a:cubicBezTo>
                    <a:pt x="15" y="56"/>
                    <a:pt x="0" y="85"/>
                    <a:pt x="9" y="113"/>
                  </a:cubicBezTo>
                  <a:cubicBezTo>
                    <a:pt x="16" y="135"/>
                    <a:pt x="36" y="149"/>
                    <a:pt x="58" y="149"/>
                  </a:cubicBezTo>
                  <a:cubicBezTo>
                    <a:pt x="64" y="149"/>
                    <a:pt x="69" y="148"/>
                    <a:pt x="75" y="146"/>
                  </a:cubicBezTo>
                  <a:cubicBezTo>
                    <a:pt x="191" y="109"/>
                    <a:pt x="191" y="109"/>
                    <a:pt x="191" y="109"/>
                  </a:cubicBezTo>
                  <a:cubicBezTo>
                    <a:pt x="218" y="100"/>
                    <a:pt x="233" y="70"/>
                    <a:pt x="224" y="43"/>
                  </a:cubicBezTo>
                  <a:cubicBezTo>
                    <a:pt x="215" y="15"/>
                    <a:pt x="186" y="0"/>
                    <a:pt x="158" y="9"/>
                  </a:cubicBezTo>
                  <a:close/>
                  <a:moveTo>
                    <a:pt x="158" y="9"/>
                  </a:moveTo>
                  <a:cubicBezTo>
                    <a:pt x="158" y="9"/>
                    <a:pt x="158" y="9"/>
                    <a:pt x="158" y="9"/>
                  </a:cubicBezTo>
                </a:path>
              </a:pathLst>
            </a:custGeom>
            <a:solidFill>
              <a:schemeClr val="bg1"/>
            </a:solidFill>
            <a:ln cap="sq">
              <a:noFill/>
            </a:ln>
          </p:spPr>
          <p:txBody>
            <a:bodyPr vert="horz" wrap="square" lIns="91440" tIns="45720" rIns="91440" bIns="45720" anchor="t">
              <a:normAutofit fontScale="25000" lnSpcReduction="20000"/>
            </a:bodyPr>
            <a:lstStyle/>
            <a:p>
              <a:pPr marL="0" algn="l"/>
              <a:endParaRPr/>
            </a:p>
          </p:txBody>
        </p:sp>
        <p:sp>
          <p:nvSpPr>
            <p:cNvPr id="16" name="Freeform 16"/>
            <p:cNvSpPr/>
            <p:nvPr/>
          </p:nvSpPr>
          <p:spPr>
            <a:xfrm>
              <a:off x="11225186" y="1481545"/>
              <a:ext cx="85345" cy="54380"/>
            </a:xfrm>
            <a:custGeom>
              <a:avLst/>
              <a:gdLst/>
              <a:ahLst/>
              <a:cxnLst/>
              <a:rect l="l" t="t" r="r" b="b"/>
              <a:pathLst>
                <a:path w="234" h="149">
                  <a:moveTo>
                    <a:pt x="59" y="149"/>
                  </a:moveTo>
                  <a:cubicBezTo>
                    <a:pt x="65" y="149"/>
                    <a:pt x="70" y="148"/>
                    <a:pt x="75" y="147"/>
                  </a:cubicBezTo>
                  <a:cubicBezTo>
                    <a:pt x="191" y="109"/>
                    <a:pt x="191" y="109"/>
                    <a:pt x="191" y="109"/>
                  </a:cubicBezTo>
                  <a:cubicBezTo>
                    <a:pt x="219" y="100"/>
                    <a:pt x="234" y="70"/>
                    <a:pt x="225" y="43"/>
                  </a:cubicBezTo>
                  <a:cubicBezTo>
                    <a:pt x="216" y="15"/>
                    <a:pt x="186" y="0"/>
                    <a:pt x="159" y="9"/>
                  </a:cubicBezTo>
                  <a:cubicBezTo>
                    <a:pt x="43" y="47"/>
                    <a:pt x="43" y="47"/>
                    <a:pt x="43" y="47"/>
                  </a:cubicBezTo>
                  <a:cubicBezTo>
                    <a:pt x="16" y="56"/>
                    <a:pt x="0" y="86"/>
                    <a:pt x="9" y="113"/>
                  </a:cubicBezTo>
                  <a:cubicBezTo>
                    <a:pt x="17" y="135"/>
                    <a:pt x="37" y="149"/>
                    <a:pt x="59" y="149"/>
                  </a:cubicBezTo>
                  <a:close/>
                  <a:moveTo>
                    <a:pt x="59" y="149"/>
                  </a:moveTo>
                  <a:cubicBezTo>
                    <a:pt x="59" y="149"/>
                    <a:pt x="59" y="149"/>
                    <a:pt x="59" y="149"/>
                  </a:cubicBezTo>
                </a:path>
              </a:pathLst>
            </a:custGeom>
            <a:solidFill>
              <a:schemeClr val="bg1"/>
            </a:solidFill>
            <a:ln cap="sq">
              <a:noFill/>
            </a:ln>
          </p:spPr>
          <p:txBody>
            <a:bodyPr vert="horz" wrap="square" lIns="91440" tIns="45720" rIns="91440" bIns="45720" anchor="t">
              <a:normAutofit fontScale="25000" lnSpcReduction="20000"/>
            </a:bodyPr>
            <a:lstStyle/>
            <a:p>
              <a:pPr marL="0" algn="l"/>
              <a:endParaRPr/>
            </a:p>
          </p:txBody>
        </p:sp>
        <p:sp>
          <p:nvSpPr>
            <p:cNvPr id="17" name="Freeform 17"/>
            <p:cNvSpPr/>
            <p:nvPr/>
          </p:nvSpPr>
          <p:spPr>
            <a:xfrm>
              <a:off x="10911228" y="1704304"/>
              <a:ext cx="69323" cy="76564"/>
            </a:xfrm>
            <a:custGeom>
              <a:avLst/>
              <a:gdLst/>
              <a:ahLst/>
              <a:cxnLst/>
              <a:rect l="l" t="t" r="r" b="b"/>
              <a:pathLst>
                <a:path w="190" h="210">
                  <a:moveTo>
                    <a:pt x="88" y="29"/>
                  </a:moveTo>
                  <a:cubicBezTo>
                    <a:pt x="17" y="127"/>
                    <a:pt x="17" y="127"/>
                    <a:pt x="17" y="127"/>
                  </a:cubicBezTo>
                  <a:cubicBezTo>
                    <a:pt x="0" y="151"/>
                    <a:pt x="5" y="183"/>
                    <a:pt x="28" y="200"/>
                  </a:cubicBezTo>
                  <a:cubicBezTo>
                    <a:pt x="37" y="207"/>
                    <a:pt x="48" y="210"/>
                    <a:pt x="59" y="210"/>
                  </a:cubicBezTo>
                  <a:cubicBezTo>
                    <a:pt x="75" y="210"/>
                    <a:pt x="91" y="203"/>
                    <a:pt x="101" y="189"/>
                  </a:cubicBezTo>
                  <a:cubicBezTo>
                    <a:pt x="173" y="90"/>
                    <a:pt x="173" y="90"/>
                    <a:pt x="173" y="90"/>
                  </a:cubicBezTo>
                  <a:cubicBezTo>
                    <a:pt x="190" y="67"/>
                    <a:pt x="185" y="34"/>
                    <a:pt x="162" y="17"/>
                  </a:cubicBezTo>
                  <a:cubicBezTo>
                    <a:pt x="138" y="0"/>
                    <a:pt x="105" y="5"/>
                    <a:pt x="88" y="29"/>
                  </a:cubicBezTo>
                  <a:close/>
                  <a:moveTo>
                    <a:pt x="88" y="29"/>
                  </a:moveTo>
                  <a:cubicBezTo>
                    <a:pt x="88" y="29"/>
                    <a:pt x="88" y="29"/>
                    <a:pt x="88" y="29"/>
                  </a:cubicBezTo>
                </a:path>
              </a:pathLst>
            </a:custGeom>
            <a:solidFill>
              <a:schemeClr val="bg1"/>
            </a:solidFill>
            <a:ln cap="sq">
              <a:noFill/>
            </a:ln>
          </p:spPr>
          <p:txBody>
            <a:bodyPr vert="horz" wrap="square" lIns="91440" tIns="45720" rIns="91440" bIns="45720" anchor="t">
              <a:normAutofit fontScale="25000" lnSpcReduction="20000"/>
            </a:bodyPr>
            <a:lstStyle/>
            <a:p>
              <a:pPr marL="0" algn="l"/>
              <a:endParaRPr/>
            </a:p>
          </p:txBody>
        </p:sp>
        <p:sp>
          <p:nvSpPr>
            <p:cNvPr id="18" name="Freeform 18"/>
            <p:cNvSpPr/>
            <p:nvPr/>
          </p:nvSpPr>
          <p:spPr>
            <a:xfrm>
              <a:off x="11156941" y="1365698"/>
              <a:ext cx="69786" cy="76872"/>
            </a:xfrm>
            <a:custGeom>
              <a:avLst/>
              <a:gdLst/>
              <a:ahLst/>
              <a:cxnLst/>
              <a:rect l="l" t="t" r="r" b="b"/>
              <a:pathLst>
                <a:path w="191" h="211">
                  <a:moveTo>
                    <a:pt x="89" y="29"/>
                  </a:moveTo>
                  <a:cubicBezTo>
                    <a:pt x="17" y="128"/>
                    <a:pt x="17" y="128"/>
                    <a:pt x="17" y="128"/>
                  </a:cubicBezTo>
                  <a:cubicBezTo>
                    <a:pt x="0" y="151"/>
                    <a:pt x="6" y="184"/>
                    <a:pt x="29" y="201"/>
                  </a:cubicBezTo>
                  <a:cubicBezTo>
                    <a:pt x="38" y="208"/>
                    <a:pt x="49" y="211"/>
                    <a:pt x="60" y="211"/>
                  </a:cubicBezTo>
                  <a:cubicBezTo>
                    <a:pt x="76" y="211"/>
                    <a:pt x="92" y="203"/>
                    <a:pt x="102" y="189"/>
                  </a:cubicBezTo>
                  <a:cubicBezTo>
                    <a:pt x="174" y="90"/>
                    <a:pt x="174" y="90"/>
                    <a:pt x="174" y="90"/>
                  </a:cubicBezTo>
                  <a:cubicBezTo>
                    <a:pt x="191" y="67"/>
                    <a:pt x="186" y="34"/>
                    <a:pt x="162" y="17"/>
                  </a:cubicBezTo>
                  <a:cubicBezTo>
                    <a:pt x="139" y="0"/>
                    <a:pt x="106" y="5"/>
                    <a:pt x="89" y="29"/>
                  </a:cubicBezTo>
                  <a:close/>
                  <a:moveTo>
                    <a:pt x="89" y="29"/>
                  </a:moveTo>
                  <a:cubicBezTo>
                    <a:pt x="89" y="29"/>
                    <a:pt x="89" y="29"/>
                    <a:pt x="89" y="29"/>
                  </a:cubicBezTo>
                </a:path>
              </a:pathLst>
            </a:custGeom>
            <a:solidFill>
              <a:schemeClr val="bg1"/>
            </a:solidFill>
            <a:ln cap="sq">
              <a:noFill/>
            </a:ln>
          </p:spPr>
          <p:txBody>
            <a:bodyPr vert="horz" wrap="square" lIns="91440" tIns="45720" rIns="91440" bIns="45720" anchor="t">
              <a:normAutofit fontScale="25000" lnSpcReduction="20000"/>
            </a:bodyPr>
            <a:lstStyle/>
            <a:p>
              <a:pPr marL="0" algn="l"/>
              <a:endParaRPr/>
            </a:p>
          </p:txBody>
        </p:sp>
        <p:sp>
          <p:nvSpPr>
            <p:cNvPr id="19" name="Freeform 19"/>
            <p:cNvSpPr/>
            <p:nvPr/>
          </p:nvSpPr>
          <p:spPr>
            <a:xfrm>
              <a:off x="10930947" y="1437486"/>
              <a:ext cx="276061" cy="334293"/>
            </a:xfrm>
            <a:custGeom>
              <a:avLst/>
              <a:gdLst/>
              <a:ahLst/>
              <a:cxnLst/>
              <a:rect l="l" t="t" r="r" b="b"/>
              <a:pathLst>
                <a:path w="757" h="917">
                  <a:moveTo>
                    <a:pt x="757" y="378"/>
                  </a:moveTo>
                  <a:cubicBezTo>
                    <a:pt x="757" y="169"/>
                    <a:pt x="587" y="0"/>
                    <a:pt x="378" y="0"/>
                  </a:cubicBezTo>
                  <a:cubicBezTo>
                    <a:pt x="169" y="0"/>
                    <a:pt x="0" y="169"/>
                    <a:pt x="0" y="378"/>
                  </a:cubicBezTo>
                  <a:cubicBezTo>
                    <a:pt x="0" y="467"/>
                    <a:pt x="30" y="548"/>
                    <a:pt x="81" y="612"/>
                  </a:cubicBezTo>
                  <a:cubicBezTo>
                    <a:pt x="125" y="668"/>
                    <a:pt x="167" y="730"/>
                    <a:pt x="204" y="792"/>
                  </a:cubicBezTo>
                  <a:cubicBezTo>
                    <a:pt x="204" y="917"/>
                    <a:pt x="204" y="917"/>
                    <a:pt x="204" y="917"/>
                  </a:cubicBezTo>
                  <a:cubicBezTo>
                    <a:pt x="551" y="917"/>
                    <a:pt x="551" y="917"/>
                    <a:pt x="551" y="917"/>
                  </a:cubicBezTo>
                  <a:cubicBezTo>
                    <a:pt x="551" y="795"/>
                    <a:pt x="551" y="795"/>
                    <a:pt x="551" y="795"/>
                  </a:cubicBezTo>
                  <a:cubicBezTo>
                    <a:pt x="587" y="735"/>
                    <a:pt x="634" y="665"/>
                    <a:pt x="676" y="612"/>
                  </a:cubicBezTo>
                  <a:cubicBezTo>
                    <a:pt x="727" y="548"/>
                    <a:pt x="757" y="467"/>
                    <a:pt x="757" y="378"/>
                  </a:cubicBezTo>
                  <a:close/>
                  <a:moveTo>
                    <a:pt x="757" y="378"/>
                  </a:moveTo>
                  <a:cubicBezTo>
                    <a:pt x="757" y="378"/>
                    <a:pt x="757" y="378"/>
                    <a:pt x="757" y="378"/>
                  </a:cubicBezTo>
                </a:path>
              </a:pathLst>
            </a:custGeom>
            <a:solidFill>
              <a:schemeClr val="bg1"/>
            </a:solidFill>
            <a:ln cap="sq">
              <a:noFill/>
            </a:ln>
          </p:spPr>
          <p:txBody>
            <a:bodyPr vert="horz" wrap="square" lIns="91440" tIns="45720" rIns="91440" bIns="45720" anchor="t">
              <a:normAutofit fontScale="92500" lnSpcReduction="10000"/>
            </a:bodyPr>
            <a:lstStyle/>
            <a:p>
              <a:pPr marL="0" algn="l"/>
              <a:endParaRPr/>
            </a:p>
          </p:txBody>
        </p:sp>
      </p:grpSp>
      <p:sp>
        <p:nvSpPr>
          <p:cNvPr id="20" name="TextBox 20"/>
          <p:cNvSpPr txBox="1"/>
          <p:nvPr/>
        </p:nvSpPr>
        <p:spPr>
          <a:xfrm>
            <a:off x="5479943" y="2057400"/>
            <a:ext cx="5400000" cy="246221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t">
            <a:spAutoFit/>
          </a:bodyPr>
          <a:lstStyle/>
          <a:p>
            <a:pPr marL="0" algn="l">
              <a:defRPr/>
            </a:pPr>
            <a:r>
              <a:rPr lang="en-US" sz="1600" b="1" i="0" u="none" baseline="0">
                <a:ln w="12700"/>
                <a:solidFill>
                  <a:srgbClr val="000000"/>
                </a:solidFill>
                <a:latin typeface="微软雅黑"/>
                <a:ea typeface="微软雅黑"/>
              </a:rPr>
              <a:t>End-to-End Flow</a:t>
            </a:r>
            <a:endParaRPr lang="en-US" sz="1100"/>
          </a:p>
        </p:txBody>
      </p:sp>
      <p:sp>
        <p:nvSpPr>
          <p:cNvPr id="21" name="AutoShape 21"/>
          <p:cNvSpPr/>
          <p:nvPr/>
        </p:nvSpPr>
        <p:spPr>
          <a:xfrm>
            <a:off x="10795000" y="6540500"/>
            <a:ext cx="1270000" cy="1905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rtlCol="0" anchor="t"/>
          <a:lstStyle/>
          <a:p>
            <a:pPr algn="r">
              <a:defRPr/>
            </a:pPr>
            <a:r>
              <a:rPr lang="en-US" sz="800" b="0" i="0" u="none" baseline="0">
                <a:solidFill>
                  <a:srgbClr val="808080"/>
                </a:solidFill>
                <a:latin typeface="Microsoft YaHei"/>
                <a:ea typeface="Microsoft YaHei"/>
              </a:rPr>
              <a:t>内容由AI生成</a:t>
            </a:r>
            <a:endParaRPr lang="en-US" sz="1100"/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xmlns="" id="{6729B6E3-A134-D372-1746-7318A8518787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79136" y="113665"/>
            <a:ext cx="2185863" cy="625157"/>
          </a:xfrm>
          <a:prstGeom prst="rect">
            <a:avLst/>
          </a:prstGeom>
        </p:spPr>
      </p:pic>
    </p:spTree>
  </p:cSld>
  <p:clrMapOvr>
    <a:masterClrMapping/>
  </p:clrMapOvr>
  <p:transition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title"/>
          </p:nvPr>
        </p:nvSpPr>
        <p:spPr>
          <a:xfrm>
            <a:off x="660402" y="2687736"/>
            <a:ext cx="10858498" cy="923330"/>
          </a:xfrm>
        </p:spPr>
        <p:txBody>
          <a:bodyPr vert="horz" lIns="91440" tIns="45720" rIns="91440" bIns="45720" anchor="t">
            <a:normAutofit fontScale="90000"/>
          </a:bodyPr>
          <a:lstStyle/>
          <a:p>
            <a:pPr algn="ctr">
              <a:lnSpc>
                <a:spcPct val="100000"/>
              </a:lnSpc>
              <a:spcBef>
                <a:spcPct val="0"/>
              </a:spcBef>
              <a:buNone/>
            </a:pPr>
            <a:r>
              <a:rPr lang="zh-CN" altLang="en-US" sz="7167" b="1" i="0" u="none" baseline="0">
                <a:solidFill>
                  <a:srgbClr val="000000"/>
                </a:solidFill>
                <a:latin typeface="微软雅黑"/>
                <a:ea typeface="微软雅黑"/>
              </a:rPr>
              <a:t>Section 2: Dataset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5430672" y="1579740"/>
            <a:ext cx="1330656" cy="1107996"/>
          </a:xfrm>
          <a:prstGeom prst="rect">
            <a:avLst/>
          </a:prstGeom>
        </p:spPr>
        <p:txBody>
          <a:bodyPr vert="horz" wrap="square" lIns="91440" tIns="45720" rIns="91440" bIns="45720" rtlCol="0" anchor="b">
            <a:spAutoFit/>
          </a:bodyPr>
          <a:lstStyle/>
          <a:p>
            <a:pPr marL="0" algn="l">
              <a:defRPr/>
            </a:pPr>
            <a:r>
              <a:rPr lang="en-US" sz="6600" b="0" i="0" u="none" baseline="0">
                <a:solidFill>
                  <a:srgbClr val="000000"/>
                </a:solidFill>
                <a:latin typeface="微软雅黑"/>
                <a:ea typeface="微软雅黑"/>
              </a:rPr>
              <a:t>02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10795000" y="6540500"/>
            <a:ext cx="1270000" cy="1905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rtlCol="0" anchor="t"/>
          <a:lstStyle/>
          <a:p>
            <a:pPr algn="r">
              <a:defRPr/>
            </a:pPr>
            <a:r>
              <a:rPr lang="en-US" sz="800" b="0" i="0" u="none" baseline="0">
                <a:solidFill>
                  <a:srgbClr val="808080"/>
                </a:solidFill>
                <a:latin typeface="Microsoft YaHei"/>
                <a:ea typeface="Microsoft YaHei"/>
              </a:rPr>
              <a:t>内容由AI生成</a:t>
            </a:r>
            <a:endParaRPr lang="en-US" sz="110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xmlns="" id="{6729B6E3-A134-D372-1746-7318A8518787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79136" y="113665"/>
            <a:ext cx="2185864" cy="625157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FFC717">
                <a:lumMod val="40000"/>
                <a:lumOff val="60000"/>
              </a:srgbClr>
            </a:gs>
            <a:gs pos="100000">
              <a:srgbClr val="FFC717">
                <a:alpha val="0"/>
                <a:lumMod val="20000"/>
                <a:lumOff val="80000"/>
              </a:srgbClr>
            </a:gs>
          </a:gsLst>
          <a:lin ang="162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title"/>
          </p:nvPr>
        </p:nvSpPr>
        <p:spPr>
          <a:xfrm>
            <a:off x="660400" y="128587"/>
            <a:ext cx="10858500" cy="900112"/>
          </a:xfrm>
        </p:spPr>
        <p:txBody>
          <a:bodyPr vert="horz" lIns="91440" tIns="45720" rIns="91440" bIns="45720" anchor="b">
            <a:normAutofit/>
          </a:bodyPr>
          <a:lstStyle/>
          <a:p>
            <a:pPr algn="l">
              <a:lnSpc>
                <a:spcPct val="90000"/>
              </a:lnSpc>
              <a:spcBef>
                <a:spcPct val="0"/>
              </a:spcBef>
            </a:pPr>
            <a:r>
              <a:rPr lang="zh-CN" altLang="en-US" sz="2800" b="1" i="0" u="none" baseline="0">
                <a:solidFill>
                  <a:srgbClr val="000000"/>
                </a:solidFill>
                <a:latin typeface="微软雅黑"/>
                <a:ea typeface="微软雅黑"/>
              </a:rPr>
              <a:t>Dataset Overview</a:t>
            </a:r>
          </a:p>
        </p:txBody>
      </p:sp>
      <p:pic>
        <p:nvPicPr>
          <p:cNvPr id="3" name="imag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45879" y="1961751"/>
            <a:ext cx="3346994" cy="3340898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TextBox 4"/>
          <p:cNvSpPr txBox="1"/>
          <p:nvPr/>
        </p:nvSpPr>
        <p:spPr>
          <a:xfrm>
            <a:off x="1086427" y="2358751"/>
            <a:ext cx="7200000" cy="2697800"/>
          </a:xfrm>
          <a:prstGeom prst="roundRect">
            <a:avLst>
              <a:gd name="adj" fmla="val 5046"/>
            </a:avLst>
          </a:prstGeom>
          <a:solidFill>
            <a:schemeClr val="bg1"/>
          </a:solidFill>
          <a:ln w="12700" cap="sq">
            <a:solidFill>
              <a:schemeClr val="accent1"/>
            </a:solidFill>
            <a:miter lim="800000"/>
          </a:ln>
          <a:effectLst>
            <a:outerShdw blurRad="254000" dist="63500" dir="2700000" algn="ctr" rotWithShape="0">
              <a:schemeClr val="accent1">
                <a:alpha val="15000"/>
              </a:schemeClr>
            </a:outerShdw>
          </a:effectLst>
        </p:spPr>
        <p:txBody>
          <a:bodyPr vert="horz" wrap="square" lIns="91440" tIns="45720" rIns="91440" bIns="45720" rtlCol="0" anchor="ctr">
            <a:normAutofit/>
          </a:bodyPr>
          <a:lstStyle/>
          <a:p>
            <a:pPr marL="0" algn="ctr">
              <a:defRPr/>
            </a:pPr>
            <a:endParaRPr lang="en-US" sz="1100"/>
          </a:p>
        </p:txBody>
      </p:sp>
      <p:sp>
        <p:nvSpPr>
          <p:cNvPr id="5" name="TextBox 5"/>
          <p:cNvSpPr txBox="1"/>
          <p:nvPr/>
        </p:nvSpPr>
        <p:spPr>
          <a:xfrm>
            <a:off x="1446427" y="2851594"/>
            <a:ext cx="6480000" cy="246221"/>
          </a:xfrm>
          <a:prstGeom prst="rect">
            <a:avLst/>
          </a:prstGeom>
          <a:noFill/>
          <a:ln cap="sq">
            <a:noFill/>
          </a:ln>
          <a:effectLst/>
        </p:spPr>
        <p:txBody>
          <a:bodyPr vert="horz" wrap="square" lIns="0" tIns="0" rIns="0" bIns="0" rtlCol="0" anchor="t">
            <a:spAutoFit/>
          </a:bodyPr>
          <a:lstStyle/>
          <a:p>
            <a:pPr marL="0" algn="l">
              <a:defRPr/>
            </a:pPr>
            <a:r>
              <a:rPr lang="en-US" sz="1600" b="1" i="0" u="none" baseline="0">
                <a:ln w="12700"/>
                <a:solidFill>
                  <a:srgbClr val="000000"/>
                </a:solidFill>
                <a:latin typeface="微软雅黑"/>
                <a:ea typeface="微软雅黑"/>
              </a:rPr>
              <a:t>Data Composition</a:t>
            </a:r>
            <a:endParaRPr lang="en-US" sz="1100"/>
          </a:p>
        </p:txBody>
      </p:sp>
      <p:sp>
        <p:nvSpPr>
          <p:cNvPr id="6" name="TextBox 6"/>
          <p:cNvSpPr txBox="1"/>
          <p:nvPr/>
        </p:nvSpPr>
        <p:spPr>
          <a:xfrm>
            <a:off x="1446427" y="3319181"/>
            <a:ext cx="6480000" cy="931409"/>
          </a:xfrm>
          <a:prstGeom prst="rect">
            <a:avLst/>
          </a:prstGeom>
          <a:noFill/>
          <a:ln cap="sq">
            <a:noFill/>
          </a:ln>
          <a:effectLst/>
        </p:spPr>
        <p:txBody>
          <a:bodyPr vert="horz" wrap="square" lIns="0" tIns="0" rIns="0" bIns="0" rtlCol="0" anchor="t">
            <a:spAutoFit/>
          </a:bodyPr>
          <a:lstStyle/>
          <a:p>
            <a:pPr marL="0" algn="l">
              <a:lnSpc>
                <a:spcPct val="150000"/>
              </a:lnSpc>
              <a:defRPr/>
            </a:pPr>
            <a:r>
              <a:rPr lang="en-US" sz="1400" b="0" i="0" u="none" baseline="0">
                <a:ln w="12700"/>
                <a:solidFill>
                  <a:srgbClr val="F0F0F0">
                    <a:lumMod val="25000"/>
                  </a:srgbClr>
                </a:solidFill>
                <a:latin typeface="微软雅黑"/>
                <a:ea typeface="微软雅黑"/>
              </a:rPr>
              <a:t>18 columns covering Sales, Orders, Customers, Products, and Locations. Clean structured dataset for analysis.</a:t>
            </a:r>
            <a:endParaRPr lang="en-US" sz="1100"/>
          </a:p>
        </p:txBody>
      </p:sp>
      <p:sp>
        <p:nvSpPr>
          <p:cNvPr id="7" name="Freeform 7"/>
          <p:cNvSpPr/>
          <p:nvPr/>
        </p:nvSpPr>
        <p:spPr>
          <a:xfrm>
            <a:off x="1514781" y="2106249"/>
            <a:ext cx="494455" cy="428317"/>
          </a:xfrm>
          <a:custGeom>
            <a:avLst/>
            <a:gdLst/>
            <a:ahLst/>
            <a:cxnLst/>
            <a:rect l="l" t="t" r="r" b="b"/>
            <a:pathLst>
              <a:path w="315441" h="273249">
                <a:moveTo>
                  <a:pt x="283964" y="0"/>
                </a:moveTo>
                <a:lnTo>
                  <a:pt x="315441" y="59606"/>
                </a:lnTo>
                <a:cubicBezTo>
                  <a:pt x="289768" y="71661"/>
                  <a:pt x="272020" y="83660"/>
                  <a:pt x="262198" y="95604"/>
                </a:cubicBezTo>
                <a:cubicBezTo>
                  <a:pt x="252375" y="107547"/>
                  <a:pt x="246906" y="121667"/>
                  <a:pt x="245789" y="137964"/>
                </a:cubicBezTo>
                <a:lnTo>
                  <a:pt x="315441" y="137964"/>
                </a:lnTo>
                <a:lnTo>
                  <a:pt x="315441" y="273249"/>
                </a:lnTo>
                <a:lnTo>
                  <a:pt x="169775" y="273249"/>
                </a:lnTo>
                <a:lnTo>
                  <a:pt x="169775" y="161070"/>
                </a:lnTo>
                <a:cubicBezTo>
                  <a:pt x="169775" y="119770"/>
                  <a:pt x="178370" y="87177"/>
                  <a:pt x="195560" y="63290"/>
                </a:cubicBezTo>
                <a:cubicBezTo>
                  <a:pt x="212750" y="39403"/>
                  <a:pt x="242217" y="18306"/>
                  <a:pt x="283964" y="0"/>
                </a:cubicBezTo>
                <a:close/>
                <a:moveTo>
                  <a:pt x="114188" y="0"/>
                </a:moveTo>
                <a:lnTo>
                  <a:pt x="145665" y="59606"/>
                </a:lnTo>
                <a:cubicBezTo>
                  <a:pt x="119992" y="71661"/>
                  <a:pt x="102245" y="83660"/>
                  <a:pt x="92422" y="95604"/>
                </a:cubicBezTo>
                <a:cubicBezTo>
                  <a:pt x="82599" y="107547"/>
                  <a:pt x="77130" y="121667"/>
                  <a:pt x="76014" y="137964"/>
                </a:cubicBezTo>
                <a:lnTo>
                  <a:pt x="145665" y="137964"/>
                </a:lnTo>
                <a:lnTo>
                  <a:pt x="145665" y="273249"/>
                </a:lnTo>
                <a:lnTo>
                  <a:pt x="0" y="273249"/>
                </a:lnTo>
                <a:lnTo>
                  <a:pt x="0" y="161070"/>
                </a:lnTo>
                <a:cubicBezTo>
                  <a:pt x="0" y="119770"/>
                  <a:pt x="8595" y="87177"/>
                  <a:pt x="25784" y="63290"/>
                </a:cubicBezTo>
                <a:cubicBezTo>
                  <a:pt x="42974" y="39403"/>
                  <a:pt x="72442" y="18306"/>
                  <a:pt x="114188" y="0"/>
                </a:cubicBezTo>
                <a:close/>
              </a:path>
            </a:pathLst>
          </a:custGeom>
          <a:solidFill>
            <a:schemeClr val="accent1"/>
          </a:solidFill>
          <a:ln cap="sq">
            <a:noFill/>
          </a:ln>
          <a:effectLst/>
        </p:spPr>
        <p:txBody>
          <a:bodyPr vert="horz" wrap="square" lIns="91440" tIns="45720" rIns="91440" bIns="45720" anchor="t">
            <a:normAutofit/>
          </a:bodyPr>
          <a:lstStyle/>
          <a:p>
            <a:pPr marL="0" algn="l"/>
            <a:endParaRPr/>
          </a:p>
        </p:txBody>
      </p:sp>
      <p:sp>
        <p:nvSpPr>
          <p:cNvPr id="8" name="AutoShape 8"/>
          <p:cNvSpPr/>
          <p:nvPr/>
        </p:nvSpPr>
        <p:spPr>
          <a:xfrm>
            <a:off x="10795000" y="6540500"/>
            <a:ext cx="1270000" cy="1905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rtlCol="0" anchor="t"/>
          <a:lstStyle/>
          <a:p>
            <a:pPr algn="r">
              <a:defRPr/>
            </a:pPr>
            <a:r>
              <a:rPr lang="en-US" sz="800" b="0" i="0" u="none" baseline="0">
                <a:solidFill>
                  <a:srgbClr val="808080"/>
                </a:solidFill>
                <a:latin typeface="Microsoft YaHei"/>
                <a:ea typeface="Microsoft YaHei"/>
              </a:rPr>
              <a:t>内容由AI生成</a:t>
            </a:r>
            <a:endParaRPr lang="en-US" sz="110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xmlns="" id="{6729B6E3-A134-D372-1746-7318A8518787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79136" y="113665"/>
            <a:ext cx="2185863" cy="625157"/>
          </a:xfrm>
          <a:prstGeom prst="rect">
            <a:avLst/>
          </a:prstGeom>
        </p:spPr>
      </p:pic>
    </p:spTree>
  </p:cSld>
  <p:clrMapOvr>
    <a:masterClrMapping/>
  </p:clrMapOvr>
  <p:transition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FFC717">
                <a:lumMod val="40000"/>
                <a:lumOff val="60000"/>
              </a:srgbClr>
            </a:gs>
            <a:gs pos="100000">
              <a:srgbClr val="FFC717">
                <a:alpha val="0"/>
                <a:lumMod val="20000"/>
                <a:lumOff val="80000"/>
              </a:srgbClr>
            </a:gs>
          </a:gsLst>
          <a:lin ang="162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title"/>
          </p:nvPr>
        </p:nvSpPr>
        <p:spPr>
          <a:xfrm>
            <a:off x="660400" y="128587"/>
            <a:ext cx="10858500" cy="900112"/>
          </a:xfrm>
        </p:spPr>
        <p:txBody>
          <a:bodyPr vert="horz" lIns="91440" tIns="45720" rIns="91440" bIns="45720" anchor="b">
            <a:normAutofit/>
          </a:bodyPr>
          <a:lstStyle/>
          <a:p>
            <a:pPr algn="l">
              <a:lnSpc>
                <a:spcPct val="90000"/>
              </a:lnSpc>
              <a:spcBef>
                <a:spcPct val="0"/>
              </a:spcBef>
            </a:pPr>
            <a:r>
              <a:rPr lang="zh-CN" altLang="en-US" sz="2800" b="1" i="0" u="none" baseline="0">
                <a:solidFill>
                  <a:srgbClr val="000000"/>
                </a:solidFill>
                <a:latin typeface="微软雅黑"/>
                <a:ea typeface="微软雅黑"/>
              </a:rPr>
              <a:t>Dataset Statistics</a:t>
            </a:r>
          </a:p>
        </p:txBody>
      </p:sp>
      <p:sp>
        <p:nvSpPr>
          <p:cNvPr id="3" name="AutoShape 3"/>
          <p:cNvSpPr/>
          <p:nvPr/>
        </p:nvSpPr>
        <p:spPr>
          <a:xfrm>
            <a:off x="710534" y="2736850"/>
            <a:ext cx="4456597" cy="62621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txBody>
          <a:bodyPr vert="horz" wrap="square" lIns="91440" tIns="45720" rIns="91440" bIns="45720" anchor="ctr">
            <a:noAutofit/>
          </a:bodyPr>
          <a:lstStyle/>
          <a:p>
            <a:pPr marL="0" algn="l"/>
            <a:endParaRPr/>
          </a:p>
        </p:txBody>
      </p:sp>
      <p:sp>
        <p:nvSpPr>
          <p:cNvPr id="4" name="TextBox 4"/>
          <p:cNvSpPr txBox="1"/>
          <p:nvPr/>
        </p:nvSpPr>
        <p:spPr>
          <a:xfrm>
            <a:off x="710533" y="2952732"/>
            <a:ext cx="4456598" cy="1348382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t">
            <a:spAutoFit/>
          </a:bodyPr>
          <a:lstStyle/>
          <a:p>
            <a:pPr marL="0" algn="l">
              <a:lnSpc>
                <a:spcPct val="150000"/>
              </a:lnSpc>
              <a:defRPr/>
            </a:pPr>
            <a:r>
              <a:rPr lang="zh-CN" altLang="en-US" sz="1400" b="0" i="0" u="none" baseline="0">
                <a:solidFill>
                  <a:srgbClr val="000000"/>
                </a:solidFill>
                <a:latin typeface="微软雅黑"/>
                <a:ea typeface="微软雅黑"/>
              </a:rPr>
              <a:t>Large KPI cards displaying: Rows, Columns, Countries, Cities, Customers, Products. Designed like a dashboard.</a:t>
            </a:r>
            <a:endParaRPr lang="en-US" sz="1100"/>
          </a:p>
        </p:txBody>
      </p:sp>
      <p:pic>
        <p:nvPicPr>
          <p:cNvPr id="5" name="image1.png"/>
          <p:cNvPicPr>
            <a:picLocks noChangeAspect="1"/>
          </p:cNvPicPr>
          <p:nvPr/>
        </p:nvPicPr>
        <p:blipFill>
          <a:blip r:embed="rId2"/>
          <a:srcRect l="9597" r="9597"/>
          <a:stretch>
            <a:fillRect/>
          </a:stretch>
        </p:blipFill>
        <p:spPr>
          <a:xfrm>
            <a:off x="5730792" y="1359408"/>
            <a:ext cx="5788108" cy="4774692"/>
          </a:xfrm>
          <a:custGeom>
            <a:avLst/>
            <a:gdLst/>
            <a:ahLst/>
            <a:cxnLst/>
            <a:rect l="0" t="0" r="0" b="0"/>
            <a:pathLst>
              <a:path w="5788108" h="4774692">
                <a:moveTo>
                  <a:pt x="3743180" y="665062"/>
                </a:moveTo>
                <a:lnTo>
                  <a:pt x="4655748" y="665062"/>
                </a:lnTo>
                <a:lnTo>
                  <a:pt x="3887742" y="4774692"/>
                </a:lnTo>
                <a:lnTo>
                  <a:pt x="2975175" y="4774692"/>
                </a:lnTo>
                <a:close/>
                <a:moveTo>
                  <a:pt x="1712999" y="665062"/>
                </a:moveTo>
                <a:lnTo>
                  <a:pt x="2625566" y="665062"/>
                </a:lnTo>
                <a:lnTo>
                  <a:pt x="1857561" y="4774692"/>
                </a:lnTo>
                <a:lnTo>
                  <a:pt x="944994" y="4774692"/>
                </a:lnTo>
                <a:close/>
                <a:moveTo>
                  <a:pt x="768005" y="264001"/>
                </a:moveTo>
                <a:lnTo>
                  <a:pt x="1680573" y="264001"/>
                </a:lnTo>
                <a:lnTo>
                  <a:pt x="912567" y="4373631"/>
                </a:lnTo>
                <a:lnTo>
                  <a:pt x="0" y="4373631"/>
                </a:lnTo>
                <a:close/>
                <a:moveTo>
                  <a:pt x="4875541" y="22145"/>
                </a:moveTo>
                <a:lnTo>
                  <a:pt x="5788108" y="22145"/>
                </a:lnTo>
                <a:lnTo>
                  <a:pt x="5020103" y="4131775"/>
                </a:lnTo>
                <a:lnTo>
                  <a:pt x="4107536" y="4131775"/>
                </a:lnTo>
                <a:close/>
                <a:moveTo>
                  <a:pt x="2850541" y="0"/>
                </a:moveTo>
                <a:lnTo>
                  <a:pt x="3763108" y="0"/>
                </a:lnTo>
                <a:lnTo>
                  <a:pt x="2995103" y="4109630"/>
                </a:lnTo>
                <a:lnTo>
                  <a:pt x="2082535" y="4109630"/>
                </a:lnTo>
                <a:close/>
              </a:path>
            </a:pathLst>
          </a:custGeom>
          <a:solidFill>
            <a:srgbClr val="2196F3">
              <a:lumMod val="40000"/>
              <a:lumOff val="60000"/>
            </a:srgbClr>
          </a:solidFill>
        </p:spPr>
      </p:pic>
      <p:sp>
        <p:nvSpPr>
          <p:cNvPr id="6" name="TextBox 6"/>
          <p:cNvSpPr txBox="1"/>
          <p:nvPr/>
        </p:nvSpPr>
        <p:spPr>
          <a:xfrm>
            <a:off x="710533" y="2214257"/>
            <a:ext cx="4326609" cy="369332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rtlCol="0" anchor="b">
            <a:spAutoFit/>
          </a:bodyPr>
          <a:lstStyle/>
          <a:p>
            <a:pPr marL="0" marR="0" indent="0" algn="l" fontAlgn="auto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z="1800" b="1" i="0" u="none" baseline="0">
                <a:ln/>
                <a:solidFill>
                  <a:srgbClr val="000000"/>
                </a:solidFill>
                <a:effectLst/>
                <a:latin typeface="微软雅黑"/>
                <a:ea typeface="微软雅黑"/>
              </a:rPr>
              <a:t>Key Numbers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10795000" y="6540500"/>
            <a:ext cx="1270000" cy="1905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rtlCol="0" anchor="t"/>
          <a:lstStyle/>
          <a:p>
            <a:pPr algn="r">
              <a:defRPr/>
            </a:pPr>
            <a:r>
              <a:rPr lang="en-US" sz="800" b="0" i="0" u="none" baseline="0">
                <a:solidFill>
                  <a:srgbClr val="808080"/>
                </a:solidFill>
                <a:latin typeface="Microsoft YaHei"/>
                <a:ea typeface="Microsoft YaHei"/>
              </a:rPr>
              <a:t>内容由AI生成</a:t>
            </a:r>
            <a:endParaRPr lang="en-US" sz="110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xmlns="" id="{6729B6E3-A134-D372-1746-7318A8518787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79136" y="113665"/>
            <a:ext cx="2185863" cy="625157"/>
          </a:xfrm>
          <a:prstGeom prst="rect">
            <a:avLst/>
          </a:prstGeom>
        </p:spPr>
      </p:pic>
    </p:spTree>
  </p:cSld>
  <p:clrMapOvr>
    <a:masterClrMapping/>
  </p:clrMapOvr>
  <p:transition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FFC717">
                <a:lumMod val="40000"/>
                <a:lumOff val="60000"/>
              </a:srgbClr>
            </a:gs>
            <a:gs pos="100000">
              <a:srgbClr val="FFC717">
                <a:alpha val="0"/>
                <a:lumMod val="20000"/>
                <a:lumOff val="80000"/>
              </a:srgbClr>
            </a:gs>
          </a:gsLst>
          <a:lin ang="162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254000" y="254000"/>
            <a:ext cx="11684000" cy="726440"/>
          </a:xfrm>
          <a:prstGeom prst="rect">
            <a:avLst/>
          </a:prstGeom>
          <a:noFill/>
        </p:spPr>
        <p:txBody>
          <a:bodyPr vert="horz" wrap="none" lIns="91440" tIns="45720" rIns="91440" bIns="45720" anchor="ctr">
            <a:noAutofit/>
          </a:bodyPr>
          <a:lstStyle/>
          <a:p>
            <a:pPr marL="0" indent="0" algn="l"/>
            <a:r>
              <a:rPr lang="en-US" sz="4500" b="1" i="0" u="none" spc="-137" baseline="0">
                <a:solidFill>
                  <a:srgbClr val="000000"/>
                </a:solidFill>
                <a:latin typeface="Arial"/>
                <a:ea typeface="Arial"/>
              </a:rPr>
              <a:t>Data Dictionary</a:t>
            </a:r>
          </a:p>
        </p:txBody>
      </p:sp>
      <p:sp>
        <p:nvSpPr>
          <p:cNvPr id="3" name="AutoShape 3"/>
          <p:cNvSpPr/>
          <p:nvPr/>
        </p:nvSpPr>
        <p:spPr>
          <a:xfrm>
            <a:off x="254000" y="1043940"/>
            <a:ext cx="11684000" cy="726440"/>
          </a:xfrm>
          <a:prstGeom prst="rect">
            <a:avLst/>
          </a:prstGeom>
          <a:noFill/>
        </p:spPr>
        <p:txBody>
          <a:bodyPr vert="horz" wrap="none" lIns="91440" tIns="45720" rIns="91440" bIns="45720" anchor="ctr">
            <a:noAutofit/>
          </a:bodyPr>
          <a:lstStyle/>
          <a:p>
            <a:pPr marL="0" indent="0" algn="l"/>
            <a:r>
              <a:rPr lang="en-US" sz="2600" b="1" i="0" u="none" spc="-82" baseline="0">
                <a:solidFill>
                  <a:srgbClr val="000000"/>
                </a:solidFill>
                <a:latin typeface="Arial"/>
                <a:ea typeface="Arial"/>
              </a:rPr>
              <a:t>Column Definitions</a:t>
            </a:r>
          </a:p>
        </p:txBody>
      </p:sp>
      <p:graphicFrame>
        <p:nvGraphicFramePr>
          <p:cNvPr id="4" name="Table 4"/>
          <p:cNvGraphicFramePr>
            <a:graphicFrameLocks noGrp="1"/>
          </p:cNvGraphicFramePr>
          <p:nvPr/>
        </p:nvGraphicFramePr>
        <p:xfrm>
          <a:off x="914400" y="1960880"/>
          <a:ext cx="10363200" cy="3886200"/>
        </p:xfrm>
        <a:graphic>
          <a:graphicData uri="http://schemas.openxmlformats.org/drawingml/2006/table">
            <a:tbl>
              <a:tblPr/>
              <a:tblGrid>
                <a:gridCol w="3672295"/>
                <a:gridCol w="6690905"/>
              </a:tblGrid>
              <a:tr h="431800">
                <a:tc>
                  <a:txBody>
                    <a:bodyPr/>
                    <a:lstStyle/>
                    <a:p>
                      <a:pPr marL="0" algn="l"/>
                      <a:r>
                        <a:rPr lang="en-US" sz="1800" b="1" i="0" u="none" baseline="0">
                          <a:solidFill>
                            <a:srgbClr val="FFFFFF"/>
                          </a:solidFill>
                          <a:latin typeface="Arial"/>
                          <a:ea typeface="Arial"/>
                        </a:rPr>
                        <a:t>🏷 Column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/>
                      <a:r>
                        <a:rPr lang="en-US" sz="1800" b="1" i="0" u="none" baseline="0">
                          <a:solidFill>
                            <a:srgbClr val="FFFFFF"/>
                          </a:solidFill>
                          <a:latin typeface="Arial"/>
                          <a:ea typeface="Arial"/>
                        </a:rPr>
                        <a:t>🏷 Meaning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/>
                    </a:solidFill>
                  </a:tcPr>
                </a:tc>
              </a:tr>
              <a:tr h="431800">
                <a:tc>
                  <a:txBody>
                    <a:bodyPr/>
                    <a:lstStyle/>
                    <a:p>
                      <a:pPr marL="0" algn="l"/>
                      <a:r>
                        <a:rPr lang="en-US" sz="1800" b="0" i="0" u="none" baseline="0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🏷 Order Number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/>
                      <a:r>
                        <a:rPr lang="en-US" sz="1800" b="0" i="0" u="none" baseline="0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Unique order identifier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</a:tr>
              <a:tr h="431800">
                <a:tc>
                  <a:txBody>
                    <a:bodyPr/>
                    <a:lstStyle/>
                    <a:p>
                      <a:pPr marL="0" algn="l"/>
                      <a:r>
                        <a:rPr lang="en-US" sz="1800" b="0" i="0" u="none" baseline="0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👤 Customer ID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/>
                      <a:r>
                        <a:rPr lang="en-US" sz="1800" b="0" i="0" u="none" baseline="0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Unique customer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</a:tr>
              <a:tr h="431800">
                <a:tc>
                  <a:txBody>
                    <a:bodyPr/>
                    <a:lstStyle/>
                    <a:p>
                      <a:pPr marL="0" algn="l"/>
                      <a:r>
                        <a:rPr lang="en-US" sz="1800" b="0" i="0" u="none" baseline="0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📦 Product Type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/>
                      <a:r>
                        <a:rPr lang="en-US" sz="1800" b="0" i="0" u="none" baseline="0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Product category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</a:tr>
              <a:tr h="431800">
                <a:tc>
                  <a:txBody>
                    <a:bodyPr/>
                    <a:lstStyle/>
                    <a:p>
                      <a:pPr marL="0" algn="l"/>
                      <a:r>
                        <a:rPr lang="en-US" sz="1800" b="0" i="0" u="none" baseline="0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💳 Total Price Usd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/>
                      <a:r>
                        <a:rPr lang="en-US" sz="1800" b="0" i="0" u="none" baseline="0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Order revenue in USD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</a:tr>
              <a:tr h="431800">
                <a:tc>
                  <a:txBody>
                    <a:bodyPr/>
                    <a:lstStyle/>
                    <a:p>
                      <a:pPr marL="0" algn="l"/>
                      <a:r>
                        <a:rPr lang="en-US" sz="1800" b="0" i="0" u="none" baseline="0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📅 Order Date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/>
                      <a:r>
                        <a:rPr lang="en-US" sz="1800" b="0" i="0" u="none" baseline="0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Date of purchase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</a:tr>
              <a:tr h="431800">
                <a:tc>
                  <a:txBody>
                    <a:bodyPr/>
                    <a:lstStyle/>
                    <a:p>
                      <a:pPr marL="0" algn="l"/>
                      <a:r>
                        <a:rPr lang="en-US" sz="1800" b="0" i="0" u="none" baseline="0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🌍 Country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/>
                      <a:r>
                        <a:rPr lang="en-US" sz="1800" b="0" i="0" u="none" baseline="0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Customer location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</a:tr>
              <a:tr h="431800">
                <a:tc>
                  <a:txBody>
                    <a:bodyPr/>
                    <a:lstStyle/>
                    <a:p>
                      <a:pPr marL="0" algn="l"/>
                      <a:r>
                        <a:rPr lang="en-US" sz="1800" b="0" i="0" u="none" baseline="0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🏙️ City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/>
                      <a:r>
                        <a:rPr lang="en-US" sz="1800" b="0" i="0" u="none" baseline="0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Customer city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</a:tr>
              <a:tr h="431800">
                <a:tc>
                  <a:txBody>
                    <a:bodyPr/>
                    <a:lstStyle/>
                    <a:p>
                      <a:pPr marL="0" algn="l"/>
                      <a:r>
                        <a:rPr lang="en-US" sz="1800" b="0" i="0" u="none" baseline="0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🔄 Repeat Purchase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/>
                      <a:r>
                        <a:rPr lang="en-US" sz="1800" b="0" i="0" u="none" baseline="0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Whether customer has ordered before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</a:tr>
            </a:tbl>
          </a:graphicData>
        </a:graphic>
      </p:graphicFrame>
      <p:sp>
        <p:nvSpPr>
          <p:cNvPr id="5" name="AutoShape 5"/>
          <p:cNvSpPr/>
          <p:nvPr/>
        </p:nvSpPr>
        <p:spPr>
          <a:xfrm>
            <a:off x="10795000" y="6540500"/>
            <a:ext cx="1270000" cy="1905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rtlCol="0" anchor="t"/>
          <a:lstStyle/>
          <a:p>
            <a:pPr algn="r">
              <a:defRPr/>
            </a:pPr>
            <a:r>
              <a:rPr lang="en-US" sz="800" b="0" i="0" u="none" baseline="0">
                <a:solidFill>
                  <a:srgbClr val="808080"/>
                </a:solidFill>
                <a:latin typeface="Microsoft YaHei"/>
                <a:ea typeface="Microsoft YaHei"/>
              </a:rPr>
              <a:t>内容由AI生成</a:t>
            </a:r>
            <a:endParaRPr lang="en-US" sz="110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xmlns="" id="{6729B6E3-A134-D372-1746-7318A8518787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79136" y="113665"/>
            <a:ext cx="2185863" cy="625157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FFC717">
                <a:lumMod val="40000"/>
                <a:lumOff val="60000"/>
              </a:srgbClr>
            </a:gs>
            <a:gs pos="100000">
              <a:srgbClr val="FFC717">
                <a:alpha val="0"/>
                <a:lumMod val="20000"/>
                <a:lumOff val="80000"/>
              </a:srgbClr>
            </a:gs>
          </a:gsLst>
          <a:lin ang="162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2036182" y="1933389"/>
            <a:ext cx="8933682" cy="4111811"/>
            <a:chOff x="1710348" y="1055077"/>
            <a:chExt cx="9448800" cy="4853354"/>
          </a:xfrm>
          <a:solidFill>
            <a:schemeClr val="accent1"/>
          </a:solidFill>
        </p:grpSpPr>
        <p:sp>
          <p:nvSpPr>
            <p:cNvPr id="3" name="AutoShape 3"/>
            <p:cNvSpPr/>
            <p:nvPr/>
          </p:nvSpPr>
          <p:spPr>
            <a:xfrm>
              <a:off x="1710348" y="1055077"/>
              <a:ext cx="9448800" cy="4853354"/>
            </a:xfrm>
            <a:prstGeom prst="rect">
              <a:avLst/>
            </a:prstGeom>
            <a:grpFill/>
            <a:ln>
              <a:noFill/>
            </a:ln>
            <a:effectLst>
              <a:outerShdw blurRad="190500" dist="50800" dir="5400000" sx="101000" sy="101000" algn="ctr" rotWithShape="0">
                <a:schemeClr val="accent1">
                  <a:alpha val="32000"/>
                </a:schemeClr>
              </a:outerShdw>
            </a:effectLst>
          </p:spPr>
          <p:txBody>
            <a:bodyPr vert="horz" lIns="91440" tIns="45720" rIns="91440" bIns="45720" anchor="ctr">
              <a:spAutoFit/>
            </a:bodyPr>
            <a:lstStyle/>
            <a:p>
              <a:pPr marL="0" algn="ctr"/>
              <a:endParaRPr/>
            </a:p>
          </p:txBody>
        </p:sp>
        <p:sp>
          <p:nvSpPr>
            <p:cNvPr id="4" name="AutoShape 4"/>
            <p:cNvSpPr/>
            <p:nvPr/>
          </p:nvSpPr>
          <p:spPr>
            <a:xfrm>
              <a:off x="2732295" y="1478279"/>
              <a:ext cx="8037952" cy="4023361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accent1"/>
              </a:solidFill>
            </a:ln>
            <a:effectLst>
              <a:outerShdw blurRad="190500" dist="50800" dir="5400000" sx="101000" sy="101000" algn="ctr" rotWithShape="0">
                <a:schemeClr val="accent1">
                  <a:alpha val="32000"/>
                </a:schemeClr>
              </a:outerShdw>
            </a:effectLst>
          </p:spPr>
          <p:txBody>
            <a:bodyPr vert="horz" lIns="91440" tIns="45720" rIns="91440" bIns="45720" anchor="ctr">
              <a:spAutoFit/>
            </a:bodyPr>
            <a:lstStyle/>
            <a:p>
              <a:pPr marL="0" algn="ctr"/>
              <a:endParaRPr/>
            </a:p>
          </p:txBody>
        </p:sp>
      </p:grpSp>
      <p:sp>
        <p:nvSpPr>
          <p:cNvPr id="5" name="AutoShape 5"/>
          <p:cNvSpPr/>
          <p:nvPr/>
        </p:nvSpPr>
        <p:spPr>
          <a:xfrm rot="5400000">
            <a:off x="1211629" y="1588283"/>
            <a:ext cx="4713688" cy="4732210"/>
          </a:xfrm>
          <a:prstGeom prst="flowChartManualInput">
            <a:avLst/>
          </a:prstGeom>
          <a:blipFill>
            <a:blip r:embed="rId2"/>
            <a:srcRect/>
            <a:tile tx="0" ty="0" sx="100000" sy="100000" algn="b"/>
          </a:blipFill>
          <a:ln>
            <a:noFill/>
          </a:ln>
          <a:effectLst>
            <a:outerShdw blurRad="190500" dist="50800" dir="5400000" sx="101000" sy="101000" algn="ctr" rotWithShape="0">
              <a:srgbClr val="2056FF">
                <a:alpha val="32000"/>
              </a:srgbClr>
            </a:outerShdw>
          </a:effectLst>
        </p:spPr>
        <p:txBody>
          <a:bodyPr vert="horz" lIns="91440" tIns="45720" rIns="91440" bIns="45720" anchor="ctr">
            <a:spAutoFit/>
          </a:bodyPr>
          <a:lstStyle/>
          <a:p>
            <a:pPr marL="0" algn="ctr"/>
            <a:endParaRPr/>
          </a:p>
        </p:txBody>
      </p:sp>
      <p:sp>
        <p:nvSpPr>
          <p:cNvPr id="6" name="TextBox 6"/>
          <p:cNvSpPr txBox="1"/>
          <p:nvPr/>
        </p:nvSpPr>
        <p:spPr>
          <a:xfrm>
            <a:off x="5890553" y="3706844"/>
            <a:ext cx="4277376" cy="1023742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t">
            <a:spAutoFit/>
          </a:bodyPr>
          <a:lstStyle/>
          <a:p>
            <a:pPr marL="0" marR="0" indent="0" algn="l" fontAlgn="auto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z="1400" b="0" i="0" u="none" baseline="0">
                <a:ln/>
                <a:solidFill>
                  <a:srgbClr val="000000"/>
                </a:solidFill>
                <a:effectLst/>
                <a:latin typeface="微软雅黑"/>
                <a:ea typeface="微软雅黑"/>
              </a:rPr>
              <a:t>Raw Data → Handle Missing Values → Set Data Types → Remove Duplicates → Final Cleaned Dataset.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 rot="5400000">
            <a:off x="1467995" y="1981776"/>
            <a:ext cx="4145579" cy="4161868"/>
          </a:xfrm>
          <a:prstGeom prst="flowChartManualInput">
            <a:avLst/>
          </a:prstGeom>
          <a:noFill/>
          <a:ln>
            <a:solidFill>
              <a:schemeClr val="accent1"/>
            </a:solidFill>
          </a:ln>
          <a:effectLst>
            <a:outerShdw blurRad="190500" dist="50800" dir="5400000" sx="101000" sy="101000" algn="ctr" rotWithShape="0">
              <a:srgbClr val="2056FF">
                <a:alpha val="32000"/>
              </a:srgbClr>
            </a:outerShdw>
          </a:effectLst>
        </p:spPr>
        <p:txBody>
          <a:bodyPr vert="horz" lIns="91440" tIns="45720" rIns="91440" bIns="45720" anchor="ctr">
            <a:spAutoFit/>
          </a:bodyPr>
          <a:lstStyle/>
          <a:p>
            <a:pPr marL="0" algn="ctr"/>
            <a:endParaRPr/>
          </a:p>
        </p:txBody>
      </p:sp>
      <p:sp>
        <p:nvSpPr>
          <p:cNvPr id="8" name="TextBox 8"/>
          <p:cNvSpPr txBox="1"/>
          <p:nvPr/>
        </p:nvSpPr>
        <p:spPr>
          <a:xfrm>
            <a:off x="5892800" y="3087512"/>
            <a:ext cx="4263018" cy="369332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b">
            <a:spAutoFit/>
          </a:bodyPr>
          <a:lstStyle/>
          <a:p>
            <a:pPr marL="0" algn="l">
              <a:defRPr/>
            </a:pPr>
            <a:r>
              <a:rPr lang="zh-CN" altLang="en-US" sz="1800" b="0" i="0" u="none" baseline="0">
                <a:solidFill>
                  <a:srgbClr val="000000"/>
                </a:solidFill>
                <a:latin typeface="微软雅黑"/>
                <a:ea typeface="微软雅黑"/>
              </a:rPr>
              <a:t>Data Cleaning Steps</a:t>
            </a:r>
            <a:endParaRPr lang="en-US" sz="1100"/>
          </a:p>
        </p:txBody>
      </p:sp>
      <p:cxnSp>
        <p:nvCxnSpPr>
          <p:cNvPr id="9" name="Connector 9"/>
          <p:cNvCxnSpPr/>
          <p:nvPr/>
        </p:nvCxnSpPr>
        <p:spPr>
          <a:xfrm>
            <a:off x="5986318" y="3594501"/>
            <a:ext cx="3949700" cy="0"/>
          </a:xfrm>
          <a:prstGeom prst="line">
            <a:avLst/>
          </a:prstGeom>
          <a:ln w="15875">
            <a:solidFill>
              <a:schemeClr val="accent1"/>
            </a:solidFill>
          </a:ln>
        </p:spPr>
      </p:cxnSp>
      <p:sp>
        <p:nvSpPr>
          <p:cNvPr id="10" name="AutoShape 10"/>
          <p:cNvSpPr/>
          <p:nvPr/>
        </p:nvSpPr>
        <p:spPr>
          <a:xfrm>
            <a:off x="9811794" y="603177"/>
            <a:ext cx="537138" cy="537138"/>
          </a:xfrm>
          <a:prstGeom prst="ellipse">
            <a:avLst/>
          </a:prstGeom>
          <a:solidFill>
            <a:schemeClr val="accent1"/>
          </a:solidFill>
          <a:ln>
            <a:noFill/>
          </a:ln>
          <a:effectLst>
            <a:outerShdw blurRad="190500" dist="50800" dir="5400000" sx="101000" sy="101000" algn="ctr" rotWithShape="0">
              <a:schemeClr val="accent1">
                <a:alpha val="32000"/>
              </a:schemeClr>
            </a:outerShdw>
          </a:effectLst>
        </p:spPr>
        <p:txBody>
          <a:bodyPr vert="horz" lIns="91440" tIns="45720" rIns="91440" bIns="45720" anchor="ctr">
            <a:normAutofit/>
          </a:bodyPr>
          <a:lstStyle/>
          <a:p>
            <a:pPr marL="0" algn="ctr"/>
            <a:endParaRPr/>
          </a:p>
        </p:txBody>
      </p:sp>
      <p:sp>
        <p:nvSpPr>
          <p:cNvPr id="11" name="Freeform 11"/>
          <p:cNvSpPr/>
          <p:nvPr/>
        </p:nvSpPr>
        <p:spPr>
          <a:xfrm>
            <a:off x="10216640" y="201"/>
            <a:ext cx="1975360" cy="850364"/>
          </a:xfrm>
          <a:custGeom>
            <a:avLst/>
            <a:gdLst/>
            <a:ahLst/>
            <a:cxnLst/>
            <a:rect l="l" t="t" r="r" b="b"/>
            <a:pathLst>
              <a:path w="1975360" h="850364">
                <a:moveTo>
                  <a:pt x="0" y="0"/>
                </a:moveTo>
                <a:lnTo>
                  <a:pt x="1975360" y="0"/>
                </a:lnTo>
                <a:lnTo>
                  <a:pt x="1970376" y="49444"/>
                </a:lnTo>
                <a:cubicBezTo>
                  <a:pt x="1876843" y="506528"/>
                  <a:pt x="1472415" y="850364"/>
                  <a:pt x="987680" y="850364"/>
                </a:cubicBezTo>
                <a:cubicBezTo>
                  <a:pt x="502945" y="850364"/>
                  <a:pt x="98517" y="506528"/>
                  <a:pt x="4984" y="4944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  <a:effectLst>
            <a:outerShdw blurRad="190500" dist="50800" dir="5400000" sx="101000" sy="101000" algn="ctr" rotWithShape="0">
              <a:schemeClr val="accent1">
                <a:alpha val="32000"/>
              </a:schemeClr>
            </a:outerShdw>
          </a:effectLst>
        </p:spPr>
        <p:txBody>
          <a:bodyPr vert="horz" wrap="square" lIns="91440" tIns="45720" rIns="91440" bIns="45720" anchor="ctr">
            <a:noAutofit/>
          </a:bodyPr>
          <a:lstStyle/>
          <a:p>
            <a:pPr marL="0" algn="ctr"/>
            <a:endParaRPr/>
          </a:p>
        </p:txBody>
      </p:sp>
      <p:sp>
        <p:nvSpPr>
          <p:cNvPr id="12" name="TextBox 12"/>
          <p:cNvSpPr txBox="1"/>
          <p:nvPr/>
        </p:nvSpPr>
        <p:spPr>
          <a:xfrm>
            <a:off x="660400" y="128587"/>
            <a:ext cx="10858500" cy="90011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marL="0" algn="l">
              <a:lnSpc>
                <a:spcPct val="90000"/>
              </a:lnSpc>
              <a:spcBef>
                <a:spcPct val="0"/>
              </a:spcBef>
              <a:defRPr/>
            </a:pPr>
            <a:r>
              <a:rPr lang="zh-CN" altLang="en-US" sz="2800" b="1" i="0" u="none" baseline="0">
                <a:solidFill>
                  <a:srgbClr val="000000"/>
                </a:solidFill>
                <a:latin typeface="微软雅黑"/>
                <a:ea typeface="微软雅黑"/>
              </a:rPr>
              <a:t>Power Query Transformation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10795000" y="6540500"/>
            <a:ext cx="1270000" cy="1905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rtlCol="0" anchor="t"/>
          <a:lstStyle/>
          <a:p>
            <a:pPr algn="r">
              <a:defRPr/>
            </a:pPr>
            <a:r>
              <a:rPr lang="en-US" sz="800" b="0" i="0" u="none" baseline="0">
                <a:solidFill>
                  <a:srgbClr val="808080"/>
                </a:solidFill>
                <a:latin typeface="Microsoft YaHei"/>
                <a:ea typeface="Microsoft YaHei"/>
              </a:rPr>
              <a:t>内容由AI生成</a:t>
            </a:r>
            <a:endParaRPr lang="en-US" sz="1100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xmlns="" id="{6729B6E3-A134-D372-1746-7318A8518787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79136" y="113665"/>
            <a:ext cx="2185864" cy="625157"/>
          </a:xfrm>
          <a:prstGeom prst="rect">
            <a:avLst/>
          </a:prstGeom>
        </p:spPr>
      </p:pic>
    </p:spTree>
  </p:cSld>
  <p:clrMapOvr>
    <a:masterClrMapping/>
  </p:clrMapOvr>
  <p:transition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FFC717">
                <a:lumMod val="40000"/>
                <a:lumOff val="60000"/>
              </a:srgbClr>
            </a:gs>
            <a:gs pos="100000">
              <a:srgbClr val="FFC717">
                <a:alpha val="0"/>
                <a:lumMod val="20000"/>
                <a:lumOff val="80000"/>
              </a:srgbClr>
            </a:gs>
          </a:gsLst>
          <a:lin ang="162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title"/>
          </p:nvPr>
        </p:nvSpPr>
        <p:spPr>
          <a:xfrm>
            <a:off x="660400" y="128587"/>
            <a:ext cx="10858500" cy="900112"/>
          </a:xfrm>
        </p:spPr>
        <p:txBody>
          <a:bodyPr vert="horz" lIns="91440" tIns="45720" rIns="91440" bIns="45720" anchor="b">
            <a:normAutofit/>
          </a:bodyPr>
          <a:lstStyle/>
          <a:p>
            <a:pPr algn="l">
              <a:lnSpc>
                <a:spcPct val="90000"/>
              </a:lnSpc>
              <a:spcBef>
                <a:spcPct val="0"/>
              </a:spcBef>
            </a:pPr>
            <a:r>
              <a:rPr lang="zh-CN" altLang="en-US" sz="2800" b="1" i="0" u="none" baseline="0">
                <a:solidFill>
                  <a:srgbClr val="000000"/>
                </a:solidFill>
                <a:latin typeface="微软雅黑"/>
                <a:ea typeface="微软雅黑"/>
              </a:rPr>
              <a:t>Data Model</a:t>
            </a:r>
          </a:p>
        </p:txBody>
      </p:sp>
      <p:sp>
        <p:nvSpPr>
          <p:cNvPr id="3" name="AutoShape 3"/>
          <p:cNvSpPr/>
          <p:nvPr/>
        </p:nvSpPr>
        <p:spPr>
          <a:xfrm>
            <a:off x="6779401" y="2125122"/>
            <a:ext cx="3775122" cy="3609065"/>
          </a:xfrm>
          <a:prstGeom prst="rect">
            <a:avLst/>
          </a:prstGeom>
          <a:ln>
            <a:noFill/>
          </a:ln>
        </p:spPr>
        <p:txBody>
          <a:bodyPr vert="horz" wrap="square" lIns="91440" tIns="45720" rIns="91440" bIns="45720" anchor="t">
            <a:spAutoFit/>
          </a:bodyPr>
          <a:lstStyle/>
          <a:p>
            <a:pPr marL="0" algn="l">
              <a:lnSpc>
                <a:spcPct val="150000"/>
              </a:lnSpc>
            </a:pPr>
            <a:r>
              <a:rPr lang="en-US" sz="1400" b="0" i="0" u="none" baseline="0">
                <a:solidFill>
                  <a:srgbClr val="000000"/>
                </a:solidFill>
                <a:latin typeface="微软雅黑"/>
                <a:ea typeface="微软雅黑"/>
              </a:rPr>
              <a:t>Fact Table (Sales) connected to dimension tables: Customer, Product, Date, Location. Professional redrawn schema.</a:t>
            </a:r>
          </a:p>
        </p:txBody>
      </p:sp>
      <p:grpSp>
        <p:nvGrpSpPr>
          <p:cNvPr id="4" name="Group 4"/>
          <p:cNvGrpSpPr/>
          <p:nvPr/>
        </p:nvGrpSpPr>
        <p:grpSpPr>
          <a:xfrm>
            <a:off x="-963985" y="2133402"/>
            <a:ext cx="8176628" cy="3752935"/>
            <a:chOff x="-312149" y="1552532"/>
            <a:chExt cx="8176628" cy="3752935"/>
          </a:xfrm>
        </p:grpSpPr>
        <p:grpSp>
          <p:nvGrpSpPr>
            <p:cNvPr id="5" name="Group 5"/>
            <p:cNvGrpSpPr/>
            <p:nvPr/>
          </p:nvGrpSpPr>
          <p:grpSpPr>
            <a:xfrm>
              <a:off x="-312149" y="1552532"/>
              <a:ext cx="8176628" cy="3752935"/>
              <a:chOff x="0" y="2281941"/>
              <a:chExt cx="7665719" cy="3518436"/>
            </a:xfrm>
          </p:grpSpPr>
          <p:sp>
            <p:nvSpPr>
              <p:cNvPr id="6" name="Freeform 6"/>
              <p:cNvSpPr/>
              <p:nvPr/>
            </p:nvSpPr>
            <p:spPr>
              <a:xfrm>
                <a:off x="0" y="5565796"/>
                <a:ext cx="7665719" cy="234581"/>
              </a:xfrm>
              <a:custGeom>
                <a:avLst/>
                <a:gdLst/>
                <a:ahLst/>
                <a:cxnLst/>
                <a:rect l="l" t="t" r="r" b="b"/>
                <a:pathLst>
                  <a:path w="5867038" h="24203">
                    <a:moveTo>
                      <a:pt x="5867053" y="12102"/>
                    </a:moveTo>
                    <a:cubicBezTo>
                      <a:pt x="5867053" y="18786"/>
                      <a:pt x="4553672" y="24204"/>
                      <a:pt x="2933534" y="24204"/>
                    </a:cubicBezTo>
                    <a:cubicBezTo>
                      <a:pt x="1313396" y="24204"/>
                      <a:pt x="15" y="18786"/>
                      <a:pt x="15" y="12102"/>
                    </a:cubicBezTo>
                    <a:cubicBezTo>
                      <a:pt x="15" y="5418"/>
                      <a:pt x="1313396" y="0"/>
                      <a:pt x="2933534" y="0"/>
                    </a:cubicBezTo>
                    <a:cubicBezTo>
                      <a:pt x="4553672" y="0"/>
                      <a:pt x="5867053" y="5418"/>
                      <a:pt x="5867053" y="12102"/>
                    </a:cubicBezTo>
                    <a:close/>
                  </a:path>
                </a:pathLst>
              </a:custGeom>
              <a:solidFill>
                <a:schemeClr val="bg1">
                  <a:lumMod val="85000"/>
                </a:schemeClr>
              </a:solidFill>
              <a:ln cap="flat">
                <a:noFill/>
                <a:prstDash val="solid"/>
                <a:miter lim="800000"/>
              </a:ln>
              <a:effectLst>
                <a:softEdge rad="88900"/>
              </a:effectLst>
            </p:spPr>
            <p:txBody>
              <a:bodyPr vert="horz" lIns="91440" tIns="45720" rIns="91440" bIns="45720" anchor="ctr">
                <a:normAutofit fontScale="70000" lnSpcReduction="20000"/>
              </a:bodyPr>
              <a:lstStyle/>
              <a:p>
                <a:pPr marL="0" algn="l"/>
                <a:endParaRPr/>
              </a:p>
            </p:txBody>
          </p:sp>
          <p:grpSp>
            <p:nvGrpSpPr>
              <p:cNvPr id="7" name="Group 7"/>
              <p:cNvGrpSpPr/>
              <p:nvPr/>
            </p:nvGrpSpPr>
            <p:grpSpPr>
              <a:xfrm>
                <a:off x="1004025" y="2281941"/>
                <a:ext cx="5847674" cy="3405533"/>
                <a:chOff x="1004025" y="2281941"/>
                <a:chExt cx="5847674" cy="3405533"/>
              </a:xfrm>
            </p:grpSpPr>
            <p:sp>
              <p:nvSpPr>
                <p:cNvPr id="8" name="AutoShape 8"/>
                <p:cNvSpPr/>
                <p:nvPr/>
              </p:nvSpPr>
              <p:spPr>
                <a:xfrm>
                  <a:off x="1693070" y="2499360"/>
                  <a:ext cx="4467224" cy="2782269"/>
                </a:xfrm>
                <a:prstGeom prst="rect">
                  <a:avLst/>
                </a:prstGeom>
                <a:pattFill prst="pct5">
                  <a:fgClr>
                    <a:srgbClr val="E4E6EA"/>
                  </a:fgClr>
                  <a:bgClr>
                    <a:srgbClr val="ADB5BF"/>
                  </a:bgClr>
                </a:pattFill>
                <a:ln>
                  <a:noFill/>
                </a:ln>
                <a:effectLst/>
              </p:spPr>
              <p:txBody>
                <a:bodyPr rot="0" vert="horz" wrap="square" lIns="91440" tIns="45720" rIns="91440" bIns="45720" anchor="t">
                  <a:prstTxWarp prst="textNoShape">
                    <a:avLst/>
                  </a:prstTxWarp>
                  <a:noAutofit/>
                </a:bodyPr>
                <a:lstStyle/>
                <a:p>
                  <a:pPr marL="0" algn="ctr"/>
                  <a:endParaRPr/>
                </a:p>
              </p:txBody>
            </p:sp>
            <p:grpSp>
              <p:nvGrpSpPr>
                <p:cNvPr id="9" name="Group 9"/>
                <p:cNvGrpSpPr/>
                <p:nvPr/>
              </p:nvGrpSpPr>
              <p:grpSpPr>
                <a:xfrm>
                  <a:off x="1551034" y="2281941"/>
                  <a:ext cx="4753656" cy="3301418"/>
                  <a:chOff x="1551034" y="2281941"/>
                  <a:chExt cx="4753656" cy="3301418"/>
                </a:xfrm>
              </p:grpSpPr>
              <p:sp>
                <p:nvSpPr>
                  <p:cNvPr id="10" name="Freeform 10"/>
                  <p:cNvSpPr/>
                  <p:nvPr/>
                </p:nvSpPr>
                <p:spPr>
                  <a:xfrm>
                    <a:off x="1551034" y="2281941"/>
                    <a:ext cx="4753656" cy="330141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753656" h="3301418">
                        <a:moveTo>
                          <a:pt x="128" y="164587"/>
                        </a:moveTo>
                        <a:cubicBezTo>
                          <a:pt x="128" y="73580"/>
                          <a:pt x="73708" y="0"/>
                          <a:pt x="164715" y="0"/>
                        </a:cubicBezTo>
                        <a:lnTo>
                          <a:pt x="4589198" y="0"/>
                        </a:lnTo>
                        <a:cubicBezTo>
                          <a:pt x="4680204" y="0"/>
                          <a:pt x="4753784" y="73580"/>
                          <a:pt x="4753784" y="164587"/>
                        </a:cubicBezTo>
                        <a:lnTo>
                          <a:pt x="4753784" y="3136832"/>
                        </a:lnTo>
                        <a:cubicBezTo>
                          <a:pt x="4753784" y="3227839"/>
                          <a:pt x="4680204" y="3301419"/>
                          <a:pt x="4589198" y="3301419"/>
                        </a:cubicBezTo>
                        <a:lnTo>
                          <a:pt x="164715" y="3301419"/>
                        </a:lnTo>
                        <a:cubicBezTo>
                          <a:pt x="73708" y="3301419"/>
                          <a:pt x="128" y="3227839"/>
                          <a:pt x="128" y="3136832"/>
                        </a:cubicBezTo>
                        <a:lnTo>
                          <a:pt x="128" y="164587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chemeClr val="tx1">
                          <a:lumMod val="75000"/>
                          <a:lumOff val="25000"/>
                        </a:schemeClr>
                      </a:gs>
                      <a:gs pos="15000">
                        <a:schemeClr val="bg1">
                          <a:lumMod val="50000"/>
                        </a:schemeClr>
                      </a:gs>
                      <a:gs pos="23925">
                        <a:schemeClr val="tx1">
                          <a:lumMod val="75000"/>
                          <a:lumOff val="25000"/>
                        </a:schemeClr>
                      </a:gs>
                      <a:gs pos="38912">
                        <a:schemeClr val="tx1">
                          <a:lumMod val="50000"/>
                          <a:lumOff val="50000"/>
                        </a:schemeClr>
                      </a:gs>
                      <a:gs pos="59315">
                        <a:schemeClr val="tx1">
                          <a:lumMod val="75000"/>
                          <a:lumOff val="25000"/>
                        </a:schemeClr>
                      </a:gs>
                      <a:gs pos="76972">
                        <a:schemeClr val="tx1">
                          <a:lumMod val="50000"/>
                          <a:lumOff val="50000"/>
                        </a:schemeClr>
                      </a:gs>
                      <a:gs pos="88486">
                        <a:schemeClr val="tx1">
                          <a:lumMod val="75000"/>
                          <a:lumOff val="25000"/>
                        </a:schemeClr>
                      </a:gs>
                      <a:gs pos="100000">
                        <a:schemeClr val="tx1">
                          <a:lumMod val="50000"/>
                          <a:lumOff val="50000"/>
                        </a:schemeClr>
                      </a:gs>
                    </a:gsLst>
                    <a:path path="circle">
                      <a:fillToRect l="50000" t="-80000" r="50000" b="180000"/>
                    </a:path>
                  </a:gradFill>
                  <a:ln cap="flat">
                    <a:noFill/>
                    <a:prstDash val="solid"/>
                    <a:miter lim="800000"/>
                  </a:ln>
                </p:spPr>
                <p:txBody>
                  <a:bodyPr vert="horz" lIns="91440" tIns="45720" rIns="91440" bIns="45720" anchor="ctr">
                    <a:normAutofit/>
                  </a:bodyPr>
                  <a:lstStyle/>
                  <a:p>
                    <a:pPr marL="0" algn="l"/>
                    <a:endParaRPr/>
                  </a:p>
                </p:txBody>
              </p:sp>
              <p:grpSp>
                <p:nvGrpSpPr>
                  <p:cNvPr id="11" name="Group 11"/>
                  <p:cNvGrpSpPr/>
                  <p:nvPr/>
                </p:nvGrpSpPr>
                <p:grpSpPr>
                  <a:xfrm>
                    <a:off x="1575238" y="2306144"/>
                    <a:ext cx="4705248" cy="3253010"/>
                    <a:chOff x="1575238" y="2306144"/>
                    <a:chExt cx="4705248" cy="3253010"/>
                  </a:xfrm>
                </p:grpSpPr>
                <p:sp>
                  <p:nvSpPr>
                    <p:cNvPr id="12" name="Freeform 12"/>
                    <p:cNvSpPr/>
                    <p:nvPr/>
                  </p:nvSpPr>
                  <p:spPr>
                    <a:xfrm>
                      <a:off x="1575238" y="2306144"/>
                      <a:ext cx="4705248" cy="325301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4705248" h="3253010">
                          <a:moveTo>
                            <a:pt x="128" y="145224"/>
                          </a:moveTo>
                          <a:cubicBezTo>
                            <a:pt x="128" y="64867"/>
                            <a:pt x="64995" y="0"/>
                            <a:pt x="145352" y="0"/>
                          </a:cubicBezTo>
                          <a:lnTo>
                            <a:pt x="4560153" y="0"/>
                          </a:lnTo>
                          <a:cubicBezTo>
                            <a:pt x="4640510" y="0"/>
                            <a:pt x="4705377" y="64867"/>
                            <a:pt x="4705377" y="145224"/>
                          </a:cubicBezTo>
                          <a:lnTo>
                            <a:pt x="4705377" y="3107787"/>
                          </a:lnTo>
                          <a:cubicBezTo>
                            <a:pt x="4705377" y="3188144"/>
                            <a:pt x="4640510" y="3253011"/>
                            <a:pt x="4560153" y="3253011"/>
                          </a:cubicBezTo>
                          <a:lnTo>
                            <a:pt x="145352" y="3253011"/>
                          </a:lnTo>
                          <a:cubicBezTo>
                            <a:pt x="64995" y="3253011"/>
                            <a:pt x="128" y="3188144"/>
                            <a:pt x="128" y="3107787"/>
                          </a:cubicBezTo>
                          <a:lnTo>
                            <a:pt x="128" y="145224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 cap="flat">
                      <a:noFill/>
                      <a:prstDash val="solid"/>
                      <a:miter lim="800000"/>
                    </a:ln>
                  </p:spPr>
                  <p:txBody>
                    <a:bodyPr vert="horz" lIns="91440" tIns="45720" rIns="91440" bIns="45720" anchor="ctr">
                      <a:normAutofit/>
                    </a:bodyPr>
                    <a:lstStyle/>
                    <a:p>
                      <a:pPr marL="0" algn="l"/>
                      <a:endParaRPr/>
                    </a:p>
                  </p:txBody>
                </p:sp>
                <p:sp>
                  <p:nvSpPr>
                    <p:cNvPr id="13" name="Freeform 13"/>
                    <p:cNvSpPr/>
                    <p:nvPr/>
                  </p:nvSpPr>
                  <p:spPr>
                    <a:xfrm>
                      <a:off x="1575238" y="2306144"/>
                      <a:ext cx="4705248" cy="325301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4705248" h="3253010">
                          <a:moveTo>
                            <a:pt x="128" y="145224"/>
                          </a:moveTo>
                          <a:cubicBezTo>
                            <a:pt x="128" y="64867"/>
                            <a:pt x="64995" y="0"/>
                            <a:pt x="145352" y="0"/>
                          </a:cubicBezTo>
                          <a:lnTo>
                            <a:pt x="4560153" y="0"/>
                          </a:lnTo>
                          <a:cubicBezTo>
                            <a:pt x="4640510" y="0"/>
                            <a:pt x="4705377" y="64867"/>
                            <a:pt x="4705377" y="145224"/>
                          </a:cubicBezTo>
                          <a:lnTo>
                            <a:pt x="4705377" y="3107787"/>
                          </a:lnTo>
                          <a:cubicBezTo>
                            <a:pt x="4705377" y="3188144"/>
                            <a:pt x="4640510" y="3253011"/>
                            <a:pt x="4560153" y="3253011"/>
                          </a:cubicBezTo>
                          <a:lnTo>
                            <a:pt x="145352" y="3253011"/>
                          </a:lnTo>
                          <a:cubicBezTo>
                            <a:pt x="64995" y="3253011"/>
                            <a:pt x="128" y="3188144"/>
                            <a:pt x="128" y="3107787"/>
                          </a:cubicBezTo>
                          <a:lnTo>
                            <a:pt x="128" y="145224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 cap="flat">
                      <a:noFill/>
                      <a:prstDash val="solid"/>
                      <a:miter lim="800000"/>
                    </a:ln>
                  </p:spPr>
                  <p:txBody>
                    <a:bodyPr vert="horz" lIns="91440" tIns="45720" rIns="91440" bIns="45720" anchor="ctr">
                      <a:normAutofit/>
                    </a:bodyPr>
                    <a:lstStyle/>
                    <a:p>
                      <a:pPr marL="0" algn="l"/>
                      <a:endParaRPr/>
                    </a:p>
                  </p:txBody>
                </p:sp>
                <p:sp>
                  <p:nvSpPr>
                    <p:cNvPr id="14" name="Freeform 14"/>
                    <p:cNvSpPr/>
                    <p:nvPr/>
                  </p:nvSpPr>
                  <p:spPr>
                    <a:xfrm>
                      <a:off x="1577658" y="2308565"/>
                      <a:ext cx="4700407" cy="3248169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4700407" h="3248169">
                          <a:moveTo>
                            <a:pt x="4557732" y="0"/>
                          </a:moveTo>
                          <a:cubicBezTo>
                            <a:pt x="4596943" y="0"/>
                            <a:pt x="4632765" y="15975"/>
                            <a:pt x="4658905" y="41631"/>
                          </a:cubicBezTo>
                          <a:cubicBezTo>
                            <a:pt x="4684561" y="67287"/>
                            <a:pt x="4700536" y="103109"/>
                            <a:pt x="4700536" y="142803"/>
                          </a:cubicBezTo>
                          <a:lnTo>
                            <a:pt x="4700536" y="142803"/>
                          </a:lnTo>
                          <a:lnTo>
                            <a:pt x="4700536" y="3105367"/>
                          </a:lnTo>
                          <a:cubicBezTo>
                            <a:pt x="4700536" y="3144577"/>
                            <a:pt x="4684561" y="3180399"/>
                            <a:pt x="4658905" y="3206539"/>
                          </a:cubicBezTo>
                          <a:cubicBezTo>
                            <a:pt x="4633249" y="3232196"/>
                            <a:pt x="4597427" y="3248170"/>
                            <a:pt x="4557732" y="3248170"/>
                          </a:cubicBezTo>
                          <a:lnTo>
                            <a:pt x="4557732" y="3248170"/>
                          </a:lnTo>
                          <a:lnTo>
                            <a:pt x="142931" y="3248170"/>
                          </a:lnTo>
                          <a:cubicBezTo>
                            <a:pt x="103721" y="3248170"/>
                            <a:pt x="67899" y="3232196"/>
                            <a:pt x="41759" y="3206539"/>
                          </a:cubicBezTo>
                          <a:cubicBezTo>
                            <a:pt x="16103" y="3180883"/>
                            <a:pt x="128" y="3145061"/>
                            <a:pt x="128" y="3105367"/>
                          </a:cubicBezTo>
                          <a:lnTo>
                            <a:pt x="128" y="3105367"/>
                          </a:lnTo>
                          <a:lnTo>
                            <a:pt x="128" y="142803"/>
                          </a:lnTo>
                          <a:cubicBezTo>
                            <a:pt x="128" y="103593"/>
                            <a:pt x="16103" y="67771"/>
                            <a:pt x="41759" y="41631"/>
                          </a:cubicBezTo>
                          <a:cubicBezTo>
                            <a:pt x="67899" y="15975"/>
                            <a:pt x="103721" y="0"/>
                            <a:pt x="142931" y="0"/>
                          </a:cubicBezTo>
                          <a:lnTo>
                            <a:pt x="142931" y="0"/>
                          </a:lnTo>
                          <a:lnTo>
                            <a:pt x="4557732" y="0"/>
                          </a:lnTo>
                          <a:close/>
                        </a:path>
                      </a:pathLst>
                    </a:custGeom>
                    <a:noFill/>
                    <a:ln w="4833" cap="flat">
                      <a:gradFill>
                        <a:gsLst>
                          <a:gs pos="0">
                            <a:schemeClr val="tx1">
                              <a:lumMod val="85000"/>
                              <a:lumOff val="15000"/>
                            </a:schemeClr>
                          </a:gs>
                          <a:gs pos="14157">
                            <a:schemeClr val="tx1">
                              <a:lumMod val="50000"/>
                              <a:lumOff val="50000"/>
                            </a:schemeClr>
                          </a:gs>
                          <a:gs pos="36300">
                            <a:schemeClr val="tx1">
                              <a:lumMod val="85000"/>
                              <a:lumOff val="15000"/>
                            </a:schemeClr>
                          </a:gs>
                          <a:gs pos="54834">
                            <a:schemeClr val="tx1">
                              <a:lumMod val="50000"/>
                              <a:lumOff val="50000"/>
                            </a:schemeClr>
                          </a:gs>
                          <a:gs pos="74000">
                            <a:schemeClr val="tx1">
                              <a:lumMod val="85000"/>
                              <a:lumOff val="15000"/>
                            </a:schemeClr>
                          </a:gs>
                          <a:gs pos="83000">
                            <a:schemeClr val="tx1">
                              <a:lumMod val="50000"/>
                              <a:lumOff val="50000"/>
                            </a:schemeClr>
                          </a:gs>
                          <a:gs pos="100000">
                            <a:schemeClr val="tx1">
                              <a:lumMod val="75000"/>
                              <a:lumOff val="25000"/>
                            </a:schemeClr>
                          </a:gs>
                        </a:gsLst>
                        <a:lin ang="5400000"/>
                      </a:gradFill>
                      <a:prstDash val="solid"/>
                      <a:miter lim="800000"/>
                    </a:ln>
                  </p:spPr>
                  <p:txBody>
                    <a:bodyPr vert="horz" lIns="91440" tIns="45720" rIns="91440" bIns="45720" anchor="ctr">
                      <a:normAutofit/>
                    </a:bodyPr>
                    <a:lstStyle/>
                    <a:p>
                      <a:pPr marL="0" algn="l"/>
                      <a:endParaRPr/>
                    </a:p>
                  </p:txBody>
                </p:sp>
              </p:grpSp>
              <p:sp>
                <p:nvSpPr>
                  <p:cNvPr id="15" name="Freeform 15"/>
                  <p:cNvSpPr/>
                  <p:nvPr/>
                </p:nvSpPr>
                <p:spPr>
                  <a:xfrm>
                    <a:off x="1589760" y="5375205"/>
                    <a:ext cx="4676203" cy="15006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676203" h="150064">
                        <a:moveTo>
                          <a:pt x="2338230" y="0"/>
                        </a:moveTo>
                        <a:lnTo>
                          <a:pt x="2338230" y="150064"/>
                        </a:lnTo>
                        <a:lnTo>
                          <a:pt x="110014" y="150064"/>
                        </a:lnTo>
                        <a:cubicBezTo>
                          <a:pt x="49504" y="150064"/>
                          <a:pt x="128" y="100688"/>
                          <a:pt x="128" y="40178"/>
                        </a:cubicBezTo>
                        <a:lnTo>
                          <a:pt x="128" y="0"/>
                        </a:lnTo>
                        <a:lnTo>
                          <a:pt x="2338230" y="0"/>
                        </a:lnTo>
                        <a:close/>
                        <a:moveTo>
                          <a:pt x="4676332" y="0"/>
                        </a:moveTo>
                        <a:lnTo>
                          <a:pt x="4676332" y="40178"/>
                        </a:lnTo>
                        <a:cubicBezTo>
                          <a:pt x="4676332" y="100688"/>
                          <a:pt x="4626956" y="150064"/>
                          <a:pt x="4566446" y="150064"/>
                        </a:cubicBezTo>
                        <a:lnTo>
                          <a:pt x="4566446" y="150064"/>
                        </a:lnTo>
                        <a:lnTo>
                          <a:pt x="2338230" y="150064"/>
                        </a:lnTo>
                        <a:lnTo>
                          <a:pt x="2338230" y="0"/>
                        </a:lnTo>
                        <a:lnTo>
                          <a:pt x="4676332" y="0"/>
                        </a:lnTo>
                        <a:close/>
                      </a:path>
                    </a:pathLst>
                  </a:custGeom>
                  <a:solidFill>
                    <a:schemeClr val="tx1">
                      <a:alpha val="40000"/>
                      <a:lumMod val="95000"/>
                      <a:lumOff val="5000"/>
                    </a:schemeClr>
                  </a:solidFill>
                  <a:ln cap="flat">
                    <a:noFill/>
                    <a:prstDash val="solid"/>
                    <a:miter lim="800000"/>
                  </a:ln>
                </p:spPr>
                <p:txBody>
                  <a:bodyPr vert="horz" lIns="91440" tIns="45720" rIns="91440" bIns="45720" anchor="ctr">
                    <a:normAutofit fontScale="25000" lnSpcReduction="20000"/>
                  </a:bodyPr>
                  <a:lstStyle/>
                  <a:p>
                    <a:pPr marL="0" algn="l"/>
                    <a:endParaRPr/>
                  </a:p>
                </p:txBody>
              </p:sp>
              <p:grpSp>
                <p:nvGrpSpPr>
                  <p:cNvPr id="16" name="Group 16"/>
                  <p:cNvGrpSpPr/>
                  <p:nvPr/>
                </p:nvGrpSpPr>
                <p:grpSpPr>
                  <a:xfrm>
                    <a:off x="3913340" y="2398119"/>
                    <a:ext cx="29044" cy="29044"/>
                    <a:chOff x="3913340" y="2398119"/>
                    <a:chExt cx="29044" cy="29044"/>
                  </a:xfrm>
                </p:grpSpPr>
                <p:sp>
                  <p:nvSpPr>
                    <p:cNvPr id="17" name="Freeform 17"/>
                    <p:cNvSpPr/>
                    <p:nvPr/>
                  </p:nvSpPr>
                  <p:spPr>
                    <a:xfrm>
                      <a:off x="3913340" y="2398119"/>
                      <a:ext cx="29044" cy="29044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29044" h="29044">
                          <a:moveTo>
                            <a:pt x="29660" y="14545"/>
                          </a:moveTo>
                          <a:cubicBezTo>
                            <a:pt x="29660" y="22566"/>
                            <a:pt x="23158" y="29068"/>
                            <a:pt x="15137" y="29068"/>
                          </a:cubicBezTo>
                          <a:cubicBezTo>
                            <a:pt x="7117" y="29068"/>
                            <a:pt x="615" y="22566"/>
                            <a:pt x="615" y="14545"/>
                          </a:cubicBezTo>
                          <a:cubicBezTo>
                            <a:pt x="615" y="6525"/>
                            <a:pt x="7117" y="23"/>
                            <a:pt x="15137" y="23"/>
                          </a:cubicBezTo>
                          <a:cubicBezTo>
                            <a:pt x="23158" y="23"/>
                            <a:pt x="29660" y="6525"/>
                            <a:pt x="29660" y="14545"/>
                          </a:cubicBezTo>
                          <a:close/>
                        </a:path>
                      </a:pathLst>
                    </a:custGeom>
                    <a:solidFill>
                      <a:srgbClr val="070B0C"/>
                    </a:solidFill>
                    <a:ln w="9666" cap="flat">
                      <a:solidFill>
                        <a:srgbClr val="141416"/>
                      </a:solidFill>
                      <a:prstDash val="solid"/>
                      <a:miter lim="800000"/>
                    </a:ln>
                  </p:spPr>
                  <p:txBody>
                    <a:bodyPr vert="horz" lIns="91440" tIns="45720" rIns="91440" bIns="45720" anchor="ctr">
                      <a:normAutofit fontScale="25000" lnSpcReduction="20000"/>
                    </a:bodyPr>
                    <a:lstStyle/>
                    <a:p>
                      <a:pPr marL="0" algn="l"/>
                      <a:endParaRPr/>
                    </a:p>
                  </p:txBody>
                </p:sp>
                <p:sp>
                  <p:nvSpPr>
                    <p:cNvPr id="18" name="Freeform 18"/>
                    <p:cNvSpPr/>
                    <p:nvPr/>
                  </p:nvSpPr>
                  <p:spPr>
                    <a:xfrm>
                      <a:off x="3923021" y="2412642"/>
                      <a:ext cx="9681" cy="9681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9681" h="9681">
                          <a:moveTo>
                            <a:pt x="10297" y="4864"/>
                          </a:moveTo>
                          <a:cubicBezTo>
                            <a:pt x="10297" y="7537"/>
                            <a:pt x="8129" y="9705"/>
                            <a:pt x="5456" y="9705"/>
                          </a:cubicBezTo>
                          <a:cubicBezTo>
                            <a:pt x="2782" y="9705"/>
                            <a:pt x="615" y="7537"/>
                            <a:pt x="615" y="4864"/>
                          </a:cubicBezTo>
                          <a:cubicBezTo>
                            <a:pt x="615" y="2190"/>
                            <a:pt x="2782" y="23"/>
                            <a:pt x="5456" y="23"/>
                          </a:cubicBezTo>
                          <a:cubicBezTo>
                            <a:pt x="8129" y="23"/>
                            <a:pt x="10297" y="2190"/>
                            <a:pt x="10297" y="4864"/>
                          </a:cubicBezTo>
                          <a:close/>
                        </a:path>
                      </a:pathLst>
                    </a:custGeom>
                    <a:solidFill>
                      <a:srgbClr val="232428"/>
                    </a:solidFill>
                    <a:ln cap="flat">
                      <a:noFill/>
                      <a:prstDash val="solid"/>
                      <a:miter lim="800000"/>
                    </a:ln>
                  </p:spPr>
                  <p:txBody>
                    <a:bodyPr vert="horz" lIns="91440" tIns="45720" rIns="91440" bIns="45720" anchor="ctr">
                      <a:normAutofit fontScale="25000" lnSpcReduction="20000"/>
                    </a:bodyPr>
                    <a:lstStyle/>
                    <a:p>
                      <a:pPr marL="0" algn="l"/>
                      <a:endParaRPr/>
                    </a:p>
                  </p:txBody>
                </p:sp>
              </p:grpSp>
            </p:grpSp>
            <p:grpSp>
              <p:nvGrpSpPr>
                <p:cNvPr id="19" name="Group 19"/>
                <p:cNvGrpSpPr/>
                <p:nvPr/>
              </p:nvGrpSpPr>
              <p:grpSpPr>
                <a:xfrm>
                  <a:off x="1004025" y="5578518"/>
                  <a:ext cx="5847674" cy="108956"/>
                  <a:chOff x="1004025" y="5578518"/>
                  <a:chExt cx="5847674" cy="108956"/>
                </a:xfrm>
              </p:grpSpPr>
              <p:sp>
                <p:nvSpPr>
                  <p:cNvPr id="20" name="Freeform 20"/>
                  <p:cNvSpPr/>
                  <p:nvPr/>
                </p:nvSpPr>
                <p:spPr>
                  <a:xfrm>
                    <a:off x="1004025" y="5578518"/>
                    <a:ext cx="5847674" cy="108956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5847674" h="108956">
                        <a:moveTo>
                          <a:pt x="2923853" y="109599"/>
                        </a:moveTo>
                        <a:lnTo>
                          <a:pt x="2923853" y="109599"/>
                        </a:lnTo>
                        <a:cubicBezTo>
                          <a:pt x="2910782" y="109599"/>
                          <a:pt x="2268410" y="107178"/>
                          <a:pt x="1226671" y="109599"/>
                        </a:cubicBezTo>
                        <a:cubicBezTo>
                          <a:pt x="174768" y="112019"/>
                          <a:pt x="15" y="681"/>
                          <a:pt x="15" y="681"/>
                        </a:cubicBezTo>
                        <a:lnTo>
                          <a:pt x="15" y="681"/>
                        </a:lnTo>
                        <a:lnTo>
                          <a:pt x="5847690" y="681"/>
                        </a:lnTo>
                        <a:cubicBezTo>
                          <a:pt x="5847690" y="681"/>
                          <a:pt x="5672938" y="112019"/>
                          <a:pt x="4621034" y="109599"/>
                        </a:cubicBezTo>
                        <a:cubicBezTo>
                          <a:pt x="3579296" y="107178"/>
                          <a:pt x="2936923" y="109599"/>
                          <a:pt x="2923853" y="109599"/>
                        </a:cubicBezTo>
                        <a:lnTo>
                          <a:pt x="2923853" y="109599"/>
                        </a:lnTo>
                        <a:lnTo>
                          <a:pt x="2923853" y="109599"/>
                        </a:lnTo>
                        <a:lnTo>
                          <a:pt x="2923853" y="109599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chemeClr val="bg1">
                          <a:lumMod val="85000"/>
                        </a:schemeClr>
                      </a:gs>
                      <a:gs pos="47000">
                        <a:schemeClr val="bg1">
                          <a:lumMod val="95000"/>
                        </a:schemeClr>
                      </a:gs>
                      <a:gs pos="100000">
                        <a:schemeClr val="bg1">
                          <a:lumMod val="85000"/>
                        </a:schemeClr>
                      </a:gs>
                    </a:gsLst>
                    <a:path path="circle">
                      <a:fillToRect l="50000" t="-80000" r="50000" b="180000"/>
                    </a:path>
                  </a:gradFill>
                  <a:ln cap="flat">
                    <a:noFill/>
                    <a:prstDash val="solid"/>
                    <a:miter lim="800000"/>
                  </a:ln>
                </p:spPr>
                <p:txBody>
                  <a:bodyPr vert="horz" lIns="91440" tIns="45720" rIns="91440" bIns="45720" anchor="ctr">
                    <a:normAutofit fontScale="25000" lnSpcReduction="20000"/>
                  </a:bodyPr>
                  <a:lstStyle/>
                  <a:p>
                    <a:pPr marL="0" algn="l"/>
                    <a:endParaRPr/>
                  </a:p>
                </p:txBody>
              </p:sp>
              <p:grpSp>
                <p:nvGrpSpPr>
                  <p:cNvPr id="21" name="Group 21"/>
                  <p:cNvGrpSpPr/>
                  <p:nvPr/>
                </p:nvGrpSpPr>
                <p:grpSpPr>
                  <a:xfrm>
                    <a:off x="4806465" y="5629347"/>
                    <a:ext cx="67771" cy="9681"/>
                    <a:chOff x="4806465" y="5629347"/>
                    <a:chExt cx="67771" cy="9681"/>
                  </a:xfrm>
                </p:grpSpPr>
                <p:sp>
                  <p:nvSpPr>
                    <p:cNvPr id="22" name="Freeform 22"/>
                    <p:cNvSpPr/>
                    <p:nvPr/>
                  </p:nvSpPr>
                  <p:spPr>
                    <a:xfrm>
                      <a:off x="4806465" y="5629347"/>
                      <a:ext cx="67771" cy="9681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67771" h="9681">
                          <a:moveTo>
                            <a:pt x="68571" y="5532"/>
                          </a:moveTo>
                          <a:cubicBezTo>
                            <a:pt x="68571" y="8205"/>
                            <a:pt x="53400" y="10373"/>
                            <a:pt x="34686" y="10373"/>
                          </a:cubicBezTo>
                          <a:cubicBezTo>
                            <a:pt x="15971" y="10373"/>
                            <a:pt x="800" y="8205"/>
                            <a:pt x="800" y="5532"/>
                          </a:cubicBezTo>
                          <a:cubicBezTo>
                            <a:pt x="800" y="2858"/>
                            <a:pt x="15971" y="691"/>
                            <a:pt x="34686" y="691"/>
                          </a:cubicBezTo>
                          <a:cubicBezTo>
                            <a:pt x="53400" y="691"/>
                            <a:pt x="68571" y="2858"/>
                            <a:pt x="68571" y="5532"/>
                          </a:cubicBezTo>
                          <a:close/>
                        </a:path>
                      </a:pathLst>
                    </a:custGeom>
                    <a:solidFill>
                      <a:srgbClr val="E4E5E9"/>
                    </a:solidFill>
                    <a:ln w="4833" cap="flat">
                      <a:solidFill>
                        <a:srgbClr val="D7D8DB"/>
                      </a:solidFill>
                      <a:prstDash val="solid"/>
                      <a:miter lim="800000"/>
                    </a:ln>
                  </p:spPr>
                  <p:txBody>
                    <a:bodyPr vert="horz" lIns="91440" tIns="45720" rIns="91440" bIns="45720" anchor="ctr">
                      <a:normAutofit fontScale="25000" lnSpcReduction="20000"/>
                    </a:bodyPr>
                    <a:lstStyle/>
                    <a:p>
                      <a:pPr marL="0" algn="l"/>
                      <a:endParaRPr/>
                    </a:p>
                  </p:txBody>
                </p:sp>
                <p:sp>
                  <p:nvSpPr>
                    <p:cNvPr id="23" name="Freeform 23"/>
                    <p:cNvSpPr/>
                    <p:nvPr/>
                  </p:nvSpPr>
                  <p:spPr>
                    <a:xfrm>
                      <a:off x="4833090" y="5629347"/>
                      <a:ext cx="14522" cy="9681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14522" h="9681">
                          <a:moveTo>
                            <a:pt x="15322" y="5532"/>
                          </a:moveTo>
                          <a:cubicBezTo>
                            <a:pt x="15322" y="8205"/>
                            <a:pt x="12071" y="10373"/>
                            <a:pt x="8061" y="10373"/>
                          </a:cubicBezTo>
                          <a:cubicBezTo>
                            <a:pt x="4051" y="10373"/>
                            <a:pt x="800" y="8205"/>
                            <a:pt x="800" y="5532"/>
                          </a:cubicBezTo>
                          <a:cubicBezTo>
                            <a:pt x="800" y="2858"/>
                            <a:pt x="4051" y="691"/>
                            <a:pt x="8061" y="691"/>
                          </a:cubicBezTo>
                          <a:cubicBezTo>
                            <a:pt x="12071" y="691"/>
                            <a:pt x="15322" y="2858"/>
                            <a:pt x="15322" y="5532"/>
                          </a:cubicBezTo>
                          <a:close/>
                        </a:path>
                      </a:pathLst>
                    </a:custGeom>
                    <a:solidFill>
                      <a:srgbClr val="C5C7CD"/>
                    </a:solidFill>
                    <a:ln cap="flat">
                      <a:noFill/>
                      <a:prstDash val="solid"/>
                      <a:miter lim="800000"/>
                    </a:ln>
                  </p:spPr>
                  <p:txBody>
                    <a:bodyPr vert="horz" lIns="91440" tIns="45720" rIns="91440" bIns="45720" anchor="ctr">
                      <a:normAutofit fontScale="25000" lnSpcReduction="20000"/>
                    </a:bodyPr>
                    <a:lstStyle/>
                    <a:p>
                      <a:pPr marL="0" algn="l"/>
                      <a:endParaRPr/>
                    </a:p>
                  </p:txBody>
                </p:sp>
              </p:grpSp>
              <p:grpSp>
                <p:nvGrpSpPr>
                  <p:cNvPr id="24" name="Group 24"/>
                  <p:cNvGrpSpPr/>
                  <p:nvPr/>
                </p:nvGrpSpPr>
                <p:grpSpPr>
                  <a:xfrm>
                    <a:off x="2986328" y="5629347"/>
                    <a:ext cx="67771" cy="9681"/>
                    <a:chOff x="2986328" y="5629347"/>
                    <a:chExt cx="67771" cy="9681"/>
                  </a:xfrm>
                </p:grpSpPr>
                <p:sp>
                  <p:nvSpPr>
                    <p:cNvPr id="25" name="Freeform 25"/>
                    <p:cNvSpPr/>
                    <p:nvPr/>
                  </p:nvSpPr>
                  <p:spPr>
                    <a:xfrm>
                      <a:off x="2986328" y="5629347"/>
                      <a:ext cx="67771" cy="9681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67771" h="9681">
                          <a:moveTo>
                            <a:pt x="68195" y="5532"/>
                          </a:moveTo>
                          <a:cubicBezTo>
                            <a:pt x="68195" y="8205"/>
                            <a:pt x="53024" y="10373"/>
                            <a:pt x="34310" y="10373"/>
                          </a:cubicBezTo>
                          <a:cubicBezTo>
                            <a:pt x="15595" y="10373"/>
                            <a:pt x="424" y="8205"/>
                            <a:pt x="424" y="5532"/>
                          </a:cubicBezTo>
                          <a:cubicBezTo>
                            <a:pt x="424" y="2858"/>
                            <a:pt x="15595" y="691"/>
                            <a:pt x="34310" y="691"/>
                          </a:cubicBezTo>
                          <a:cubicBezTo>
                            <a:pt x="53024" y="691"/>
                            <a:pt x="68195" y="2858"/>
                            <a:pt x="68195" y="5532"/>
                          </a:cubicBezTo>
                          <a:close/>
                        </a:path>
                      </a:pathLst>
                    </a:custGeom>
                    <a:solidFill>
                      <a:srgbClr val="E4E5E9"/>
                    </a:solidFill>
                    <a:ln w="4833" cap="flat">
                      <a:solidFill>
                        <a:srgbClr val="D7D8DB"/>
                      </a:solidFill>
                      <a:prstDash val="solid"/>
                      <a:miter lim="800000"/>
                    </a:ln>
                  </p:spPr>
                  <p:txBody>
                    <a:bodyPr vert="horz" lIns="91440" tIns="45720" rIns="91440" bIns="45720" anchor="ctr">
                      <a:normAutofit fontScale="25000" lnSpcReduction="20000"/>
                    </a:bodyPr>
                    <a:lstStyle/>
                    <a:p>
                      <a:pPr marL="0" algn="l"/>
                      <a:endParaRPr/>
                    </a:p>
                  </p:txBody>
                </p:sp>
                <p:sp>
                  <p:nvSpPr>
                    <p:cNvPr id="26" name="Freeform 26"/>
                    <p:cNvSpPr/>
                    <p:nvPr/>
                  </p:nvSpPr>
                  <p:spPr>
                    <a:xfrm>
                      <a:off x="3012953" y="5629347"/>
                      <a:ext cx="14522" cy="9681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14522" h="9681">
                          <a:moveTo>
                            <a:pt x="14946" y="5532"/>
                          </a:moveTo>
                          <a:cubicBezTo>
                            <a:pt x="14946" y="8205"/>
                            <a:pt x="11695" y="10373"/>
                            <a:pt x="7685" y="10373"/>
                          </a:cubicBezTo>
                          <a:cubicBezTo>
                            <a:pt x="3675" y="10373"/>
                            <a:pt x="424" y="8205"/>
                            <a:pt x="424" y="5532"/>
                          </a:cubicBezTo>
                          <a:cubicBezTo>
                            <a:pt x="424" y="2858"/>
                            <a:pt x="3675" y="691"/>
                            <a:pt x="7685" y="691"/>
                          </a:cubicBezTo>
                          <a:cubicBezTo>
                            <a:pt x="11695" y="691"/>
                            <a:pt x="14946" y="2858"/>
                            <a:pt x="14946" y="5532"/>
                          </a:cubicBezTo>
                          <a:close/>
                        </a:path>
                      </a:pathLst>
                    </a:custGeom>
                    <a:solidFill>
                      <a:srgbClr val="C5C7CD"/>
                    </a:solidFill>
                    <a:ln cap="flat">
                      <a:noFill/>
                      <a:prstDash val="solid"/>
                      <a:miter lim="800000"/>
                    </a:ln>
                  </p:spPr>
                  <p:txBody>
                    <a:bodyPr vert="horz" lIns="91440" tIns="45720" rIns="91440" bIns="45720" anchor="ctr">
                      <a:normAutofit fontScale="25000" lnSpcReduction="20000"/>
                    </a:bodyPr>
                    <a:lstStyle/>
                    <a:p>
                      <a:pPr marL="0" algn="l"/>
                      <a:endParaRPr/>
                    </a:p>
                  </p:txBody>
                </p:sp>
              </p:grpSp>
              <p:sp>
                <p:nvSpPr>
                  <p:cNvPr id="27" name="Freeform 27"/>
                  <p:cNvSpPr/>
                  <p:nvPr/>
                </p:nvSpPr>
                <p:spPr>
                  <a:xfrm>
                    <a:off x="1004025" y="5578518"/>
                    <a:ext cx="5847674" cy="108956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5847674" h="108956">
                        <a:moveTo>
                          <a:pt x="2923853" y="109599"/>
                        </a:moveTo>
                        <a:lnTo>
                          <a:pt x="2923853" y="109599"/>
                        </a:lnTo>
                        <a:cubicBezTo>
                          <a:pt x="2910782" y="109599"/>
                          <a:pt x="2268410" y="107178"/>
                          <a:pt x="1226671" y="109599"/>
                        </a:cubicBezTo>
                        <a:cubicBezTo>
                          <a:pt x="174768" y="112019"/>
                          <a:pt x="15" y="681"/>
                          <a:pt x="15" y="681"/>
                        </a:cubicBezTo>
                        <a:lnTo>
                          <a:pt x="15" y="681"/>
                        </a:lnTo>
                        <a:lnTo>
                          <a:pt x="5847690" y="681"/>
                        </a:lnTo>
                        <a:cubicBezTo>
                          <a:pt x="5847690" y="681"/>
                          <a:pt x="5672938" y="112019"/>
                          <a:pt x="4621034" y="109599"/>
                        </a:cubicBezTo>
                        <a:cubicBezTo>
                          <a:pt x="3579296" y="107178"/>
                          <a:pt x="2936923" y="109599"/>
                          <a:pt x="2923853" y="109599"/>
                        </a:cubicBezTo>
                        <a:lnTo>
                          <a:pt x="2923853" y="109599"/>
                        </a:lnTo>
                        <a:lnTo>
                          <a:pt x="2923853" y="109599"/>
                        </a:lnTo>
                        <a:lnTo>
                          <a:pt x="2923853" y="109599"/>
                        </a:lnTo>
                        <a:close/>
                      </a:path>
                    </a:pathLst>
                  </a:custGeom>
                  <a:ln cap="flat">
                    <a:noFill/>
                    <a:prstDash val="solid"/>
                    <a:miter lim="800000"/>
                  </a:ln>
                </p:spPr>
                <p:txBody>
                  <a:bodyPr vert="horz" lIns="91440" tIns="45720" rIns="91440" bIns="45720" anchor="ctr">
                    <a:normAutofit fontScale="25000" lnSpcReduction="20000"/>
                  </a:bodyPr>
                  <a:lstStyle/>
                  <a:p>
                    <a:pPr marL="0" algn="l"/>
                    <a:endParaRPr/>
                  </a:p>
                </p:txBody>
              </p:sp>
            </p:grpSp>
            <p:sp>
              <p:nvSpPr>
                <p:cNvPr id="28" name="Freeform 28"/>
                <p:cNvSpPr/>
                <p:nvPr/>
              </p:nvSpPr>
              <p:spPr>
                <a:xfrm>
                  <a:off x="1004025" y="5472021"/>
                  <a:ext cx="5847674" cy="10649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847674" h="106497">
                      <a:moveTo>
                        <a:pt x="15" y="5500"/>
                      </a:moveTo>
                      <a:cubicBezTo>
                        <a:pt x="15" y="2595"/>
                        <a:pt x="2435" y="659"/>
                        <a:pt x="4856" y="659"/>
                      </a:cubicBezTo>
                      <a:lnTo>
                        <a:pt x="5842849" y="659"/>
                      </a:lnTo>
                      <a:cubicBezTo>
                        <a:pt x="5845754" y="659"/>
                        <a:pt x="5847690" y="2595"/>
                        <a:pt x="5847690" y="5500"/>
                      </a:cubicBezTo>
                      <a:lnTo>
                        <a:pt x="5847690" y="107156"/>
                      </a:lnTo>
                      <a:lnTo>
                        <a:pt x="15" y="107156"/>
                      </a:lnTo>
                      <a:lnTo>
                        <a:pt x="15" y="550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tx1">
                        <a:lumMod val="65000"/>
                        <a:lumOff val="35000"/>
                      </a:schemeClr>
                    </a:gs>
                    <a:gs pos="1000">
                      <a:schemeClr val="bg1">
                        <a:lumMod val="85000"/>
                      </a:schemeClr>
                    </a:gs>
                    <a:gs pos="2000">
                      <a:schemeClr val="tx1">
                        <a:lumMod val="75000"/>
                        <a:lumOff val="25000"/>
                      </a:schemeClr>
                    </a:gs>
                    <a:gs pos="39000">
                      <a:schemeClr val="bg1">
                        <a:lumMod val="75000"/>
                      </a:schemeClr>
                    </a:gs>
                    <a:gs pos="98000">
                      <a:schemeClr val="tx1">
                        <a:lumMod val="75000"/>
                        <a:lumOff val="25000"/>
                      </a:schemeClr>
                    </a:gs>
                    <a:gs pos="99000">
                      <a:schemeClr val="bg1">
                        <a:lumMod val="75000"/>
                      </a:schemeClr>
                    </a:gs>
                    <a:gs pos="100000">
                      <a:schemeClr val="tx1">
                        <a:lumMod val="75000"/>
                        <a:lumOff val="25000"/>
                      </a:schemeClr>
                    </a:gs>
                  </a:gsLst>
                </a:gradFill>
                <a:ln cap="flat">
                  <a:noFill/>
                  <a:prstDash val="solid"/>
                  <a:miter lim="800000"/>
                </a:ln>
              </p:spPr>
              <p:txBody>
                <a:bodyPr rot="0" vert="horz" wrap="square" lIns="91440" tIns="45720" rIns="91440" bIns="45720" anchor="ctr">
                  <a:prstTxWarp prst="textNoShape">
                    <a:avLst/>
                  </a:prstTxWarp>
                  <a:noAutofit/>
                </a:bodyPr>
                <a:lstStyle/>
                <a:p>
                  <a:pPr marL="0" algn="l"/>
                  <a:endParaRPr/>
                </a:p>
              </p:txBody>
            </p:sp>
            <p:sp>
              <p:nvSpPr>
                <p:cNvPr id="29" name="Freeform 29"/>
                <p:cNvSpPr/>
                <p:nvPr/>
              </p:nvSpPr>
              <p:spPr>
                <a:xfrm>
                  <a:off x="3448624" y="5472021"/>
                  <a:ext cx="967674" cy="7261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67674" h="72611">
                      <a:moveTo>
                        <a:pt x="890720" y="73271"/>
                      </a:moveTo>
                      <a:lnTo>
                        <a:pt x="77468" y="73271"/>
                      </a:lnTo>
                      <a:cubicBezTo>
                        <a:pt x="36321" y="73271"/>
                        <a:pt x="2435" y="41322"/>
                        <a:pt x="15" y="659"/>
                      </a:cubicBezTo>
                      <a:lnTo>
                        <a:pt x="19378" y="5500"/>
                      </a:lnTo>
                      <a:lnTo>
                        <a:pt x="948326" y="5500"/>
                      </a:lnTo>
                      <a:lnTo>
                        <a:pt x="967689" y="659"/>
                      </a:lnTo>
                      <a:cubicBezTo>
                        <a:pt x="965269" y="41322"/>
                        <a:pt x="931867" y="73271"/>
                        <a:pt x="890720" y="73271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 cap="flat">
                  <a:noFill/>
                  <a:prstDash val="solid"/>
                  <a:miter lim="800000"/>
                </a:ln>
              </p:spPr>
              <p:txBody>
                <a:bodyPr vert="horz" lIns="91440" tIns="45720" rIns="91440" bIns="45720" anchor="ctr">
                  <a:normAutofit fontScale="25000" lnSpcReduction="20000"/>
                </a:bodyPr>
                <a:lstStyle/>
                <a:p>
                  <a:pPr marL="0" algn="l"/>
                  <a:endParaRPr/>
                </a:p>
              </p:txBody>
            </p:sp>
            <p:sp>
              <p:nvSpPr>
                <p:cNvPr id="30" name="Freeform 30"/>
                <p:cNvSpPr/>
                <p:nvPr/>
              </p:nvSpPr>
              <p:spPr>
                <a:xfrm>
                  <a:off x="3448624" y="5472021"/>
                  <a:ext cx="967674" cy="7261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67674" h="72611">
                      <a:moveTo>
                        <a:pt x="890720" y="73271"/>
                      </a:moveTo>
                      <a:lnTo>
                        <a:pt x="77468" y="73271"/>
                      </a:lnTo>
                      <a:cubicBezTo>
                        <a:pt x="36321" y="73271"/>
                        <a:pt x="2435" y="41322"/>
                        <a:pt x="15" y="659"/>
                      </a:cubicBezTo>
                      <a:lnTo>
                        <a:pt x="19378" y="5500"/>
                      </a:lnTo>
                      <a:lnTo>
                        <a:pt x="948326" y="5500"/>
                      </a:lnTo>
                      <a:lnTo>
                        <a:pt x="967689" y="659"/>
                      </a:lnTo>
                      <a:cubicBezTo>
                        <a:pt x="965269" y="41322"/>
                        <a:pt x="931867" y="73271"/>
                        <a:pt x="890720" y="73271"/>
                      </a:cubicBezTo>
                      <a:close/>
                    </a:path>
                  </a:pathLst>
                </a:custGeom>
                <a:solidFill>
                  <a:srgbClr val="4E5457"/>
                </a:solidFill>
                <a:ln cap="flat">
                  <a:noFill/>
                  <a:prstDash val="solid"/>
                  <a:miter lim="800000"/>
                </a:ln>
              </p:spPr>
              <p:txBody>
                <a:bodyPr vert="horz" lIns="91440" tIns="45720" rIns="91440" bIns="45720" anchor="ctr">
                  <a:normAutofit fontScale="25000" lnSpcReduction="20000"/>
                </a:bodyPr>
                <a:lstStyle/>
                <a:p>
                  <a:pPr marL="0" algn="l"/>
                  <a:endParaRPr/>
                </a:p>
              </p:txBody>
            </p:sp>
            <p:sp>
              <p:nvSpPr>
                <p:cNvPr id="31" name="Freeform 31"/>
                <p:cNvSpPr/>
                <p:nvPr/>
              </p:nvSpPr>
              <p:spPr>
                <a:xfrm>
                  <a:off x="3448624" y="5472021"/>
                  <a:ext cx="967674" cy="7261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67674" h="72611">
                      <a:moveTo>
                        <a:pt x="890720" y="73271"/>
                      </a:moveTo>
                      <a:lnTo>
                        <a:pt x="77468" y="73271"/>
                      </a:lnTo>
                      <a:cubicBezTo>
                        <a:pt x="36321" y="73271"/>
                        <a:pt x="2435" y="41322"/>
                        <a:pt x="15" y="659"/>
                      </a:cubicBezTo>
                      <a:lnTo>
                        <a:pt x="19378" y="5500"/>
                      </a:lnTo>
                      <a:lnTo>
                        <a:pt x="948326" y="5500"/>
                      </a:lnTo>
                      <a:lnTo>
                        <a:pt x="967689" y="659"/>
                      </a:lnTo>
                      <a:cubicBezTo>
                        <a:pt x="965269" y="41322"/>
                        <a:pt x="931867" y="73271"/>
                        <a:pt x="890720" y="73271"/>
                      </a:cubicBezTo>
                      <a:close/>
                    </a:path>
                  </a:pathLst>
                </a:custGeom>
                <a:solidFill>
                  <a:schemeClr val="bg1">
                    <a:lumMod val="95000"/>
                  </a:schemeClr>
                </a:solidFill>
                <a:ln cap="flat">
                  <a:noFill/>
                  <a:prstDash val="solid"/>
                  <a:miter lim="800000"/>
                </a:ln>
                <a:effectLst>
                  <a:innerShdw blurRad="114300">
                    <a:srgbClr val="000000"/>
                  </a:innerShdw>
                </a:effectLst>
              </p:spPr>
              <p:txBody>
                <a:bodyPr vert="horz" lIns="91440" tIns="45720" rIns="91440" bIns="45720" anchor="ctr">
                  <a:normAutofit fontScale="25000" lnSpcReduction="20000"/>
                </a:bodyPr>
                <a:lstStyle/>
                <a:p>
                  <a:pPr marL="0" algn="l"/>
                  <a:endParaRPr/>
                </a:p>
              </p:txBody>
            </p:sp>
          </p:grpSp>
        </p:grpSp>
        <p:sp>
          <p:nvSpPr>
            <p:cNvPr id="32" name="Freeform 32"/>
            <p:cNvSpPr/>
            <p:nvPr/>
          </p:nvSpPr>
          <p:spPr>
            <a:xfrm>
              <a:off x="1518940" y="1764986"/>
              <a:ext cx="4748097" cy="2992647"/>
            </a:xfrm>
            <a:custGeom>
              <a:avLst/>
              <a:gdLst/>
              <a:ahLst/>
              <a:cxnLst/>
              <a:rect l="l" t="t" r="r" b="b"/>
              <a:pathLst>
                <a:path w="8347967" h="6260670">
                  <a:moveTo>
                    <a:pt x="8188114" y="3"/>
                  </a:moveTo>
                  <a:cubicBezTo>
                    <a:pt x="8241806" y="3"/>
                    <a:pt x="8261941" y="6104"/>
                    <a:pt x="8282076" y="17087"/>
                  </a:cubicBezTo>
                  <a:cubicBezTo>
                    <a:pt x="8302820" y="28070"/>
                    <a:pt x="8319294" y="44543"/>
                    <a:pt x="8330887" y="65898"/>
                  </a:cubicBezTo>
                  <a:cubicBezTo>
                    <a:pt x="8341869" y="86643"/>
                    <a:pt x="8347971" y="106778"/>
                    <a:pt x="8347971" y="162911"/>
                  </a:cubicBezTo>
                  <a:lnTo>
                    <a:pt x="8347971" y="162911"/>
                  </a:lnTo>
                  <a:lnTo>
                    <a:pt x="8347971" y="6097766"/>
                  </a:lnTo>
                  <a:cubicBezTo>
                    <a:pt x="8347971" y="6153899"/>
                    <a:pt x="8341869" y="6174034"/>
                    <a:pt x="8330887" y="6194779"/>
                  </a:cubicBezTo>
                  <a:cubicBezTo>
                    <a:pt x="8319904" y="6215523"/>
                    <a:pt x="8303431" y="6231997"/>
                    <a:pt x="8282076" y="6243590"/>
                  </a:cubicBezTo>
                  <a:cubicBezTo>
                    <a:pt x="8261331" y="6254572"/>
                    <a:pt x="8241196" y="6260674"/>
                    <a:pt x="8185063" y="6260674"/>
                  </a:cubicBezTo>
                  <a:lnTo>
                    <a:pt x="8185063" y="6260674"/>
                  </a:lnTo>
                  <a:lnTo>
                    <a:pt x="162911" y="6260674"/>
                  </a:lnTo>
                  <a:cubicBezTo>
                    <a:pt x="106778" y="6260674"/>
                    <a:pt x="86643" y="6254572"/>
                    <a:pt x="65898" y="6243590"/>
                  </a:cubicBezTo>
                  <a:cubicBezTo>
                    <a:pt x="45154" y="6232607"/>
                    <a:pt x="28680" y="6216134"/>
                    <a:pt x="17087" y="6194779"/>
                  </a:cubicBezTo>
                  <a:cubicBezTo>
                    <a:pt x="6104" y="6174644"/>
                    <a:pt x="3" y="6154509"/>
                    <a:pt x="3" y="6100817"/>
                  </a:cubicBezTo>
                  <a:lnTo>
                    <a:pt x="3" y="6100817"/>
                  </a:lnTo>
                  <a:lnTo>
                    <a:pt x="3" y="159860"/>
                  </a:lnTo>
                  <a:cubicBezTo>
                    <a:pt x="3" y="106168"/>
                    <a:pt x="6104" y="86033"/>
                    <a:pt x="17087" y="65898"/>
                  </a:cubicBezTo>
                  <a:cubicBezTo>
                    <a:pt x="28070" y="45154"/>
                    <a:pt x="44543" y="28680"/>
                    <a:pt x="65898" y="17087"/>
                  </a:cubicBezTo>
                  <a:cubicBezTo>
                    <a:pt x="86643" y="6104"/>
                    <a:pt x="106168" y="3"/>
                    <a:pt x="159860" y="3"/>
                  </a:cubicBezTo>
                  <a:lnTo>
                    <a:pt x="159860" y="3"/>
                  </a:lnTo>
                  <a:lnTo>
                    <a:pt x="8188114" y="3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  <a:ln>
              <a:noFill/>
            </a:ln>
            <a:effectLst/>
          </p:spPr>
          <p:txBody>
            <a:bodyPr rot="0" vert="horz" wrap="square" lIns="91440" tIns="45720" rIns="91440" bIns="45720" anchor="t">
              <a:prstTxWarp prst="textNoShape">
                <a:avLst/>
              </a:prstTxWarp>
              <a:noAutofit/>
            </a:bodyPr>
            <a:lstStyle/>
            <a:p>
              <a:pPr marL="0" algn="ctr"/>
              <a:endParaRPr/>
            </a:p>
          </p:txBody>
        </p:sp>
      </p:grpSp>
      <p:sp>
        <p:nvSpPr>
          <p:cNvPr id="33" name="TextBox 33"/>
          <p:cNvSpPr txBox="1"/>
          <p:nvPr/>
        </p:nvSpPr>
        <p:spPr>
          <a:xfrm flipH="1">
            <a:off x="6779401" y="1645201"/>
            <a:ext cx="3775122" cy="338554"/>
          </a:xfrm>
          <a:prstGeom prst="rect">
            <a:avLst/>
          </a:prstGeom>
        </p:spPr>
        <p:txBody>
          <a:bodyPr vert="horz" wrap="square" lIns="91440" tIns="45720" rIns="91440" bIns="45720" rtlCol="0" anchor="t">
            <a:spAutoFit/>
          </a:bodyPr>
          <a:lstStyle/>
          <a:p>
            <a:pPr marL="0" algn="l">
              <a:defRPr/>
            </a:pPr>
            <a:r>
              <a:rPr lang="zh-CN" altLang="en-US" sz="1600" b="1" i="0" u="none" baseline="0">
                <a:solidFill>
                  <a:srgbClr val="000000"/>
                </a:solidFill>
                <a:latin typeface="微软雅黑"/>
                <a:ea typeface="微软雅黑"/>
              </a:rPr>
              <a:t>Entity Relationships</a:t>
            </a:r>
            <a:endParaRPr lang="en-US" sz="1100"/>
          </a:p>
        </p:txBody>
      </p:sp>
      <p:sp>
        <p:nvSpPr>
          <p:cNvPr id="34" name="AutoShape 34"/>
          <p:cNvSpPr/>
          <p:nvPr/>
        </p:nvSpPr>
        <p:spPr>
          <a:xfrm>
            <a:off x="10795000" y="6540500"/>
            <a:ext cx="1270000" cy="1905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rtlCol="0" anchor="t"/>
          <a:lstStyle/>
          <a:p>
            <a:pPr algn="r">
              <a:defRPr/>
            </a:pPr>
            <a:r>
              <a:rPr lang="en-US" sz="800" b="0" i="0" u="none" baseline="0">
                <a:solidFill>
                  <a:srgbClr val="808080"/>
                </a:solidFill>
                <a:latin typeface="Microsoft YaHei"/>
                <a:ea typeface="Microsoft YaHei"/>
              </a:rPr>
              <a:t>内容由AI生成</a:t>
            </a:r>
            <a:endParaRPr lang="en-US" sz="1100"/>
          </a:p>
        </p:txBody>
      </p:sp>
      <p:pic>
        <p:nvPicPr>
          <p:cNvPr id="35" name="Picture 34">
            <a:extLst>
              <a:ext uri="{FF2B5EF4-FFF2-40B4-BE49-F238E27FC236}">
                <a16:creationId xmlns:a16="http://schemas.microsoft.com/office/drawing/2014/main" xmlns="" id="{6729B6E3-A134-D372-1746-7318A8518787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79136" y="113665"/>
            <a:ext cx="2185863" cy="625157"/>
          </a:xfrm>
          <a:prstGeom prst="rect">
            <a:avLst/>
          </a:prstGeom>
        </p:spPr>
      </p:pic>
    </p:spTree>
  </p:cSld>
  <p:clrMapOvr>
    <a:masterClrMapping/>
  </p:clrMapOvr>
  <p:transition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title"/>
          </p:nvPr>
        </p:nvSpPr>
        <p:spPr>
          <a:xfrm>
            <a:off x="660402" y="2687736"/>
            <a:ext cx="10858498" cy="923330"/>
          </a:xfrm>
        </p:spPr>
        <p:txBody>
          <a:bodyPr vert="horz" lIns="91440" tIns="45720" rIns="91440" bIns="45720" anchor="t">
            <a:normAutofit fontScale="90000"/>
          </a:bodyPr>
          <a:lstStyle/>
          <a:p>
            <a:pPr algn="ctr">
              <a:lnSpc>
                <a:spcPct val="100000"/>
              </a:lnSpc>
              <a:spcBef>
                <a:spcPct val="0"/>
              </a:spcBef>
              <a:buNone/>
            </a:pPr>
            <a:r>
              <a:rPr lang="zh-CN" altLang="en-US" sz="7167" b="1" i="0" u="none" baseline="0">
                <a:solidFill>
                  <a:srgbClr val="000000"/>
                </a:solidFill>
                <a:latin typeface="微软雅黑"/>
                <a:ea typeface="微软雅黑"/>
              </a:rPr>
              <a:t>Section 3: DAX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5430672" y="1579740"/>
            <a:ext cx="1330656" cy="1107996"/>
          </a:xfrm>
          <a:prstGeom prst="rect">
            <a:avLst/>
          </a:prstGeom>
        </p:spPr>
        <p:txBody>
          <a:bodyPr vert="horz" wrap="square" lIns="91440" tIns="45720" rIns="91440" bIns="45720" rtlCol="0" anchor="b">
            <a:spAutoFit/>
          </a:bodyPr>
          <a:lstStyle/>
          <a:p>
            <a:pPr marL="0" algn="l">
              <a:defRPr/>
            </a:pPr>
            <a:r>
              <a:rPr lang="en-US" sz="6600" b="0" i="0" u="none" baseline="0">
                <a:solidFill>
                  <a:srgbClr val="000000"/>
                </a:solidFill>
                <a:latin typeface="微软雅黑"/>
                <a:ea typeface="微软雅黑"/>
              </a:rPr>
              <a:t>03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10795000" y="6540500"/>
            <a:ext cx="1270000" cy="1905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rtlCol="0" anchor="t"/>
          <a:lstStyle/>
          <a:p>
            <a:pPr algn="r">
              <a:defRPr/>
            </a:pPr>
            <a:r>
              <a:rPr lang="en-US" sz="800" b="0" i="0" u="none" baseline="0">
                <a:solidFill>
                  <a:srgbClr val="808080"/>
                </a:solidFill>
                <a:latin typeface="Microsoft YaHei"/>
                <a:ea typeface="Microsoft YaHei"/>
              </a:rPr>
              <a:t>内容由AI生成</a:t>
            </a:r>
            <a:endParaRPr lang="en-US" sz="110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xmlns="" id="{6729B6E3-A134-D372-1746-7318A8518787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79136" y="113665"/>
            <a:ext cx="2185864" cy="625157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FFC717">
                <a:lumMod val="40000"/>
                <a:lumOff val="60000"/>
              </a:srgbClr>
            </a:gs>
            <a:gs pos="100000">
              <a:srgbClr val="FFC717">
                <a:alpha val="0"/>
                <a:lumMod val="20000"/>
                <a:lumOff val="80000"/>
              </a:srgbClr>
            </a:gs>
          </a:gsLst>
          <a:lin ang="162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title"/>
          </p:nvPr>
        </p:nvSpPr>
        <p:spPr>
          <a:xfrm>
            <a:off x="660400" y="128587"/>
            <a:ext cx="10858500" cy="900112"/>
          </a:xfrm>
        </p:spPr>
        <p:txBody>
          <a:bodyPr vert="horz" lIns="91440" tIns="45720" rIns="91440" bIns="45720" anchor="b">
            <a:spAutoFit/>
          </a:bodyPr>
          <a:lstStyle/>
          <a:p>
            <a:pPr algn="l">
              <a:lnSpc>
                <a:spcPct val="90000"/>
              </a:lnSpc>
              <a:spcBef>
                <a:spcPct val="0"/>
              </a:spcBef>
            </a:pPr>
            <a:r>
              <a:rPr lang="zh-CN" altLang="en-US" sz="2800" b="1" i="0" u="none" baseline="0">
                <a:solidFill>
                  <a:srgbClr val="000000"/>
                </a:solidFill>
                <a:latin typeface="微软雅黑"/>
                <a:ea typeface="微软雅黑"/>
              </a:rPr>
              <a:t>Business KPIs</a:t>
            </a:r>
          </a:p>
        </p:txBody>
      </p:sp>
      <p:sp>
        <p:nvSpPr>
          <p:cNvPr id="3" name="AutoShape 3"/>
          <p:cNvSpPr/>
          <p:nvPr/>
        </p:nvSpPr>
        <p:spPr>
          <a:xfrm>
            <a:off x="7044209" y="4452427"/>
            <a:ext cx="1594650" cy="1594643"/>
          </a:xfrm>
          <a:prstGeom prst="ellipse">
            <a:avLst/>
          </a:prstGeom>
          <a:solidFill>
            <a:schemeClr val="accent2">
              <a:alpha val="40000"/>
            </a:schemeClr>
          </a:solidFill>
          <a:ln cap="rnd">
            <a:noFill/>
            <a:prstDash val="solid"/>
          </a:ln>
          <a:effectLst/>
        </p:spPr>
        <p:txBody>
          <a:bodyPr rot="0" vert="horz" wrap="square" lIns="91440" tIns="45720" rIns="91440" bIns="45720" anchor="ctr">
            <a:prstTxWarp prst="textNoShape">
              <a:avLst/>
            </a:prstTxWarp>
            <a:normAutofit/>
          </a:bodyPr>
          <a:lstStyle/>
          <a:p>
            <a:pPr marL="0" algn="ctr"/>
            <a:endParaRPr/>
          </a:p>
        </p:txBody>
      </p:sp>
      <p:sp>
        <p:nvSpPr>
          <p:cNvPr id="4" name="AutoShape 4"/>
          <p:cNvSpPr/>
          <p:nvPr/>
        </p:nvSpPr>
        <p:spPr>
          <a:xfrm>
            <a:off x="741748" y="2046280"/>
            <a:ext cx="4783375" cy="369332"/>
          </a:xfrm>
          <a:prstGeom prst="rect">
            <a:avLst/>
          </a:prstGeom>
        </p:spPr>
        <p:txBody>
          <a:bodyPr vert="horz" wrap="square" lIns="91440" tIns="45720" rIns="91440" bIns="45720" anchor="b">
            <a:spAutoFit/>
          </a:bodyPr>
          <a:lstStyle/>
          <a:p>
            <a:pPr marL="0" algn="l"/>
            <a:r>
              <a:rPr lang="zh-CN" altLang="en-US" sz="1800" b="1" i="0" u="none" baseline="0">
                <a:solidFill>
                  <a:srgbClr val="000000"/>
                </a:solidFill>
                <a:latin typeface="微软雅黑"/>
                <a:ea typeface="微软雅黑"/>
              </a:rPr>
              <a:t>Key Performance Indicators</a:t>
            </a:r>
          </a:p>
        </p:txBody>
      </p:sp>
      <p:sp>
        <p:nvSpPr>
          <p:cNvPr id="5" name="Freeform 5"/>
          <p:cNvSpPr/>
          <p:nvPr/>
        </p:nvSpPr>
        <p:spPr>
          <a:xfrm>
            <a:off x="7841534" y="3026391"/>
            <a:ext cx="4350466" cy="3831609"/>
          </a:xfrm>
          <a:custGeom>
            <a:avLst/>
            <a:gdLst/>
            <a:ahLst/>
            <a:cxnLst/>
            <a:rect l="l" t="t" r="r" b="b"/>
            <a:pathLst>
              <a:path w="4350466" h="3831609">
                <a:moveTo>
                  <a:pt x="2432982" y="0"/>
                </a:moveTo>
                <a:cubicBezTo>
                  <a:pt x="3188813" y="0"/>
                  <a:pt x="3864145" y="344655"/>
                  <a:pt x="4310389" y="885377"/>
                </a:cubicBezTo>
                <a:lnTo>
                  <a:pt x="4350466" y="938971"/>
                </a:lnTo>
                <a:lnTo>
                  <a:pt x="4350466" y="3831609"/>
                </a:lnTo>
                <a:lnTo>
                  <a:pt x="444183" y="3831609"/>
                </a:lnTo>
                <a:lnTo>
                  <a:pt x="415515" y="3793273"/>
                </a:lnTo>
                <a:cubicBezTo>
                  <a:pt x="153181" y="3404968"/>
                  <a:pt x="0" y="2936859"/>
                  <a:pt x="0" y="2432974"/>
                </a:cubicBezTo>
                <a:cubicBezTo>
                  <a:pt x="0" y="1089280"/>
                  <a:pt x="1089283" y="0"/>
                  <a:pt x="2432982" y="0"/>
                </a:cubicBezTo>
                <a:close/>
              </a:path>
            </a:pathLst>
          </a:custGeom>
          <a:solidFill>
            <a:schemeClr val="accent2">
              <a:alpha val="10000"/>
            </a:schemeClr>
          </a:solidFill>
          <a:ln>
            <a:noFill/>
          </a:ln>
        </p:spPr>
        <p:txBody>
          <a:bodyPr vert="horz" lIns="91440" tIns="45720" rIns="91440" bIns="45720" anchor="ctr">
            <a:normAutofit/>
          </a:bodyPr>
          <a:lstStyle/>
          <a:p>
            <a:pPr marL="0" algn="ctr"/>
            <a:endParaRPr/>
          </a:p>
        </p:txBody>
      </p:sp>
      <p:sp>
        <p:nvSpPr>
          <p:cNvPr id="6" name="AutoShape 6"/>
          <p:cNvSpPr/>
          <p:nvPr/>
        </p:nvSpPr>
        <p:spPr>
          <a:xfrm>
            <a:off x="6855538" y="1208355"/>
            <a:ext cx="4669534" cy="4669534"/>
          </a:xfrm>
          <a:prstGeom prst="ellipse">
            <a:avLst/>
          </a:prstGeom>
          <a:blipFill>
            <a:blip r:embed="rId2"/>
            <a:stretch>
              <a:fillRect/>
            </a:stretch>
          </a:blipFill>
          <a:ln>
            <a:noFill/>
          </a:ln>
          <a:effectLst>
            <a:outerShdw sx="1000" sy="1000" algn="ctr" rotWithShape="0">
              <a:schemeClr val="bg1">
                <a:lumMod val="65000"/>
              </a:schemeClr>
            </a:outerShdw>
          </a:effectLst>
        </p:spPr>
        <p:txBody>
          <a:bodyPr rot="0" vert="horz" wrap="square" lIns="91440" tIns="45720" rIns="91440" bIns="45720" anchor="t">
            <a:prstTxWarp prst="textNoShape">
              <a:avLst/>
            </a:prstTxWarp>
            <a:noAutofit/>
          </a:bodyPr>
          <a:lstStyle/>
          <a:p>
            <a:pPr marL="0" algn="ctr"/>
            <a:endParaRPr/>
          </a:p>
        </p:txBody>
      </p:sp>
      <p:sp>
        <p:nvSpPr>
          <p:cNvPr id="7" name="TextBox 7"/>
          <p:cNvSpPr txBox="1"/>
          <p:nvPr/>
        </p:nvSpPr>
        <p:spPr>
          <a:xfrm>
            <a:off x="741748" y="2953584"/>
            <a:ext cx="4783375" cy="1346522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t">
            <a:spAutoFit/>
          </a:bodyPr>
          <a:lstStyle/>
          <a:p>
            <a:pPr marL="0" algn="l">
              <a:lnSpc>
                <a:spcPct val="150000"/>
              </a:lnSpc>
              <a:defRPr/>
            </a:pPr>
            <a:r>
              <a:rPr lang="zh-CN" altLang="en-US" sz="1400" b="0" i="0" u="none" baseline="0">
                <a:solidFill>
                  <a:srgbClr val="000000"/>
                </a:solidFill>
                <a:latin typeface="微软雅黑"/>
                <a:ea typeface="微软雅黑"/>
              </a:rPr>
              <a:t>KPI cards for: Revenue, Orders, Customers, CLV, AOV, Repeat Rate. Each with value and trend.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10419659" y="1437114"/>
            <a:ext cx="609170" cy="609166"/>
          </a:xfrm>
          <a:prstGeom prst="ellipse">
            <a:avLst/>
          </a:prstGeom>
          <a:solidFill>
            <a:schemeClr val="accent2"/>
          </a:solidFill>
          <a:ln cap="rnd">
            <a:noFill/>
            <a:prstDash val="solid"/>
          </a:ln>
          <a:effectLst/>
        </p:spPr>
        <p:txBody>
          <a:bodyPr rot="0" vert="horz" wrap="square" lIns="91440" tIns="45720" rIns="91440" bIns="45720" anchor="ctr">
            <a:prstTxWarp prst="textNoShape">
              <a:avLst/>
            </a:prstTxWarp>
            <a:normAutofit/>
          </a:bodyPr>
          <a:lstStyle/>
          <a:p>
            <a:pPr marL="0" algn="ctr"/>
            <a:endParaRPr/>
          </a:p>
        </p:txBody>
      </p:sp>
      <p:sp>
        <p:nvSpPr>
          <p:cNvPr id="9" name="AutoShape 9"/>
          <p:cNvSpPr/>
          <p:nvPr/>
        </p:nvSpPr>
        <p:spPr>
          <a:xfrm>
            <a:off x="10795000" y="6540500"/>
            <a:ext cx="1270000" cy="1905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rtlCol="0" anchor="t"/>
          <a:lstStyle/>
          <a:p>
            <a:pPr algn="r">
              <a:defRPr/>
            </a:pPr>
            <a:r>
              <a:rPr lang="en-US" sz="800" b="0" i="0" u="none" baseline="0">
                <a:solidFill>
                  <a:srgbClr val="808080"/>
                </a:solidFill>
                <a:latin typeface="Microsoft YaHei"/>
                <a:ea typeface="Microsoft YaHei"/>
              </a:rPr>
              <a:t>内容由AI生成</a:t>
            </a:r>
            <a:endParaRPr lang="en-US" sz="110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xmlns="" id="{6729B6E3-A134-D372-1746-7318A8518787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79136" y="113665"/>
            <a:ext cx="2185863" cy="625157"/>
          </a:xfrm>
          <a:prstGeom prst="rect">
            <a:avLst/>
          </a:prstGeom>
        </p:spPr>
      </p:pic>
    </p:spTree>
  </p:cSld>
  <p:clrMapOvr>
    <a:masterClrMapping/>
  </p:clrMapOvr>
  <p:transition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FFC717">
                <a:lumMod val="40000"/>
                <a:lumOff val="60000"/>
              </a:srgbClr>
            </a:gs>
            <a:gs pos="100000">
              <a:srgbClr val="FFC717">
                <a:alpha val="0"/>
                <a:lumMod val="20000"/>
                <a:lumOff val="80000"/>
              </a:srgbClr>
            </a:gs>
          </a:gsLst>
          <a:lin ang="162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title"/>
          </p:nvPr>
        </p:nvSpPr>
        <p:spPr>
          <a:xfrm>
            <a:off x="660400" y="128587"/>
            <a:ext cx="10858500" cy="900112"/>
          </a:xfrm>
        </p:spPr>
        <p:txBody>
          <a:bodyPr vert="horz" lIns="91440" tIns="45720" rIns="91440" bIns="45720" anchor="b">
            <a:normAutofit/>
          </a:bodyPr>
          <a:lstStyle/>
          <a:p>
            <a:pPr algn="l">
              <a:lnSpc>
                <a:spcPct val="90000"/>
              </a:lnSpc>
              <a:spcBef>
                <a:spcPct val="0"/>
              </a:spcBef>
            </a:pPr>
            <a:r>
              <a:rPr lang="zh-CN" altLang="en-US" sz="2800" b="1" i="0" u="none" baseline="0">
                <a:solidFill>
                  <a:srgbClr val="000000"/>
                </a:solidFill>
                <a:latin typeface="微软雅黑"/>
                <a:ea typeface="微软雅黑"/>
              </a:rPr>
              <a:t>DAX Categories</a:t>
            </a:r>
          </a:p>
        </p:txBody>
      </p:sp>
      <p:sp>
        <p:nvSpPr>
          <p:cNvPr id="3" name="AutoShape 3"/>
          <p:cNvSpPr/>
          <p:nvPr/>
        </p:nvSpPr>
        <p:spPr>
          <a:xfrm>
            <a:off x="3492500" y="0"/>
            <a:ext cx="863600" cy="6858000"/>
          </a:xfrm>
          <a:prstGeom prst="rect">
            <a:avLst/>
          </a:prstGeom>
          <a:solidFill>
            <a:srgbClr val="000000">
              <a:alpha val="10000"/>
              <a:lumMod val="50000"/>
              <a:lumOff val="50000"/>
            </a:srgbClr>
          </a:solidFill>
          <a:ln cap="flat" cmpd="sng">
            <a:prstDash val="solid"/>
          </a:ln>
        </p:spPr>
        <p:txBody>
          <a:bodyPr vert="horz" lIns="91440" tIns="45720" rIns="91440" bIns="45720" anchor="ctr">
            <a:normAutofit/>
          </a:bodyPr>
          <a:lstStyle/>
          <a:p>
            <a:pPr marL="0" algn="ctr"/>
            <a:endParaRPr/>
          </a:p>
        </p:txBody>
      </p:sp>
      <p:sp>
        <p:nvSpPr>
          <p:cNvPr id="4" name="AutoShape 4"/>
          <p:cNvSpPr/>
          <p:nvPr/>
        </p:nvSpPr>
        <p:spPr>
          <a:xfrm>
            <a:off x="2489200" y="2171700"/>
            <a:ext cx="9029700" cy="2235200"/>
          </a:xfrm>
          <a:prstGeom prst="rect">
            <a:avLst/>
          </a:prstGeom>
          <a:blipFill>
            <a:blip r:embed="rId2"/>
            <a:stretch>
              <a:fillRect/>
            </a:stretch>
          </a:blipFill>
          <a:ln cap="flat">
            <a:prstDash val="solid"/>
          </a:ln>
        </p:spPr>
        <p:txBody>
          <a:bodyPr vert="horz" lIns="91440" tIns="45720" rIns="91440" bIns="45720" anchor="ctr">
            <a:normAutofit/>
          </a:bodyPr>
          <a:lstStyle/>
          <a:p>
            <a:pPr marL="0" algn="ctr"/>
            <a:endParaRPr/>
          </a:p>
        </p:txBody>
      </p:sp>
      <p:sp>
        <p:nvSpPr>
          <p:cNvPr id="5" name="TextBox 5"/>
          <p:cNvSpPr txBox="1"/>
          <p:nvPr/>
        </p:nvSpPr>
        <p:spPr>
          <a:xfrm>
            <a:off x="4546600" y="5297719"/>
            <a:ext cx="6972300" cy="700192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t">
            <a:spAutoFit/>
          </a:bodyPr>
          <a:lstStyle/>
          <a:p>
            <a:pPr marL="0" algn="l">
              <a:lnSpc>
                <a:spcPct val="150000"/>
              </a:lnSpc>
              <a:defRPr/>
            </a:pPr>
            <a:r>
              <a:rPr lang="en-US" sz="1400" b="0" i="0" u="none" baseline="0">
                <a:solidFill>
                  <a:srgbClr val="000000"/>
                </a:solidFill>
                <a:latin typeface="微软雅黑"/>
                <a:ea typeface="微软雅黑"/>
              </a:rPr>
              <a:t>Sales: Total Revenue, Total Orders, Revenue Running Total. Customer: CLV, Purchase Frequency, Repeat Purchase Rate. Product: Revenue per Product. Financial: Tax, Average Tax %.</a:t>
            </a:r>
            <a:endParaRPr lang="en-US" sz="1100"/>
          </a:p>
        </p:txBody>
      </p:sp>
      <p:sp>
        <p:nvSpPr>
          <p:cNvPr id="6" name="TextBox 6"/>
          <p:cNvSpPr txBox="1"/>
          <p:nvPr/>
        </p:nvSpPr>
        <p:spPr>
          <a:xfrm>
            <a:off x="4546600" y="4639910"/>
            <a:ext cx="6972300" cy="657809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b">
            <a:spAutoFit/>
          </a:bodyPr>
          <a:lstStyle/>
          <a:p>
            <a:pPr marL="0" algn="l">
              <a:lnSpc>
                <a:spcPct val="120000"/>
              </a:lnSpc>
              <a:defRPr/>
            </a:pPr>
            <a:r>
              <a:rPr lang="en-US" sz="1600" b="1" i="0" u="none" baseline="0">
                <a:ln/>
                <a:solidFill>
                  <a:srgbClr val="000000"/>
                </a:solidFill>
                <a:latin typeface="微软雅黑"/>
                <a:ea typeface="微软雅黑"/>
              </a:rPr>
              <a:t>Measure Groups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10795000" y="6540500"/>
            <a:ext cx="1270000" cy="1905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rtlCol="0" anchor="t"/>
          <a:lstStyle/>
          <a:p>
            <a:pPr algn="r">
              <a:defRPr/>
            </a:pPr>
            <a:r>
              <a:rPr lang="en-US" sz="800" b="0" i="0" u="none" baseline="0">
                <a:solidFill>
                  <a:srgbClr val="808080"/>
                </a:solidFill>
                <a:latin typeface="Microsoft YaHei"/>
                <a:ea typeface="Microsoft YaHei"/>
              </a:rPr>
              <a:t>内容由AI生成</a:t>
            </a:r>
            <a:endParaRPr lang="en-US" sz="110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xmlns="" id="{6729B6E3-A134-D372-1746-7318A8518787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79136" y="113665"/>
            <a:ext cx="2185863" cy="625157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FFC717">
                <a:lumMod val="40000"/>
                <a:lumOff val="60000"/>
              </a:srgbClr>
            </a:gs>
            <a:gs pos="100000">
              <a:srgbClr val="FFC717">
                <a:alpha val="0"/>
                <a:lumMod val="20000"/>
                <a:lumOff val="80000"/>
              </a:srgbClr>
            </a:gs>
          </a:gsLst>
          <a:lin ang="162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title"/>
          </p:nvPr>
        </p:nvSpPr>
        <p:spPr>
          <a:xfrm>
            <a:off x="660400" y="128587"/>
            <a:ext cx="10858500" cy="900112"/>
          </a:xfrm>
        </p:spPr>
        <p:txBody>
          <a:bodyPr vert="horz" lIns="91440" tIns="45720" rIns="91440" bIns="45720" anchor="b">
            <a:normAutofit/>
          </a:bodyPr>
          <a:lstStyle/>
          <a:p>
            <a:pPr algn="l">
              <a:lnSpc>
                <a:spcPct val="90000"/>
              </a:lnSpc>
              <a:spcBef>
                <a:spcPct val="0"/>
              </a:spcBef>
            </a:pPr>
            <a:r>
              <a:rPr lang="zh-CN" altLang="en-US" sz="2800" b="1" i="0" u="none" baseline="0">
                <a:solidFill>
                  <a:srgbClr val="000000"/>
                </a:solidFill>
                <a:latin typeface="微软雅黑"/>
                <a:ea typeface="微软雅黑"/>
              </a:rPr>
              <a:t>Important DAX Formulas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660400" y="1292200"/>
            <a:ext cx="5146675" cy="4680000"/>
          </a:xfrm>
          <a:prstGeom prst="rect">
            <a:avLst/>
          </a:prstGeom>
          <a:solidFill>
            <a:srgbClr val="FFFFFF">
              <a:lumMod val="95000"/>
            </a:srgbClr>
          </a:solidFill>
          <a:ln cap="sq"/>
        </p:spPr>
        <p:txBody>
          <a:bodyPr vert="horz" wrap="square" lIns="91440" tIns="45720" rIns="91440" bIns="45720" rtlCol="0" anchor="ctr">
            <a:normAutofit/>
          </a:bodyPr>
          <a:lstStyle/>
          <a:p>
            <a:pPr marL="0" algn="ctr">
              <a:defRPr/>
            </a:pPr>
            <a:endParaRPr lang="en-US" sz="1100"/>
          </a:p>
        </p:txBody>
      </p:sp>
      <p:pic>
        <p:nvPicPr>
          <p:cNvPr id="4" name="image1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6118900" y="1292200"/>
            <a:ext cx="5400000" cy="4680000"/>
          </a:xfrm>
          <a:prstGeom prst="rect">
            <a:avLst/>
          </a:prstGeom>
        </p:spPr>
      </p:pic>
      <p:sp>
        <p:nvSpPr>
          <p:cNvPr id="5" name="TextBox 5"/>
          <p:cNvSpPr txBox="1"/>
          <p:nvPr/>
        </p:nvSpPr>
        <p:spPr>
          <a:xfrm>
            <a:off x="1073736" y="3095811"/>
            <a:ext cx="4320000" cy="93140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pPr marL="0" algn="l">
              <a:lnSpc>
                <a:spcPct val="150000"/>
              </a:lnSpc>
              <a:defRPr/>
            </a:pPr>
            <a:r>
              <a:rPr lang="en-US" sz="1400" b="0" i="0" u="none" baseline="0">
                <a:ln w="12700"/>
                <a:solidFill>
                  <a:srgbClr val="000000"/>
                </a:solidFill>
                <a:latin typeface="微软雅黑"/>
                <a:ea typeface="微软雅黑"/>
              </a:rPr>
              <a:t>Total Revenue = SUM('shopify_sales'[Total Price Usd])
Average Order Value = DIVIDE([Total Revenue],[Total Orders])
Revenue per Customer = DIVIDE([Total Revenue],[Total Customers])</a:t>
            </a:r>
            <a:endParaRPr lang="en-US" sz="1100"/>
          </a:p>
        </p:txBody>
      </p:sp>
      <p:sp>
        <p:nvSpPr>
          <p:cNvPr id="6" name="Freeform 6"/>
          <p:cNvSpPr/>
          <p:nvPr/>
        </p:nvSpPr>
        <p:spPr>
          <a:xfrm rot="10800000" flipH="1" flipV="1">
            <a:off x="1073736" y="1554529"/>
            <a:ext cx="720430" cy="571733"/>
          </a:xfrm>
          <a:custGeom>
            <a:avLst/>
            <a:gdLst/>
            <a:ahLst/>
            <a:cxnLst/>
            <a:rect l="l" t="t" r="r" b="b"/>
            <a:pathLst>
              <a:path w="675000" h="535680">
                <a:moveTo>
                  <a:pt x="270000" y="535680"/>
                </a:moveTo>
                <a:lnTo>
                  <a:pt x="0" y="535680"/>
                </a:lnTo>
                <a:lnTo>
                  <a:pt x="0" y="265680"/>
                </a:lnTo>
                <a:cubicBezTo>
                  <a:pt x="2360" y="118253"/>
                  <a:pt x="122554" y="-19"/>
                  <a:pt x="270000" y="0"/>
                </a:cubicBezTo>
                <a:lnTo>
                  <a:pt x="270000" y="115830"/>
                </a:lnTo>
                <a:cubicBezTo>
                  <a:pt x="186566" y="115871"/>
                  <a:pt x="118303" y="182278"/>
                  <a:pt x="115965" y="265680"/>
                </a:cubicBezTo>
                <a:lnTo>
                  <a:pt x="270000" y="265680"/>
                </a:lnTo>
                <a:close/>
                <a:moveTo>
                  <a:pt x="675000" y="535680"/>
                </a:moveTo>
                <a:lnTo>
                  <a:pt x="405000" y="535680"/>
                </a:lnTo>
                <a:lnTo>
                  <a:pt x="405000" y="265680"/>
                </a:lnTo>
                <a:cubicBezTo>
                  <a:pt x="407360" y="118253"/>
                  <a:pt x="527554" y="-19"/>
                  <a:pt x="675000" y="0"/>
                </a:cubicBezTo>
                <a:lnTo>
                  <a:pt x="675000" y="115830"/>
                </a:lnTo>
                <a:cubicBezTo>
                  <a:pt x="591566" y="115871"/>
                  <a:pt x="523303" y="182278"/>
                  <a:pt x="520965" y="265680"/>
                </a:cubicBezTo>
                <a:lnTo>
                  <a:pt x="675000" y="265680"/>
                </a:lnTo>
                <a:close/>
              </a:path>
            </a:pathLst>
          </a:custGeom>
          <a:solidFill>
            <a:srgbClr val="FFFFFF">
              <a:lumMod val="85000"/>
            </a:srgbClr>
          </a:solidFill>
          <a:ln cap="flat"/>
        </p:spPr>
        <p:txBody>
          <a:bodyPr vert="horz" wrap="square" lIns="91440" tIns="45720" rIns="91440" bIns="45720" anchor="ctr">
            <a:normAutofit/>
          </a:bodyPr>
          <a:lstStyle/>
          <a:p>
            <a:pPr marL="0" algn="l"/>
            <a:endParaRPr/>
          </a:p>
        </p:txBody>
      </p:sp>
      <p:sp>
        <p:nvSpPr>
          <p:cNvPr id="7" name="TextBox 7"/>
          <p:cNvSpPr txBox="1"/>
          <p:nvPr/>
        </p:nvSpPr>
        <p:spPr>
          <a:xfrm>
            <a:off x="1073735" y="2390394"/>
            <a:ext cx="4318000" cy="246221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pPr marL="0" algn="l">
              <a:defRPr/>
            </a:pPr>
            <a:r>
              <a:rPr lang="en-US" sz="1600" b="1" i="0" u="none" baseline="0">
                <a:ln w="12700"/>
                <a:solidFill>
                  <a:srgbClr val="000000"/>
                </a:solidFill>
                <a:latin typeface="微软雅黑"/>
                <a:ea typeface="微软雅黑"/>
              </a:rPr>
              <a:t>Core Measures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10795000" y="6540500"/>
            <a:ext cx="1270000" cy="1905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rtlCol="0" anchor="t"/>
          <a:lstStyle/>
          <a:p>
            <a:pPr algn="r">
              <a:defRPr/>
            </a:pPr>
            <a:r>
              <a:rPr lang="en-US" sz="800" b="0" i="0" u="none" baseline="0">
                <a:solidFill>
                  <a:srgbClr val="808080"/>
                </a:solidFill>
                <a:latin typeface="Microsoft YaHei"/>
                <a:ea typeface="Microsoft YaHei"/>
              </a:rPr>
              <a:t>内容由AI生成</a:t>
            </a:r>
            <a:endParaRPr lang="en-US" sz="110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xmlns="" id="{6729B6E3-A134-D372-1746-7318A8518787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79136" y="113665"/>
            <a:ext cx="2185863" cy="625157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FFC717">
                <a:lumMod val="40000"/>
                <a:lumOff val="60000"/>
              </a:srgbClr>
            </a:gs>
            <a:gs pos="100000">
              <a:srgbClr val="FFC717">
                <a:alpha val="0"/>
                <a:lumMod val="20000"/>
                <a:lumOff val="80000"/>
              </a:srgbClr>
            </a:gs>
          </a:gsLst>
          <a:lin ang="162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254000" y="254000"/>
            <a:ext cx="11684000" cy="726440"/>
          </a:xfrm>
          <a:prstGeom prst="rect">
            <a:avLst/>
          </a:prstGeom>
          <a:noFill/>
        </p:spPr>
        <p:txBody>
          <a:bodyPr vert="horz" wrap="none" lIns="91440" tIns="45720" rIns="91440" bIns="45720" anchor="ctr">
            <a:noAutofit/>
          </a:bodyPr>
          <a:lstStyle/>
          <a:p>
            <a:pPr marL="0" indent="0" algn="l"/>
            <a:r>
              <a:rPr lang="en-US" sz="4500" b="1" i="0" u="none" spc="-137" baseline="0">
                <a:solidFill>
                  <a:srgbClr val="000000"/>
                </a:solidFill>
                <a:latin typeface="Arial"/>
                <a:ea typeface="Arial"/>
              </a:rPr>
              <a:t>Advanced DAX Logic</a:t>
            </a:r>
          </a:p>
        </p:txBody>
      </p:sp>
      <p:sp>
        <p:nvSpPr>
          <p:cNvPr id="3" name="AutoShape 3"/>
          <p:cNvSpPr/>
          <p:nvPr/>
        </p:nvSpPr>
        <p:spPr>
          <a:xfrm>
            <a:off x="254000" y="1043940"/>
            <a:ext cx="11684000" cy="726440"/>
          </a:xfrm>
          <a:prstGeom prst="rect">
            <a:avLst/>
          </a:prstGeom>
          <a:noFill/>
        </p:spPr>
        <p:txBody>
          <a:bodyPr vert="horz" wrap="none" lIns="91440" tIns="45720" rIns="91440" bIns="45720" anchor="ctr">
            <a:noAutofit/>
          </a:bodyPr>
          <a:lstStyle/>
          <a:p>
            <a:pPr marL="0" indent="0" algn="l"/>
            <a:r>
              <a:rPr lang="en-US" sz="2600" b="1" i="0" u="none" spc="-82" baseline="0">
                <a:solidFill>
                  <a:srgbClr val="000000"/>
                </a:solidFill>
                <a:latin typeface="Arial"/>
                <a:ea typeface="Arial"/>
              </a:rPr>
              <a:t>Measures with Business Purpose</a:t>
            </a:r>
          </a:p>
        </p:txBody>
      </p:sp>
      <p:graphicFrame>
        <p:nvGraphicFramePr>
          <p:cNvPr id="4" name="Table 4"/>
          <p:cNvGraphicFramePr>
            <a:graphicFrameLocks noGrp="1"/>
          </p:cNvGraphicFramePr>
          <p:nvPr/>
        </p:nvGraphicFramePr>
        <p:xfrm>
          <a:off x="914400" y="1960880"/>
          <a:ext cx="10363200" cy="2159000"/>
        </p:xfrm>
        <a:graphic>
          <a:graphicData uri="http://schemas.openxmlformats.org/drawingml/2006/table">
            <a:tbl>
              <a:tblPr/>
              <a:tblGrid>
                <a:gridCol w="3999527"/>
                <a:gridCol w="6363673"/>
              </a:tblGrid>
              <a:tr h="431800">
                <a:tc>
                  <a:txBody>
                    <a:bodyPr/>
                    <a:lstStyle/>
                    <a:p>
                      <a:pPr marL="0" algn="l"/>
                      <a:r>
                        <a:rPr lang="en-US" sz="1800" b="1" i="0" u="none" baseline="0">
                          <a:solidFill>
                            <a:srgbClr val="FFFFFF"/>
                          </a:solidFill>
                          <a:latin typeface="Arial"/>
                          <a:ea typeface="Arial"/>
                        </a:rPr>
                        <a:t>Measure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/>
                      <a:r>
                        <a:rPr lang="en-US" sz="1800" b="1" i="0" u="none" baseline="0">
                          <a:solidFill>
                            <a:srgbClr val="FFFFFF"/>
                          </a:solidFill>
                          <a:latin typeface="Arial"/>
                          <a:ea typeface="Arial"/>
                        </a:rPr>
                        <a:t>Business Purpose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/>
                    </a:solidFill>
                  </a:tcPr>
                </a:tc>
              </a:tr>
              <a:tr h="431800">
                <a:tc>
                  <a:txBody>
                    <a:bodyPr/>
                    <a:lstStyle/>
                    <a:p>
                      <a:pPr marL="0" algn="l"/>
                      <a:r>
                        <a:rPr lang="en-US" sz="1800" b="0" i="0" u="none" baseline="0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Running Total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/>
                      <a:r>
                        <a:rPr lang="en-US" sz="1800" b="0" i="0" u="none" baseline="0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Track cumulative revenue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</a:tr>
              <a:tr h="431800">
                <a:tc>
                  <a:txBody>
                    <a:bodyPr/>
                    <a:lstStyle/>
                    <a:p>
                      <a:pPr marL="0" algn="l"/>
                      <a:r>
                        <a:rPr lang="en-US" sz="1800" b="0" i="0" u="none" baseline="0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Customer Rank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/>
                      <a:r>
                        <a:rPr lang="en-US" sz="1800" b="0" i="0" u="none" baseline="0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Identify top customers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</a:tr>
              <a:tr h="431800">
                <a:tc>
                  <a:txBody>
                    <a:bodyPr/>
                    <a:lstStyle/>
                    <a:p>
                      <a:pPr marL="0" algn="l"/>
                      <a:r>
                        <a:rPr lang="en-US" sz="1800" b="0" i="0" u="none" baseline="0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Purchase Frequency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/>
                      <a:r>
                        <a:rPr lang="en-US" sz="1800" b="0" i="0" u="none" baseline="0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Measure buying behavior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</a:tr>
              <a:tr h="431800">
                <a:tc>
                  <a:txBody>
                    <a:bodyPr/>
                    <a:lstStyle/>
                    <a:p>
                      <a:pPr marL="0" algn="l"/>
                      <a:r>
                        <a:rPr lang="en-US" sz="1800" b="0" i="0" u="none" baseline="0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CLV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/>
                      <a:r>
                        <a:rPr lang="en-US" sz="1800" b="0" i="0" u="none" baseline="0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Estimate long-term customer value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</a:tr>
            </a:tbl>
          </a:graphicData>
        </a:graphic>
      </p:graphicFrame>
      <p:sp>
        <p:nvSpPr>
          <p:cNvPr id="5" name="AutoShape 5"/>
          <p:cNvSpPr/>
          <p:nvPr/>
        </p:nvSpPr>
        <p:spPr>
          <a:xfrm>
            <a:off x="10795000" y="6540500"/>
            <a:ext cx="1270000" cy="1905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rtlCol="0" anchor="t"/>
          <a:lstStyle/>
          <a:p>
            <a:pPr algn="r">
              <a:defRPr/>
            </a:pPr>
            <a:r>
              <a:rPr lang="en-US" sz="800" b="0" i="0" u="none" baseline="0">
                <a:solidFill>
                  <a:srgbClr val="808080"/>
                </a:solidFill>
                <a:latin typeface="Microsoft YaHei"/>
                <a:ea typeface="Microsoft YaHei"/>
              </a:rPr>
              <a:t>内容由AI生成</a:t>
            </a:r>
            <a:endParaRPr lang="en-US" sz="110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xmlns="" id="{6729B6E3-A134-D372-1746-7318A8518787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79136" y="113665"/>
            <a:ext cx="2185863" cy="625157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FFC717">
                <a:lumMod val="40000"/>
                <a:lumOff val="60000"/>
              </a:srgbClr>
            </a:gs>
            <a:gs pos="100000">
              <a:srgbClr val="FFC717">
                <a:alpha val="0"/>
                <a:lumMod val="20000"/>
                <a:lumOff val="80000"/>
              </a:srgbClr>
            </a:gs>
          </a:gsLst>
          <a:lin ang="162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2781621" y="1314138"/>
            <a:ext cx="6800370" cy="325025"/>
          </a:xfrm>
          <a:prstGeom prst="rect">
            <a:avLst/>
          </a:prstGeom>
          <a:noFill/>
        </p:spPr>
        <p:txBody>
          <a:bodyPr vert="horz" wrap="square" lIns="0" tIns="0" rIns="0" bIns="0" rtlCol="0" anchor="b">
            <a:spAutoFit/>
          </a:bodyPr>
          <a:lstStyle/>
          <a:p>
            <a:pPr marL="0" algn="ctr">
              <a:lnSpc>
                <a:spcPct val="130000"/>
              </a:lnSpc>
              <a:defRPr/>
            </a:pPr>
            <a:r>
              <a:rPr lang="zh-CN" altLang="en-US" sz="1800" b="1" i="0" u="none" spc="300" baseline="0">
                <a:solidFill>
                  <a:srgbClr val="000000"/>
                </a:solidFill>
                <a:latin typeface="微软雅黑"/>
                <a:ea typeface="微软雅黑"/>
              </a:rPr>
              <a:t>Metric Hierarchy</a:t>
            </a:r>
            <a:endParaRPr lang="en-US" sz="1100"/>
          </a:p>
        </p:txBody>
      </p:sp>
      <p:sp>
        <p:nvSpPr>
          <p:cNvPr id="3" name="TextBox 3"/>
          <p:cNvSpPr txBox="1"/>
          <p:nvPr/>
        </p:nvSpPr>
        <p:spPr>
          <a:xfrm>
            <a:off x="2781620" y="1967056"/>
            <a:ext cx="6800370" cy="608243"/>
          </a:xfrm>
          <a:prstGeom prst="rect">
            <a:avLst/>
          </a:prstGeom>
          <a:noFill/>
          <a:effectLst/>
        </p:spPr>
        <p:txBody>
          <a:bodyPr vert="horz" wrap="square" lIns="0" tIns="0" rIns="0" bIns="0" rtlCol="0" anchor="t">
            <a:spAutoFit/>
          </a:bodyPr>
          <a:lstStyle/>
          <a:p>
            <a:pPr marL="0" marR="0" indent="0" algn="ctr" fontAlgn="auto">
              <a:lnSpc>
                <a:spcPct val="150000"/>
              </a:lnSpc>
              <a:spcBef>
                <a:spcPct val="0"/>
              </a:spcBef>
              <a:defRPr/>
            </a:pPr>
            <a:r>
              <a:rPr lang="zh-CN" altLang="en-US" sz="1400" b="0" i="0" u="none" baseline="0">
                <a:ln/>
                <a:solidFill>
                  <a:srgbClr val="000000"/>
                </a:solidFill>
                <a:effectLst/>
                <a:latin typeface="微软雅黑"/>
                <a:ea typeface="微软雅黑"/>
              </a:rPr>
              <a:t>Revenue → Orders, AOV, Quantity.
Customers → Frequency, CLV, Repeat Rate. Hierarchical relationship diagram.</a:t>
            </a:r>
            <a:endParaRPr lang="en-US" sz="1100"/>
          </a:p>
        </p:txBody>
      </p:sp>
      <p:cxnSp>
        <p:nvCxnSpPr>
          <p:cNvPr id="4" name="Connector 4"/>
          <p:cNvCxnSpPr/>
          <p:nvPr/>
        </p:nvCxnSpPr>
        <p:spPr>
          <a:xfrm>
            <a:off x="3831136" y="1815915"/>
            <a:ext cx="4471883" cy="0"/>
          </a:xfrm>
          <a:prstGeom prst="line">
            <a:avLst/>
          </a:prstGeom>
          <a:ln w="23146">
            <a:solidFill>
              <a:schemeClr val="accent1"/>
            </a:solidFill>
          </a:ln>
        </p:spPr>
      </p:cxnSp>
      <p:pic>
        <p:nvPicPr>
          <p:cNvPr id="5" name="image1.jpg"/>
          <p:cNvPicPr>
            <a:picLocks noChangeAspect="1"/>
          </p:cNvPicPr>
          <p:nvPr/>
        </p:nvPicPr>
        <p:blipFill>
          <a:blip r:embed="rId2"/>
          <a:srcRect l="4404" t="29922" r="4404" b="7394"/>
          <a:stretch>
            <a:fillRect/>
          </a:stretch>
        </p:blipFill>
        <p:spPr>
          <a:xfrm>
            <a:off x="1642109" y="2955531"/>
            <a:ext cx="9233901" cy="3667316"/>
          </a:xfrm>
          <a:custGeom>
            <a:avLst/>
            <a:gdLst/>
            <a:ahLst/>
            <a:cxnLst/>
            <a:rect l="0" t="0" r="0" b="0"/>
            <a:pathLst>
              <a:path w="9233901" h="3667316">
                <a:moveTo>
                  <a:pt x="0" y="0"/>
                </a:moveTo>
                <a:lnTo>
                  <a:pt x="9233901" y="0"/>
                </a:lnTo>
                <a:lnTo>
                  <a:pt x="9233901" y="3667316"/>
                </a:lnTo>
                <a:lnTo>
                  <a:pt x="0" y="3667316"/>
                </a:lnTo>
                <a:close/>
              </a:path>
            </a:pathLst>
          </a:custGeom>
        </p:spPr>
      </p:pic>
      <p:sp>
        <p:nvSpPr>
          <p:cNvPr id="6" name="AutoShape 6"/>
          <p:cNvSpPr/>
          <p:nvPr/>
        </p:nvSpPr>
        <p:spPr>
          <a:xfrm>
            <a:off x="816446" y="11198824"/>
            <a:ext cx="12204995" cy="275460"/>
          </a:xfrm>
          <a:prstGeom prst="rect">
            <a:avLst/>
          </a:prstGeom>
          <a:solidFill>
            <a:schemeClr val="accent1">
              <a:lumMod val="100000"/>
            </a:schemeClr>
          </a:solidFill>
          <a:ln>
            <a:noFill/>
          </a:ln>
        </p:spPr>
        <p:txBody>
          <a:bodyPr vert="horz" lIns="91440" tIns="45720" rIns="91440" bIns="45720" anchor="ctr">
            <a:normAutofit fontScale="85000" lnSpcReduction="20000"/>
          </a:bodyPr>
          <a:lstStyle/>
          <a:p>
            <a:pPr marL="0" algn="ctr"/>
            <a:endParaRPr/>
          </a:p>
        </p:txBody>
      </p:sp>
      <p:sp>
        <p:nvSpPr>
          <p:cNvPr id="7" name="TextBox 7"/>
          <p:cNvSpPr txBox="1"/>
          <p:nvPr/>
        </p:nvSpPr>
        <p:spPr>
          <a:xfrm>
            <a:off x="660400" y="128587"/>
            <a:ext cx="10858500" cy="90011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marL="0" algn="l">
              <a:lnSpc>
                <a:spcPct val="90000"/>
              </a:lnSpc>
              <a:spcBef>
                <a:spcPct val="0"/>
              </a:spcBef>
              <a:defRPr/>
            </a:pPr>
            <a:r>
              <a:rPr lang="zh-CN" altLang="en-US" sz="2800" b="1" i="0" u="none" baseline="0">
                <a:solidFill>
                  <a:srgbClr val="000000"/>
                </a:solidFill>
                <a:latin typeface="微软雅黑"/>
                <a:ea typeface="微软雅黑"/>
              </a:rPr>
              <a:t>KPI Framework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10795000" y="6540500"/>
            <a:ext cx="1270000" cy="1905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rtlCol="0" anchor="t"/>
          <a:lstStyle/>
          <a:p>
            <a:pPr algn="r">
              <a:defRPr/>
            </a:pPr>
            <a:r>
              <a:rPr lang="en-US" sz="800" b="0" i="0" u="none" baseline="0">
                <a:solidFill>
                  <a:srgbClr val="808080"/>
                </a:solidFill>
                <a:latin typeface="Microsoft YaHei"/>
                <a:ea typeface="Microsoft YaHei"/>
              </a:rPr>
              <a:t>内容由AI生成</a:t>
            </a:r>
            <a:endParaRPr lang="en-US" sz="110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xmlns="" id="{6729B6E3-A134-D372-1746-7318A8518787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79136" y="113665"/>
            <a:ext cx="2185863" cy="625157"/>
          </a:xfrm>
          <a:prstGeom prst="rect">
            <a:avLst/>
          </a:prstGeom>
        </p:spPr>
      </p:pic>
    </p:spTree>
  </p:cSld>
  <p:clrMapOvr>
    <a:masterClrMapping/>
  </p:clrMapOvr>
  <p:transition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title"/>
          </p:nvPr>
        </p:nvSpPr>
        <p:spPr>
          <a:xfrm>
            <a:off x="660402" y="2687736"/>
            <a:ext cx="10858498" cy="923330"/>
          </a:xfrm>
        </p:spPr>
        <p:txBody>
          <a:bodyPr vert="horz" lIns="91440" tIns="45720" rIns="91440" bIns="45720" anchor="t">
            <a:normAutofit/>
          </a:bodyPr>
          <a:lstStyle/>
          <a:p>
            <a:pPr algn="ctr">
              <a:lnSpc>
                <a:spcPct val="100000"/>
              </a:lnSpc>
              <a:spcBef>
                <a:spcPct val="0"/>
              </a:spcBef>
              <a:buNone/>
            </a:pPr>
            <a:r>
              <a:rPr lang="zh-CN" altLang="en-US" sz="4895" b="1" i="0" u="none" baseline="0">
                <a:solidFill>
                  <a:srgbClr val="000000"/>
                </a:solidFill>
                <a:latin typeface="微软雅黑"/>
                <a:ea typeface="微软雅黑"/>
              </a:rPr>
              <a:t>Section 4: Dashboard Pages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5430672" y="1579740"/>
            <a:ext cx="1330656" cy="1107996"/>
          </a:xfrm>
          <a:prstGeom prst="rect">
            <a:avLst/>
          </a:prstGeom>
        </p:spPr>
        <p:txBody>
          <a:bodyPr vert="horz" wrap="square" lIns="91440" tIns="45720" rIns="91440" bIns="45720" rtlCol="0" anchor="b">
            <a:spAutoFit/>
          </a:bodyPr>
          <a:lstStyle/>
          <a:p>
            <a:pPr marL="0" algn="l">
              <a:defRPr/>
            </a:pPr>
            <a:r>
              <a:rPr lang="en-US" sz="6600" b="0" i="0" u="none" baseline="0">
                <a:solidFill>
                  <a:srgbClr val="000000"/>
                </a:solidFill>
                <a:latin typeface="微软雅黑"/>
                <a:ea typeface="微软雅黑"/>
              </a:rPr>
              <a:t>04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10795000" y="6540500"/>
            <a:ext cx="1270000" cy="1905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rtlCol="0" anchor="t"/>
          <a:lstStyle/>
          <a:p>
            <a:pPr algn="r">
              <a:defRPr/>
            </a:pPr>
            <a:r>
              <a:rPr lang="en-US" sz="800" b="0" i="0" u="none" baseline="0">
                <a:solidFill>
                  <a:srgbClr val="808080"/>
                </a:solidFill>
                <a:latin typeface="Microsoft YaHei"/>
                <a:ea typeface="Microsoft YaHei"/>
              </a:rPr>
              <a:t>内容由AI生成</a:t>
            </a:r>
            <a:endParaRPr lang="en-US" sz="110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xmlns="" id="{6729B6E3-A134-D372-1746-7318A8518787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79136" y="113665"/>
            <a:ext cx="2185864" cy="625157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FFC717">
                <a:lumMod val="40000"/>
                <a:lumOff val="60000"/>
              </a:srgbClr>
            </a:gs>
            <a:gs pos="100000">
              <a:srgbClr val="FFC717">
                <a:alpha val="0"/>
                <a:lumMod val="20000"/>
                <a:lumOff val="80000"/>
              </a:srgbClr>
            </a:gs>
          </a:gsLst>
          <a:lin ang="162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title"/>
          </p:nvPr>
        </p:nvSpPr>
        <p:spPr>
          <a:xfrm>
            <a:off x="660400" y="128587"/>
            <a:ext cx="10858500" cy="900112"/>
          </a:xfrm>
        </p:spPr>
        <p:txBody>
          <a:bodyPr vert="horz" lIns="91440" tIns="45720" rIns="91440" bIns="45720" anchor="b">
            <a:normAutofit/>
          </a:bodyPr>
          <a:lstStyle/>
          <a:p>
            <a:pPr algn="l">
              <a:lnSpc>
                <a:spcPct val="90000"/>
              </a:lnSpc>
              <a:spcBef>
                <a:spcPct val="0"/>
              </a:spcBef>
            </a:pPr>
            <a:r>
              <a:rPr lang="zh-CN" altLang="en-US" sz="2800" b="1" i="0" u="none" baseline="0">
                <a:solidFill>
                  <a:srgbClr val="000000"/>
                </a:solidFill>
                <a:latin typeface="微软雅黑"/>
                <a:ea typeface="微软雅黑"/>
              </a:rPr>
              <a:t>Standard Dashboard Page Layout</a:t>
            </a:r>
          </a:p>
        </p:txBody>
      </p:sp>
      <p:sp>
        <p:nvSpPr>
          <p:cNvPr id="3" name="Freeform 3"/>
          <p:cNvSpPr/>
          <p:nvPr/>
        </p:nvSpPr>
        <p:spPr>
          <a:xfrm>
            <a:off x="7418433" y="0"/>
            <a:ext cx="4773567" cy="4411226"/>
          </a:xfrm>
          <a:custGeom>
            <a:avLst/>
            <a:gdLst/>
            <a:ahLst/>
            <a:cxnLst/>
            <a:rect l="l" t="t" r="r" b="b"/>
            <a:pathLst>
              <a:path w="4773567" h="4411226">
                <a:moveTo>
                  <a:pt x="397704" y="0"/>
                </a:moveTo>
                <a:lnTo>
                  <a:pt x="4773567" y="0"/>
                </a:lnTo>
                <a:lnTo>
                  <a:pt x="4773567" y="3766653"/>
                </a:lnTo>
                <a:lnTo>
                  <a:pt x="4582923" y="3909214"/>
                </a:lnTo>
                <a:cubicBezTo>
                  <a:pt x="4113784" y="4226159"/>
                  <a:pt x="3548229" y="4411226"/>
                  <a:pt x="2939449" y="4411226"/>
                </a:cubicBezTo>
                <a:cubicBezTo>
                  <a:pt x="1316036" y="4411226"/>
                  <a:pt x="0" y="3095190"/>
                  <a:pt x="0" y="1471777"/>
                </a:cubicBezTo>
                <a:cubicBezTo>
                  <a:pt x="0" y="964461"/>
                  <a:pt x="128519" y="487161"/>
                  <a:pt x="354776" y="70661"/>
                </a:cubicBezTo>
                <a:close/>
              </a:path>
            </a:pathLst>
          </a:custGeom>
          <a:blipFill>
            <a:blip r:embed="rId2"/>
            <a:stretch>
              <a:fillRect/>
            </a:stretch>
          </a:blipFill>
          <a:ln cap="flat" cmpd="sng">
            <a:prstDash val="solid"/>
          </a:ln>
        </p:spPr>
        <p:txBody>
          <a:bodyPr rot="0" vert="horz" wrap="square" lIns="91440" tIns="45720" rIns="91440" bIns="45720" anchor="t">
            <a:prstTxWarp prst="textNoShape">
              <a:avLst/>
            </a:prstTxWarp>
            <a:noAutofit/>
          </a:bodyPr>
          <a:lstStyle/>
          <a:p>
            <a:pPr marL="0" algn="ctr"/>
            <a:endParaRPr/>
          </a:p>
        </p:txBody>
      </p:sp>
      <p:sp>
        <p:nvSpPr>
          <p:cNvPr id="4" name="TextBox 4"/>
          <p:cNvSpPr txBox="1"/>
          <p:nvPr/>
        </p:nvSpPr>
        <p:spPr>
          <a:xfrm>
            <a:off x="952595" y="1878183"/>
            <a:ext cx="4314396" cy="338554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t">
            <a:spAutoFit/>
          </a:bodyPr>
          <a:lstStyle/>
          <a:p>
            <a:pPr marL="0" algn="l">
              <a:defRPr/>
            </a:pPr>
            <a:r>
              <a:rPr lang="zh-CN" altLang="en-US" sz="1600" b="1" i="0" u="none" baseline="0">
                <a:solidFill>
                  <a:srgbClr val="000000"/>
                </a:solidFill>
                <a:latin typeface="微软雅黑"/>
                <a:ea typeface="微软雅黑"/>
              </a:rPr>
              <a:t>Template Structure</a:t>
            </a:r>
            <a:endParaRPr lang="en-US" sz="1100"/>
          </a:p>
        </p:txBody>
      </p:sp>
      <p:sp>
        <p:nvSpPr>
          <p:cNvPr id="5" name="TextBox 5"/>
          <p:cNvSpPr txBox="1"/>
          <p:nvPr/>
        </p:nvSpPr>
        <p:spPr>
          <a:xfrm>
            <a:off x="952595" y="2490739"/>
            <a:ext cx="4314396" cy="1177290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t">
            <a:spAutoFit/>
          </a:bodyPr>
          <a:lstStyle/>
          <a:p>
            <a:pPr marL="0" marR="0" indent="0" algn="l" fontAlgn="auto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z="1400" b="0" i="0" u="none" baseline="0">
                <a:ln/>
                <a:solidFill>
                  <a:srgbClr val="000000"/>
                </a:solidFill>
                <a:latin typeface="微软雅黑"/>
                <a:ea typeface="微软雅黑"/>
              </a:rPr>
              <a:t>Dashboard Screenshot → Purpose → KPIs Used → Visuals Used → Business Questions → Key Insights → Business Recommendation. Each page is a consulting case study.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10795000" y="6540500"/>
            <a:ext cx="1270000" cy="1905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rtlCol="0" anchor="t"/>
          <a:lstStyle/>
          <a:p>
            <a:pPr algn="r">
              <a:defRPr/>
            </a:pPr>
            <a:r>
              <a:rPr lang="en-US" sz="800" b="0" i="0" u="none" baseline="0">
                <a:solidFill>
                  <a:srgbClr val="808080"/>
                </a:solidFill>
                <a:latin typeface="Microsoft YaHei"/>
                <a:ea typeface="Microsoft YaHei"/>
              </a:rPr>
              <a:t>内容由AI生成</a:t>
            </a:r>
            <a:endParaRPr lang="en-US" sz="110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xmlns="" id="{6729B6E3-A134-D372-1746-7318A8518787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79136" y="113665"/>
            <a:ext cx="2185864" cy="625157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title"/>
          </p:nvPr>
        </p:nvSpPr>
        <p:spPr>
          <a:xfrm>
            <a:off x="660400" y="128587"/>
            <a:ext cx="10858500" cy="900112"/>
          </a:xfrm>
        </p:spPr>
        <p:txBody>
          <a:bodyPr vert="horz" lIns="91440" tIns="45720" rIns="91440" bIns="45720" anchor="b">
            <a:normAutofit/>
          </a:bodyPr>
          <a:lstStyle/>
          <a:p>
            <a:pPr algn="l">
              <a:lnSpc>
                <a:spcPct val="90000"/>
              </a:lnSpc>
              <a:spcBef>
                <a:spcPct val="0"/>
              </a:spcBef>
            </a:pPr>
            <a:r>
              <a:rPr lang="en-US" altLang="zh-CN" sz="2800" b="1" dirty="0" smtClean="0">
                <a:solidFill>
                  <a:srgbClr val="000000"/>
                </a:solidFill>
                <a:latin typeface="微软雅黑"/>
                <a:ea typeface="微软雅黑"/>
              </a:rPr>
              <a:t>Navigation Page Layout</a:t>
            </a:r>
            <a:endParaRPr lang="zh-CN" altLang="en-US" sz="2800" b="1" i="0" u="none" baseline="0" dirty="0">
              <a:solidFill>
                <a:srgbClr val="000000"/>
              </a:solidFill>
              <a:latin typeface="微软雅黑"/>
              <a:ea typeface="微软雅黑"/>
            </a:endParaRPr>
          </a:p>
        </p:txBody>
      </p:sp>
      <p:sp>
        <p:nvSpPr>
          <p:cNvPr id="6" name="AutoShape 6"/>
          <p:cNvSpPr/>
          <p:nvPr/>
        </p:nvSpPr>
        <p:spPr>
          <a:xfrm>
            <a:off x="10795000" y="6540500"/>
            <a:ext cx="1270000" cy="1905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rtlCol="0" anchor="t"/>
          <a:lstStyle/>
          <a:p>
            <a:pPr algn="r">
              <a:defRPr/>
            </a:pPr>
            <a:r>
              <a:rPr lang="en-US" sz="800" b="0" i="0" u="none" baseline="0">
                <a:solidFill>
                  <a:srgbClr val="808080"/>
                </a:solidFill>
                <a:latin typeface="Microsoft YaHei"/>
                <a:ea typeface="Microsoft YaHei"/>
              </a:rPr>
              <a:t>内容由AI生成</a:t>
            </a:r>
            <a:endParaRPr lang="en-US" sz="110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74346" y="1145287"/>
            <a:ext cx="9614707" cy="5560313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xmlns="" id="{6729B6E3-A134-D372-1746-7318A8518787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79136" y="113665"/>
            <a:ext cx="2185863" cy="6251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215006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FFC717">
                <a:lumMod val="40000"/>
                <a:lumOff val="60000"/>
              </a:srgbClr>
            </a:gs>
            <a:gs pos="100000">
              <a:srgbClr val="FFC717">
                <a:alpha val="0"/>
                <a:lumMod val="20000"/>
                <a:lumOff val="80000"/>
              </a:srgbClr>
            </a:gs>
          </a:gsLst>
          <a:lin ang="162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660400" y="2999530"/>
            <a:ext cx="10858500" cy="3134570"/>
          </a:xfrm>
          <a:prstGeom prst="rect">
            <a:avLst/>
          </a:prstGeom>
          <a:blipFill>
            <a:blip r:embed="rId2"/>
            <a:stretch>
              <a:fillRect t="-65691" b="-65160"/>
            </a:stretch>
          </a:blipFill>
          <a:ln cap="flat" cmpd="sng">
            <a:prstDash val="solid"/>
          </a:ln>
        </p:spPr>
        <p:txBody>
          <a:bodyPr rot="0" vert="horz" wrap="square" lIns="91440" tIns="45720" rIns="91440" bIns="45720" anchor="t">
            <a:noAutofit/>
          </a:bodyPr>
          <a:lstStyle/>
          <a:p>
            <a:pPr marL="0" algn="ctr"/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1198496" y="1379530"/>
            <a:ext cx="3600000" cy="3954469"/>
          </a:xfrm>
          <a:prstGeom prst="roundRect">
            <a:avLst>
              <a:gd name="adj" fmla="val 4077"/>
            </a:avLst>
          </a:prstGeom>
          <a:gradFill>
            <a:gsLst>
              <a:gs pos="0">
                <a:srgbClr val="F54E1A">
                  <a:lumMod val="60000"/>
                  <a:lumOff val="40000"/>
                </a:srgbClr>
              </a:gs>
              <a:gs pos="60000">
                <a:srgbClr val="F54E1A"/>
              </a:gs>
            </a:gsLst>
            <a:lin ang="2700000"/>
          </a:gradFill>
          <a:ln cap="rnd" cmpd="sng">
            <a:prstDash val="solid"/>
          </a:ln>
          <a:effectLst>
            <a:outerShdw blurRad="254000" dist="127000" dir="5400000" algn="ctr" rotWithShape="0">
              <a:schemeClr val="accent1">
                <a:alpha val="20000"/>
              </a:schemeClr>
            </a:outerShdw>
          </a:effectLst>
        </p:spPr>
        <p:txBody>
          <a:bodyPr rot="0" vert="horz" wrap="square" lIns="91440" tIns="45720" rIns="91440" bIns="45720" anchor="ctr">
            <a:noAutofit/>
          </a:bodyPr>
          <a:lstStyle/>
          <a:p>
            <a:pPr marL="342900" indent="-342900" algn="ctr"/>
            <a:endParaRPr/>
          </a:p>
        </p:txBody>
      </p:sp>
      <p:cxnSp>
        <p:nvCxnSpPr>
          <p:cNvPr id="4" name="Connector 4"/>
          <p:cNvCxnSpPr/>
          <p:nvPr/>
        </p:nvCxnSpPr>
        <p:spPr>
          <a:xfrm>
            <a:off x="2818496" y="2245947"/>
            <a:ext cx="360000" cy="0"/>
          </a:xfrm>
          <a:prstGeom prst="line">
            <a:avLst/>
          </a:prstGeom>
          <a:ln w="25400" cap="flat" cmpd="sng">
            <a:solidFill>
              <a:srgbClr val="FFFFFF"/>
            </a:solidFill>
            <a:prstDash val="solid"/>
          </a:ln>
        </p:spPr>
      </p:cxnSp>
      <p:sp>
        <p:nvSpPr>
          <p:cNvPr id="5" name="TextBox 5"/>
          <p:cNvSpPr txBox="1"/>
          <p:nvPr/>
        </p:nvSpPr>
        <p:spPr>
          <a:xfrm>
            <a:off x="1329743" y="1735248"/>
            <a:ext cx="3337508" cy="369332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b">
            <a:spAutoFit/>
          </a:bodyPr>
          <a:lstStyle/>
          <a:p>
            <a:pPr marL="0" algn="ctr">
              <a:defRPr/>
            </a:pPr>
            <a:r>
              <a:rPr lang="zh-CN" altLang="en-US" sz="1800" b="1" i="0" u="none" baseline="0">
                <a:solidFill>
                  <a:srgbClr val="FFFFFF"/>
                </a:solidFill>
                <a:latin typeface="微软雅黑"/>
                <a:ea typeface="微软雅黑"/>
              </a:rPr>
              <a:t>Page Breakdown</a:t>
            </a:r>
            <a:endParaRPr lang="en-US" sz="1100"/>
          </a:p>
        </p:txBody>
      </p:sp>
      <p:sp>
        <p:nvSpPr>
          <p:cNvPr id="6" name="TextBox 6"/>
          <p:cNvSpPr txBox="1"/>
          <p:nvPr/>
        </p:nvSpPr>
        <p:spPr>
          <a:xfrm>
            <a:off x="1329743" y="2387373"/>
            <a:ext cx="3337508" cy="2263140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t">
            <a:spAutoFit/>
          </a:bodyPr>
          <a:lstStyle/>
          <a:p>
            <a:pPr marL="0" algn="ctr">
              <a:lnSpc>
                <a:spcPct val="150000"/>
              </a:lnSpc>
              <a:defRPr/>
            </a:pPr>
            <a:r>
              <a:rPr lang="zh-CN" altLang="en-US" sz="1400" b="0" i="0" u="none" baseline="0">
                <a:solidFill>
                  <a:srgbClr val="FFFFFF"/>
                </a:solidFill>
                <a:latin typeface="微软雅黑"/>
                <a:ea typeface="微软雅黑"/>
              </a:rPr>
              <a:t>Purpose: Monitor overall revenue trends. KPIs: Revenue, Orders, AOV. Visuals: Line chart, KPI cards. Question: How is revenue performing over time? Insight: Stable trend with peak month. Recommendation: Focus marketing on top periods.</a:t>
            </a:r>
            <a:endParaRPr lang="en-US" sz="1100"/>
          </a:p>
        </p:txBody>
      </p:sp>
      <p:sp>
        <p:nvSpPr>
          <p:cNvPr id="7" name="Freeform 7"/>
          <p:cNvSpPr/>
          <p:nvPr/>
        </p:nvSpPr>
        <p:spPr>
          <a:xfrm>
            <a:off x="2789588" y="5105400"/>
            <a:ext cx="514063" cy="131413"/>
          </a:xfrm>
          <a:custGeom>
            <a:avLst/>
            <a:gdLst/>
            <a:ahLst/>
            <a:cxnLst/>
            <a:rect l="l" t="t" r="r" b="b"/>
            <a:pathLst>
              <a:path w="514063" h="131413">
                <a:moveTo>
                  <a:pt x="408080" y="1"/>
                </a:moveTo>
                <a:lnTo>
                  <a:pt x="408374" y="1"/>
                </a:lnTo>
                <a:lnTo>
                  <a:pt x="408697" y="8"/>
                </a:lnTo>
                <a:lnTo>
                  <a:pt x="409049" y="15"/>
                </a:lnTo>
                <a:lnTo>
                  <a:pt x="409802" y="59"/>
                </a:lnTo>
                <a:lnTo>
                  <a:pt x="410621" y="123"/>
                </a:lnTo>
                <a:lnTo>
                  <a:pt x="411475" y="195"/>
                </a:lnTo>
                <a:lnTo>
                  <a:pt x="412357" y="288"/>
                </a:lnTo>
                <a:lnTo>
                  <a:pt x="413240" y="389"/>
                </a:lnTo>
                <a:lnTo>
                  <a:pt x="414116" y="496"/>
                </a:lnTo>
                <a:lnTo>
                  <a:pt x="414948" y="604"/>
                </a:lnTo>
                <a:lnTo>
                  <a:pt x="415738" y="704"/>
                </a:lnTo>
                <a:lnTo>
                  <a:pt x="416456" y="805"/>
                </a:lnTo>
                <a:lnTo>
                  <a:pt x="417080" y="898"/>
                </a:lnTo>
                <a:lnTo>
                  <a:pt x="417597" y="977"/>
                </a:lnTo>
                <a:lnTo>
                  <a:pt x="417977" y="1049"/>
                </a:lnTo>
                <a:lnTo>
                  <a:pt x="418788" y="1207"/>
                </a:lnTo>
                <a:lnTo>
                  <a:pt x="419585" y="1372"/>
                </a:lnTo>
                <a:lnTo>
                  <a:pt x="420389" y="1544"/>
                </a:lnTo>
                <a:lnTo>
                  <a:pt x="421192" y="1724"/>
                </a:lnTo>
                <a:lnTo>
                  <a:pt x="421989" y="1917"/>
                </a:lnTo>
                <a:lnTo>
                  <a:pt x="422793" y="2118"/>
                </a:lnTo>
                <a:lnTo>
                  <a:pt x="423589" y="2326"/>
                </a:lnTo>
                <a:lnTo>
                  <a:pt x="424393" y="2549"/>
                </a:lnTo>
                <a:lnTo>
                  <a:pt x="425190" y="2771"/>
                </a:lnTo>
                <a:lnTo>
                  <a:pt x="425994" y="3001"/>
                </a:lnTo>
                <a:lnTo>
                  <a:pt x="426790" y="3238"/>
                </a:lnTo>
                <a:lnTo>
                  <a:pt x="427587" y="3482"/>
                </a:lnTo>
                <a:lnTo>
                  <a:pt x="428384" y="3740"/>
                </a:lnTo>
                <a:lnTo>
                  <a:pt x="429180" y="3992"/>
                </a:lnTo>
                <a:lnTo>
                  <a:pt x="429977" y="4257"/>
                </a:lnTo>
                <a:lnTo>
                  <a:pt x="430774" y="4530"/>
                </a:lnTo>
                <a:lnTo>
                  <a:pt x="431563" y="4795"/>
                </a:lnTo>
                <a:lnTo>
                  <a:pt x="432353" y="5075"/>
                </a:lnTo>
                <a:lnTo>
                  <a:pt x="433142" y="5362"/>
                </a:lnTo>
                <a:lnTo>
                  <a:pt x="433917" y="5649"/>
                </a:lnTo>
                <a:lnTo>
                  <a:pt x="434707" y="5937"/>
                </a:lnTo>
                <a:lnTo>
                  <a:pt x="435489" y="6238"/>
                </a:lnTo>
                <a:lnTo>
                  <a:pt x="436271" y="6539"/>
                </a:lnTo>
                <a:lnTo>
                  <a:pt x="437039" y="6841"/>
                </a:lnTo>
                <a:lnTo>
                  <a:pt x="438582" y="7451"/>
                </a:lnTo>
                <a:lnTo>
                  <a:pt x="440111" y="8075"/>
                </a:lnTo>
                <a:lnTo>
                  <a:pt x="441633" y="8707"/>
                </a:lnTo>
                <a:lnTo>
                  <a:pt x="443125" y="9338"/>
                </a:lnTo>
                <a:lnTo>
                  <a:pt x="443369" y="9439"/>
                </a:lnTo>
                <a:lnTo>
                  <a:pt x="443635" y="9547"/>
                </a:lnTo>
                <a:lnTo>
                  <a:pt x="443915" y="9654"/>
                </a:lnTo>
                <a:lnTo>
                  <a:pt x="444195" y="9762"/>
                </a:lnTo>
                <a:lnTo>
                  <a:pt x="444467" y="9877"/>
                </a:lnTo>
                <a:lnTo>
                  <a:pt x="444726" y="9992"/>
                </a:lnTo>
                <a:lnTo>
                  <a:pt x="444963" y="10114"/>
                </a:lnTo>
                <a:lnTo>
                  <a:pt x="445185" y="10236"/>
                </a:lnTo>
                <a:lnTo>
                  <a:pt x="445357" y="10286"/>
                </a:lnTo>
                <a:lnTo>
                  <a:pt x="445551" y="10350"/>
                </a:lnTo>
                <a:lnTo>
                  <a:pt x="445745" y="10415"/>
                </a:lnTo>
                <a:lnTo>
                  <a:pt x="445946" y="10487"/>
                </a:lnTo>
                <a:lnTo>
                  <a:pt x="446362" y="10659"/>
                </a:lnTo>
                <a:lnTo>
                  <a:pt x="446778" y="10846"/>
                </a:lnTo>
                <a:lnTo>
                  <a:pt x="447209" y="11032"/>
                </a:lnTo>
                <a:lnTo>
                  <a:pt x="447618" y="11212"/>
                </a:lnTo>
                <a:lnTo>
                  <a:pt x="448013" y="11391"/>
                </a:lnTo>
                <a:lnTo>
                  <a:pt x="448379" y="11542"/>
                </a:lnTo>
                <a:lnTo>
                  <a:pt x="448932" y="11772"/>
                </a:lnTo>
                <a:lnTo>
                  <a:pt x="449499" y="12008"/>
                </a:lnTo>
                <a:lnTo>
                  <a:pt x="450073" y="12252"/>
                </a:lnTo>
                <a:lnTo>
                  <a:pt x="450654" y="12511"/>
                </a:lnTo>
                <a:lnTo>
                  <a:pt x="451250" y="12776"/>
                </a:lnTo>
                <a:lnTo>
                  <a:pt x="451845" y="13035"/>
                </a:lnTo>
                <a:lnTo>
                  <a:pt x="452456" y="13315"/>
                </a:lnTo>
                <a:lnTo>
                  <a:pt x="453051" y="13587"/>
                </a:lnTo>
                <a:lnTo>
                  <a:pt x="453654" y="13867"/>
                </a:lnTo>
                <a:lnTo>
                  <a:pt x="454243" y="14147"/>
                </a:lnTo>
                <a:lnTo>
                  <a:pt x="454838" y="14427"/>
                </a:lnTo>
                <a:lnTo>
                  <a:pt x="455420" y="14693"/>
                </a:lnTo>
                <a:lnTo>
                  <a:pt x="455987" y="14972"/>
                </a:lnTo>
                <a:lnTo>
                  <a:pt x="456539" y="15245"/>
                </a:lnTo>
                <a:lnTo>
                  <a:pt x="457078" y="15518"/>
                </a:lnTo>
                <a:lnTo>
                  <a:pt x="457594" y="15776"/>
                </a:lnTo>
                <a:lnTo>
                  <a:pt x="458341" y="16157"/>
                </a:lnTo>
                <a:lnTo>
                  <a:pt x="459087" y="16544"/>
                </a:lnTo>
                <a:lnTo>
                  <a:pt x="459841" y="16932"/>
                </a:lnTo>
                <a:lnTo>
                  <a:pt x="460580" y="17319"/>
                </a:lnTo>
                <a:lnTo>
                  <a:pt x="461319" y="17714"/>
                </a:lnTo>
                <a:lnTo>
                  <a:pt x="462044" y="18109"/>
                </a:lnTo>
                <a:lnTo>
                  <a:pt x="462776" y="18511"/>
                </a:lnTo>
                <a:lnTo>
                  <a:pt x="463508" y="18913"/>
                </a:lnTo>
                <a:lnTo>
                  <a:pt x="464233" y="19322"/>
                </a:lnTo>
                <a:lnTo>
                  <a:pt x="464944" y="19731"/>
                </a:lnTo>
                <a:lnTo>
                  <a:pt x="465654" y="20140"/>
                </a:lnTo>
                <a:lnTo>
                  <a:pt x="466357" y="20549"/>
                </a:lnTo>
                <a:lnTo>
                  <a:pt x="467054" y="20958"/>
                </a:lnTo>
                <a:lnTo>
                  <a:pt x="467750" y="21382"/>
                </a:lnTo>
                <a:lnTo>
                  <a:pt x="468439" y="21798"/>
                </a:lnTo>
                <a:lnTo>
                  <a:pt x="469106" y="22228"/>
                </a:lnTo>
                <a:lnTo>
                  <a:pt x="469810" y="22666"/>
                </a:lnTo>
                <a:lnTo>
                  <a:pt x="470506" y="23104"/>
                </a:lnTo>
                <a:lnTo>
                  <a:pt x="471195" y="23542"/>
                </a:lnTo>
                <a:lnTo>
                  <a:pt x="471884" y="23973"/>
                </a:lnTo>
                <a:lnTo>
                  <a:pt x="472566" y="24417"/>
                </a:lnTo>
                <a:lnTo>
                  <a:pt x="473247" y="24855"/>
                </a:lnTo>
                <a:lnTo>
                  <a:pt x="473929" y="25300"/>
                </a:lnTo>
                <a:lnTo>
                  <a:pt x="474604" y="25760"/>
                </a:lnTo>
                <a:lnTo>
                  <a:pt x="475314" y="26233"/>
                </a:lnTo>
                <a:lnTo>
                  <a:pt x="476011" y="26714"/>
                </a:lnTo>
                <a:lnTo>
                  <a:pt x="476692" y="27181"/>
                </a:lnTo>
                <a:lnTo>
                  <a:pt x="477345" y="27647"/>
                </a:lnTo>
                <a:lnTo>
                  <a:pt x="477999" y="28106"/>
                </a:lnTo>
                <a:lnTo>
                  <a:pt x="478630" y="28566"/>
                </a:lnTo>
                <a:lnTo>
                  <a:pt x="479262" y="29018"/>
                </a:lnTo>
                <a:lnTo>
                  <a:pt x="479886" y="29477"/>
                </a:lnTo>
                <a:lnTo>
                  <a:pt x="480503" y="29929"/>
                </a:lnTo>
                <a:lnTo>
                  <a:pt x="481121" y="30389"/>
                </a:lnTo>
                <a:lnTo>
                  <a:pt x="481745" y="30855"/>
                </a:lnTo>
                <a:lnTo>
                  <a:pt x="482369" y="31322"/>
                </a:lnTo>
                <a:lnTo>
                  <a:pt x="483008" y="31796"/>
                </a:lnTo>
                <a:lnTo>
                  <a:pt x="483647" y="32269"/>
                </a:lnTo>
                <a:lnTo>
                  <a:pt x="484300" y="32764"/>
                </a:lnTo>
                <a:lnTo>
                  <a:pt x="484975" y="33260"/>
                </a:lnTo>
                <a:lnTo>
                  <a:pt x="485599" y="33733"/>
                </a:lnTo>
                <a:lnTo>
                  <a:pt x="486231" y="34229"/>
                </a:lnTo>
                <a:lnTo>
                  <a:pt x="486862" y="34738"/>
                </a:lnTo>
                <a:lnTo>
                  <a:pt x="487487" y="35248"/>
                </a:lnTo>
                <a:lnTo>
                  <a:pt x="488104" y="35750"/>
                </a:lnTo>
                <a:lnTo>
                  <a:pt x="488721" y="36260"/>
                </a:lnTo>
                <a:lnTo>
                  <a:pt x="489338" y="36755"/>
                </a:lnTo>
                <a:lnTo>
                  <a:pt x="489934" y="37221"/>
                </a:lnTo>
                <a:lnTo>
                  <a:pt x="501891" y="47743"/>
                </a:lnTo>
                <a:lnTo>
                  <a:pt x="502121" y="47965"/>
                </a:lnTo>
                <a:lnTo>
                  <a:pt x="502343" y="48195"/>
                </a:lnTo>
                <a:lnTo>
                  <a:pt x="502551" y="48425"/>
                </a:lnTo>
                <a:lnTo>
                  <a:pt x="502752" y="48654"/>
                </a:lnTo>
                <a:lnTo>
                  <a:pt x="502953" y="48884"/>
                </a:lnTo>
                <a:lnTo>
                  <a:pt x="503140" y="49107"/>
                </a:lnTo>
                <a:lnTo>
                  <a:pt x="503326" y="49322"/>
                </a:lnTo>
                <a:lnTo>
                  <a:pt x="503527" y="49516"/>
                </a:lnTo>
                <a:lnTo>
                  <a:pt x="504101" y="50083"/>
                </a:lnTo>
                <a:lnTo>
                  <a:pt x="504719" y="50707"/>
                </a:lnTo>
                <a:lnTo>
                  <a:pt x="505357" y="51367"/>
                </a:lnTo>
                <a:lnTo>
                  <a:pt x="505996" y="52056"/>
                </a:lnTo>
                <a:lnTo>
                  <a:pt x="506642" y="52753"/>
                </a:lnTo>
                <a:lnTo>
                  <a:pt x="507245" y="53442"/>
                </a:lnTo>
                <a:lnTo>
                  <a:pt x="507539" y="53779"/>
                </a:lnTo>
                <a:lnTo>
                  <a:pt x="507819" y="54116"/>
                </a:lnTo>
                <a:lnTo>
                  <a:pt x="508092" y="54439"/>
                </a:lnTo>
                <a:lnTo>
                  <a:pt x="508336" y="54741"/>
                </a:lnTo>
                <a:lnTo>
                  <a:pt x="508917" y="55458"/>
                </a:lnTo>
                <a:lnTo>
                  <a:pt x="509427" y="56097"/>
                </a:lnTo>
                <a:lnTo>
                  <a:pt x="509664" y="56398"/>
                </a:lnTo>
                <a:lnTo>
                  <a:pt x="509886" y="56700"/>
                </a:lnTo>
                <a:lnTo>
                  <a:pt x="510101" y="56994"/>
                </a:lnTo>
                <a:lnTo>
                  <a:pt x="510317" y="57281"/>
                </a:lnTo>
                <a:lnTo>
                  <a:pt x="510525" y="57583"/>
                </a:lnTo>
                <a:lnTo>
                  <a:pt x="510726" y="57891"/>
                </a:lnTo>
                <a:lnTo>
                  <a:pt x="510934" y="58200"/>
                </a:lnTo>
                <a:lnTo>
                  <a:pt x="511142" y="58530"/>
                </a:lnTo>
                <a:lnTo>
                  <a:pt x="511350" y="58875"/>
                </a:lnTo>
                <a:lnTo>
                  <a:pt x="511573" y="59241"/>
                </a:lnTo>
                <a:lnTo>
                  <a:pt x="511802" y="59643"/>
                </a:lnTo>
                <a:lnTo>
                  <a:pt x="512046" y="60066"/>
                </a:lnTo>
                <a:lnTo>
                  <a:pt x="512197" y="60346"/>
                </a:lnTo>
                <a:lnTo>
                  <a:pt x="512355" y="60683"/>
                </a:lnTo>
                <a:lnTo>
                  <a:pt x="512534" y="61049"/>
                </a:lnTo>
                <a:lnTo>
                  <a:pt x="512714" y="61458"/>
                </a:lnTo>
                <a:lnTo>
                  <a:pt x="512900" y="61896"/>
                </a:lnTo>
                <a:lnTo>
                  <a:pt x="513087" y="62363"/>
                </a:lnTo>
                <a:lnTo>
                  <a:pt x="513259" y="62851"/>
                </a:lnTo>
                <a:lnTo>
                  <a:pt x="513432" y="63339"/>
                </a:lnTo>
                <a:lnTo>
                  <a:pt x="513589" y="63841"/>
                </a:lnTo>
                <a:lnTo>
                  <a:pt x="513733" y="64343"/>
                </a:lnTo>
                <a:lnTo>
                  <a:pt x="513790" y="64588"/>
                </a:lnTo>
                <a:lnTo>
                  <a:pt x="513848" y="64839"/>
                </a:lnTo>
                <a:lnTo>
                  <a:pt x="513905" y="65083"/>
                </a:lnTo>
                <a:lnTo>
                  <a:pt x="513948" y="65320"/>
                </a:lnTo>
                <a:lnTo>
                  <a:pt x="513991" y="65549"/>
                </a:lnTo>
                <a:lnTo>
                  <a:pt x="514020" y="65779"/>
                </a:lnTo>
                <a:lnTo>
                  <a:pt x="514042" y="66001"/>
                </a:lnTo>
                <a:lnTo>
                  <a:pt x="514056" y="66217"/>
                </a:lnTo>
                <a:lnTo>
                  <a:pt x="514063" y="66425"/>
                </a:lnTo>
                <a:lnTo>
                  <a:pt x="514063" y="66626"/>
                </a:lnTo>
                <a:lnTo>
                  <a:pt x="514049" y="66812"/>
                </a:lnTo>
                <a:lnTo>
                  <a:pt x="514020" y="66992"/>
                </a:lnTo>
                <a:lnTo>
                  <a:pt x="513948" y="67401"/>
                </a:lnTo>
                <a:lnTo>
                  <a:pt x="513869" y="67796"/>
                </a:lnTo>
                <a:lnTo>
                  <a:pt x="513783" y="68190"/>
                </a:lnTo>
                <a:lnTo>
                  <a:pt x="513683" y="68564"/>
                </a:lnTo>
                <a:lnTo>
                  <a:pt x="513589" y="68944"/>
                </a:lnTo>
                <a:lnTo>
                  <a:pt x="513482" y="69310"/>
                </a:lnTo>
                <a:lnTo>
                  <a:pt x="513367" y="69676"/>
                </a:lnTo>
                <a:lnTo>
                  <a:pt x="513245" y="70028"/>
                </a:lnTo>
                <a:lnTo>
                  <a:pt x="513116" y="70372"/>
                </a:lnTo>
                <a:lnTo>
                  <a:pt x="512979" y="70717"/>
                </a:lnTo>
                <a:lnTo>
                  <a:pt x="512843" y="71054"/>
                </a:lnTo>
                <a:lnTo>
                  <a:pt x="512699" y="71384"/>
                </a:lnTo>
                <a:lnTo>
                  <a:pt x="512542" y="71714"/>
                </a:lnTo>
                <a:lnTo>
                  <a:pt x="512391" y="72037"/>
                </a:lnTo>
                <a:lnTo>
                  <a:pt x="512226" y="72353"/>
                </a:lnTo>
                <a:lnTo>
                  <a:pt x="512061" y="72669"/>
                </a:lnTo>
                <a:lnTo>
                  <a:pt x="511888" y="72985"/>
                </a:lnTo>
                <a:lnTo>
                  <a:pt x="511709" y="73286"/>
                </a:lnTo>
                <a:lnTo>
                  <a:pt x="511522" y="73595"/>
                </a:lnTo>
                <a:lnTo>
                  <a:pt x="511336" y="73896"/>
                </a:lnTo>
                <a:lnTo>
                  <a:pt x="511149" y="74190"/>
                </a:lnTo>
                <a:lnTo>
                  <a:pt x="510948" y="74492"/>
                </a:lnTo>
                <a:lnTo>
                  <a:pt x="510755" y="74793"/>
                </a:lnTo>
                <a:lnTo>
                  <a:pt x="510546" y="75088"/>
                </a:lnTo>
                <a:lnTo>
                  <a:pt x="510137" y="75669"/>
                </a:lnTo>
                <a:lnTo>
                  <a:pt x="509699" y="76265"/>
                </a:lnTo>
                <a:lnTo>
                  <a:pt x="509262" y="76846"/>
                </a:lnTo>
                <a:lnTo>
                  <a:pt x="508810" y="77434"/>
                </a:lnTo>
                <a:lnTo>
                  <a:pt x="508558" y="77750"/>
                </a:lnTo>
                <a:lnTo>
                  <a:pt x="508314" y="78052"/>
                </a:lnTo>
                <a:lnTo>
                  <a:pt x="508185" y="78202"/>
                </a:lnTo>
                <a:lnTo>
                  <a:pt x="508049" y="78339"/>
                </a:lnTo>
                <a:lnTo>
                  <a:pt x="507912" y="78482"/>
                </a:lnTo>
                <a:lnTo>
                  <a:pt x="507762" y="78611"/>
                </a:lnTo>
                <a:lnTo>
                  <a:pt x="507683" y="78726"/>
                </a:lnTo>
                <a:lnTo>
                  <a:pt x="507503" y="78927"/>
                </a:lnTo>
                <a:lnTo>
                  <a:pt x="507252" y="79207"/>
                </a:lnTo>
                <a:lnTo>
                  <a:pt x="506929" y="79552"/>
                </a:lnTo>
                <a:lnTo>
                  <a:pt x="506556" y="79954"/>
                </a:lnTo>
                <a:lnTo>
                  <a:pt x="506140" y="80399"/>
                </a:lnTo>
                <a:lnTo>
                  <a:pt x="505688" y="80872"/>
                </a:lnTo>
                <a:lnTo>
                  <a:pt x="505221" y="81353"/>
                </a:lnTo>
                <a:lnTo>
                  <a:pt x="504747" y="81841"/>
                </a:lnTo>
                <a:lnTo>
                  <a:pt x="504274" y="82322"/>
                </a:lnTo>
                <a:lnTo>
                  <a:pt x="503822" y="82789"/>
                </a:lnTo>
                <a:lnTo>
                  <a:pt x="503405" y="83219"/>
                </a:lnTo>
                <a:lnTo>
                  <a:pt x="503018" y="83607"/>
                </a:lnTo>
                <a:lnTo>
                  <a:pt x="502680" y="83944"/>
                </a:lnTo>
                <a:lnTo>
                  <a:pt x="502415" y="84210"/>
                </a:lnTo>
                <a:lnTo>
                  <a:pt x="502221" y="84389"/>
                </a:lnTo>
                <a:lnTo>
                  <a:pt x="501984" y="84619"/>
                </a:lnTo>
                <a:lnTo>
                  <a:pt x="501747" y="84856"/>
                </a:lnTo>
                <a:lnTo>
                  <a:pt x="501518" y="85071"/>
                </a:lnTo>
                <a:lnTo>
                  <a:pt x="501288" y="85293"/>
                </a:lnTo>
                <a:lnTo>
                  <a:pt x="501058" y="85516"/>
                </a:lnTo>
                <a:lnTo>
                  <a:pt x="500822" y="85745"/>
                </a:lnTo>
                <a:lnTo>
                  <a:pt x="500592" y="85975"/>
                </a:lnTo>
                <a:lnTo>
                  <a:pt x="500355" y="86219"/>
                </a:lnTo>
                <a:lnTo>
                  <a:pt x="498848" y="87561"/>
                </a:lnTo>
                <a:lnTo>
                  <a:pt x="498697" y="87705"/>
                </a:lnTo>
                <a:lnTo>
                  <a:pt x="498597" y="87798"/>
                </a:lnTo>
                <a:lnTo>
                  <a:pt x="498511" y="87884"/>
                </a:lnTo>
                <a:lnTo>
                  <a:pt x="498360" y="87999"/>
                </a:lnTo>
                <a:lnTo>
                  <a:pt x="498101" y="88214"/>
                </a:lnTo>
                <a:lnTo>
                  <a:pt x="497771" y="88480"/>
                </a:lnTo>
                <a:lnTo>
                  <a:pt x="497405" y="88796"/>
                </a:lnTo>
                <a:lnTo>
                  <a:pt x="497003" y="89147"/>
                </a:lnTo>
                <a:lnTo>
                  <a:pt x="496573" y="89535"/>
                </a:lnTo>
                <a:lnTo>
                  <a:pt x="496121" y="89930"/>
                </a:lnTo>
                <a:lnTo>
                  <a:pt x="495654" y="90339"/>
                </a:lnTo>
                <a:lnTo>
                  <a:pt x="495180" y="90755"/>
                </a:lnTo>
                <a:lnTo>
                  <a:pt x="494714" y="91157"/>
                </a:lnTo>
                <a:lnTo>
                  <a:pt x="494269" y="91552"/>
                </a:lnTo>
                <a:lnTo>
                  <a:pt x="493838" y="91918"/>
                </a:lnTo>
                <a:lnTo>
                  <a:pt x="493444" y="92255"/>
                </a:lnTo>
                <a:lnTo>
                  <a:pt x="493077" y="92549"/>
                </a:lnTo>
                <a:lnTo>
                  <a:pt x="492769" y="92786"/>
                </a:lnTo>
                <a:lnTo>
                  <a:pt x="492640" y="92887"/>
                </a:lnTo>
                <a:lnTo>
                  <a:pt x="492518" y="92973"/>
                </a:lnTo>
                <a:lnTo>
                  <a:pt x="492410" y="93037"/>
                </a:lnTo>
                <a:lnTo>
                  <a:pt x="492317" y="93088"/>
                </a:lnTo>
                <a:lnTo>
                  <a:pt x="492238" y="93174"/>
                </a:lnTo>
                <a:lnTo>
                  <a:pt x="492101" y="93303"/>
                </a:lnTo>
                <a:lnTo>
                  <a:pt x="491922" y="93461"/>
                </a:lnTo>
                <a:lnTo>
                  <a:pt x="491700" y="93647"/>
                </a:lnTo>
                <a:lnTo>
                  <a:pt x="491140" y="94107"/>
                </a:lnTo>
                <a:lnTo>
                  <a:pt x="490451" y="94667"/>
                </a:lnTo>
                <a:lnTo>
                  <a:pt x="489654" y="95298"/>
                </a:lnTo>
                <a:lnTo>
                  <a:pt x="488786" y="95987"/>
                </a:lnTo>
                <a:lnTo>
                  <a:pt x="487860" y="96712"/>
                </a:lnTo>
                <a:lnTo>
                  <a:pt x="486905" y="97451"/>
                </a:lnTo>
                <a:lnTo>
                  <a:pt x="485951" y="98183"/>
                </a:lnTo>
                <a:lnTo>
                  <a:pt x="485018" y="98894"/>
                </a:lnTo>
                <a:lnTo>
                  <a:pt x="484135" y="99569"/>
                </a:lnTo>
                <a:lnTo>
                  <a:pt x="483324" y="100179"/>
                </a:lnTo>
                <a:lnTo>
                  <a:pt x="482621" y="100695"/>
                </a:lnTo>
                <a:lnTo>
                  <a:pt x="482032" y="101112"/>
                </a:lnTo>
                <a:lnTo>
                  <a:pt x="481795" y="101284"/>
                </a:lnTo>
                <a:lnTo>
                  <a:pt x="481601" y="101420"/>
                </a:lnTo>
                <a:lnTo>
                  <a:pt x="481451" y="101506"/>
                </a:lnTo>
                <a:lnTo>
                  <a:pt x="481343" y="101571"/>
                </a:lnTo>
                <a:lnTo>
                  <a:pt x="481106" y="101765"/>
                </a:lnTo>
                <a:lnTo>
                  <a:pt x="480733" y="102045"/>
                </a:lnTo>
                <a:lnTo>
                  <a:pt x="480245" y="102396"/>
                </a:lnTo>
                <a:lnTo>
                  <a:pt x="479671" y="102805"/>
                </a:lnTo>
                <a:lnTo>
                  <a:pt x="479011" y="103265"/>
                </a:lnTo>
                <a:lnTo>
                  <a:pt x="478314" y="103760"/>
                </a:lnTo>
                <a:lnTo>
                  <a:pt x="477568" y="104269"/>
                </a:lnTo>
                <a:lnTo>
                  <a:pt x="476814" y="104786"/>
                </a:lnTo>
                <a:lnTo>
                  <a:pt x="476054" y="105303"/>
                </a:lnTo>
                <a:lnTo>
                  <a:pt x="475314" y="105798"/>
                </a:lnTo>
                <a:lnTo>
                  <a:pt x="474618" y="106265"/>
                </a:lnTo>
                <a:lnTo>
                  <a:pt x="473979" y="106681"/>
                </a:lnTo>
                <a:lnTo>
                  <a:pt x="473420" y="107033"/>
                </a:lnTo>
                <a:lnTo>
                  <a:pt x="472953" y="107327"/>
                </a:lnTo>
                <a:lnTo>
                  <a:pt x="472752" y="107442"/>
                </a:lnTo>
                <a:lnTo>
                  <a:pt x="472601" y="107528"/>
                </a:lnTo>
                <a:lnTo>
                  <a:pt x="472465" y="107592"/>
                </a:lnTo>
                <a:lnTo>
                  <a:pt x="472379" y="107636"/>
                </a:lnTo>
                <a:lnTo>
                  <a:pt x="472307" y="107707"/>
                </a:lnTo>
                <a:lnTo>
                  <a:pt x="472171" y="107808"/>
                </a:lnTo>
                <a:lnTo>
                  <a:pt x="471991" y="107930"/>
                </a:lnTo>
                <a:lnTo>
                  <a:pt x="471762" y="108088"/>
                </a:lnTo>
                <a:lnTo>
                  <a:pt x="471180" y="108454"/>
                </a:lnTo>
                <a:lnTo>
                  <a:pt x="470441" y="108920"/>
                </a:lnTo>
                <a:lnTo>
                  <a:pt x="469580" y="109444"/>
                </a:lnTo>
                <a:lnTo>
                  <a:pt x="468625" y="110011"/>
                </a:lnTo>
                <a:lnTo>
                  <a:pt x="467606" y="110607"/>
                </a:lnTo>
                <a:lnTo>
                  <a:pt x="466537" y="111231"/>
                </a:lnTo>
                <a:lnTo>
                  <a:pt x="465460" y="111848"/>
                </a:lnTo>
                <a:lnTo>
                  <a:pt x="464405" y="112459"/>
                </a:lnTo>
                <a:lnTo>
                  <a:pt x="463386" y="113025"/>
                </a:lnTo>
                <a:lnTo>
                  <a:pt x="462439" y="113549"/>
                </a:lnTo>
                <a:lnTo>
                  <a:pt x="461585" y="114016"/>
                </a:lnTo>
                <a:lnTo>
                  <a:pt x="460867" y="114396"/>
                </a:lnTo>
                <a:lnTo>
                  <a:pt x="460558" y="114561"/>
                </a:lnTo>
                <a:lnTo>
                  <a:pt x="460300" y="114683"/>
                </a:lnTo>
                <a:lnTo>
                  <a:pt x="460078" y="114791"/>
                </a:lnTo>
                <a:lnTo>
                  <a:pt x="459905" y="114863"/>
                </a:lnTo>
                <a:lnTo>
                  <a:pt x="459647" y="115021"/>
                </a:lnTo>
                <a:lnTo>
                  <a:pt x="459389" y="115179"/>
                </a:lnTo>
                <a:lnTo>
                  <a:pt x="459109" y="115329"/>
                </a:lnTo>
                <a:lnTo>
                  <a:pt x="458822" y="115487"/>
                </a:lnTo>
                <a:lnTo>
                  <a:pt x="458219" y="115781"/>
                </a:lnTo>
                <a:lnTo>
                  <a:pt x="457594" y="116076"/>
                </a:lnTo>
                <a:lnTo>
                  <a:pt x="456970" y="116370"/>
                </a:lnTo>
                <a:lnTo>
                  <a:pt x="456345" y="116657"/>
                </a:lnTo>
                <a:lnTo>
                  <a:pt x="455750" y="116930"/>
                </a:lnTo>
                <a:lnTo>
                  <a:pt x="455183" y="117210"/>
                </a:lnTo>
                <a:lnTo>
                  <a:pt x="454889" y="117360"/>
                </a:lnTo>
                <a:lnTo>
                  <a:pt x="454587" y="117497"/>
                </a:lnTo>
                <a:lnTo>
                  <a:pt x="454286" y="117640"/>
                </a:lnTo>
                <a:lnTo>
                  <a:pt x="453984" y="117770"/>
                </a:lnTo>
                <a:lnTo>
                  <a:pt x="453690" y="117913"/>
                </a:lnTo>
                <a:lnTo>
                  <a:pt x="453381" y="118042"/>
                </a:lnTo>
                <a:lnTo>
                  <a:pt x="453080" y="118171"/>
                </a:lnTo>
                <a:lnTo>
                  <a:pt x="452786" y="118315"/>
                </a:lnTo>
                <a:lnTo>
                  <a:pt x="452520" y="118437"/>
                </a:lnTo>
                <a:lnTo>
                  <a:pt x="452226" y="118581"/>
                </a:lnTo>
                <a:lnTo>
                  <a:pt x="451896" y="118731"/>
                </a:lnTo>
                <a:lnTo>
                  <a:pt x="451551" y="118889"/>
                </a:lnTo>
                <a:lnTo>
                  <a:pt x="451214" y="119047"/>
                </a:lnTo>
                <a:lnTo>
                  <a:pt x="450884" y="119176"/>
                </a:lnTo>
                <a:lnTo>
                  <a:pt x="450575" y="119291"/>
                </a:lnTo>
                <a:lnTo>
                  <a:pt x="450310" y="119377"/>
                </a:lnTo>
                <a:lnTo>
                  <a:pt x="449965" y="119557"/>
                </a:lnTo>
                <a:lnTo>
                  <a:pt x="449578" y="119729"/>
                </a:lnTo>
                <a:lnTo>
                  <a:pt x="449168" y="119908"/>
                </a:lnTo>
                <a:lnTo>
                  <a:pt x="448745" y="120081"/>
                </a:lnTo>
                <a:lnTo>
                  <a:pt x="448307" y="120253"/>
                </a:lnTo>
                <a:lnTo>
                  <a:pt x="447884" y="120418"/>
                </a:lnTo>
                <a:lnTo>
                  <a:pt x="447467" y="120569"/>
                </a:lnTo>
                <a:lnTo>
                  <a:pt x="447094" y="120726"/>
                </a:lnTo>
                <a:lnTo>
                  <a:pt x="446743" y="120870"/>
                </a:lnTo>
                <a:lnTo>
                  <a:pt x="446262" y="121057"/>
                </a:lnTo>
                <a:lnTo>
                  <a:pt x="445688" y="121286"/>
                </a:lnTo>
                <a:lnTo>
                  <a:pt x="445034" y="121559"/>
                </a:lnTo>
                <a:lnTo>
                  <a:pt x="444302" y="121846"/>
                </a:lnTo>
                <a:lnTo>
                  <a:pt x="443520" y="122162"/>
                </a:lnTo>
                <a:lnTo>
                  <a:pt x="442716" y="122485"/>
                </a:lnTo>
                <a:lnTo>
                  <a:pt x="441905" y="122815"/>
                </a:lnTo>
                <a:lnTo>
                  <a:pt x="441087" y="123131"/>
                </a:lnTo>
                <a:lnTo>
                  <a:pt x="440298" y="123447"/>
                </a:lnTo>
                <a:lnTo>
                  <a:pt x="439558" y="123734"/>
                </a:lnTo>
                <a:lnTo>
                  <a:pt x="438884" y="123999"/>
                </a:lnTo>
                <a:lnTo>
                  <a:pt x="438281" y="124222"/>
                </a:lnTo>
                <a:lnTo>
                  <a:pt x="437778" y="124401"/>
                </a:lnTo>
                <a:lnTo>
                  <a:pt x="437405" y="124530"/>
                </a:lnTo>
                <a:lnTo>
                  <a:pt x="437154" y="124602"/>
                </a:lnTo>
                <a:lnTo>
                  <a:pt x="437039" y="124660"/>
                </a:lnTo>
                <a:lnTo>
                  <a:pt x="436853" y="124753"/>
                </a:lnTo>
                <a:lnTo>
                  <a:pt x="436594" y="124868"/>
                </a:lnTo>
                <a:lnTo>
                  <a:pt x="436278" y="124990"/>
                </a:lnTo>
                <a:lnTo>
                  <a:pt x="435503" y="125284"/>
                </a:lnTo>
                <a:lnTo>
                  <a:pt x="434635" y="125607"/>
                </a:lnTo>
                <a:lnTo>
                  <a:pt x="433738" y="125915"/>
                </a:lnTo>
                <a:lnTo>
                  <a:pt x="432912" y="126217"/>
                </a:lnTo>
                <a:lnTo>
                  <a:pt x="432231" y="126454"/>
                </a:lnTo>
                <a:lnTo>
                  <a:pt x="431786" y="126597"/>
                </a:lnTo>
                <a:lnTo>
                  <a:pt x="430673" y="126971"/>
                </a:lnTo>
                <a:lnTo>
                  <a:pt x="429582" y="127329"/>
                </a:lnTo>
                <a:lnTo>
                  <a:pt x="428499" y="127674"/>
                </a:lnTo>
                <a:lnTo>
                  <a:pt x="427422" y="128011"/>
                </a:lnTo>
                <a:lnTo>
                  <a:pt x="426360" y="128341"/>
                </a:lnTo>
                <a:lnTo>
                  <a:pt x="425283" y="128664"/>
                </a:lnTo>
                <a:lnTo>
                  <a:pt x="424214" y="128966"/>
                </a:lnTo>
                <a:lnTo>
                  <a:pt x="423137" y="129253"/>
                </a:lnTo>
                <a:lnTo>
                  <a:pt x="422599" y="129389"/>
                </a:lnTo>
                <a:lnTo>
                  <a:pt x="422054" y="129533"/>
                </a:lnTo>
                <a:lnTo>
                  <a:pt x="421508" y="129662"/>
                </a:lnTo>
                <a:lnTo>
                  <a:pt x="420970" y="129784"/>
                </a:lnTo>
                <a:lnTo>
                  <a:pt x="420417" y="129913"/>
                </a:lnTo>
                <a:lnTo>
                  <a:pt x="419857" y="130035"/>
                </a:lnTo>
                <a:lnTo>
                  <a:pt x="419312" y="130150"/>
                </a:lnTo>
                <a:lnTo>
                  <a:pt x="418752" y="130265"/>
                </a:lnTo>
                <a:lnTo>
                  <a:pt x="418185" y="130372"/>
                </a:lnTo>
                <a:lnTo>
                  <a:pt x="417611" y="130466"/>
                </a:lnTo>
                <a:lnTo>
                  <a:pt x="417044" y="130566"/>
                </a:lnTo>
                <a:lnTo>
                  <a:pt x="416463" y="130667"/>
                </a:lnTo>
                <a:lnTo>
                  <a:pt x="415881" y="130753"/>
                </a:lnTo>
                <a:lnTo>
                  <a:pt x="415286" y="130839"/>
                </a:lnTo>
                <a:lnTo>
                  <a:pt x="414690" y="130911"/>
                </a:lnTo>
                <a:lnTo>
                  <a:pt x="414087" y="130983"/>
                </a:lnTo>
                <a:lnTo>
                  <a:pt x="413664" y="131033"/>
                </a:lnTo>
                <a:lnTo>
                  <a:pt x="413226" y="131083"/>
                </a:lnTo>
                <a:lnTo>
                  <a:pt x="412795" y="131133"/>
                </a:lnTo>
                <a:lnTo>
                  <a:pt x="412365" y="131176"/>
                </a:lnTo>
                <a:lnTo>
                  <a:pt x="411927" y="131219"/>
                </a:lnTo>
                <a:lnTo>
                  <a:pt x="411496" y="131248"/>
                </a:lnTo>
                <a:lnTo>
                  <a:pt x="411058" y="131284"/>
                </a:lnTo>
                <a:lnTo>
                  <a:pt x="410621" y="131313"/>
                </a:lnTo>
                <a:lnTo>
                  <a:pt x="410176" y="131341"/>
                </a:lnTo>
                <a:lnTo>
                  <a:pt x="409745" y="131363"/>
                </a:lnTo>
                <a:lnTo>
                  <a:pt x="409307" y="131377"/>
                </a:lnTo>
                <a:lnTo>
                  <a:pt x="408862" y="131399"/>
                </a:lnTo>
                <a:lnTo>
                  <a:pt x="408432" y="131406"/>
                </a:lnTo>
                <a:lnTo>
                  <a:pt x="407994" y="131413"/>
                </a:lnTo>
                <a:lnTo>
                  <a:pt x="407556" y="131413"/>
                </a:lnTo>
                <a:lnTo>
                  <a:pt x="407133" y="131406"/>
                </a:lnTo>
                <a:lnTo>
                  <a:pt x="406910" y="131406"/>
                </a:lnTo>
                <a:lnTo>
                  <a:pt x="406702" y="131399"/>
                </a:lnTo>
                <a:lnTo>
                  <a:pt x="406494" y="131377"/>
                </a:lnTo>
                <a:lnTo>
                  <a:pt x="406286" y="131363"/>
                </a:lnTo>
                <a:lnTo>
                  <a:pt x="406092" y="131341"/>
                </a:lnTo>
                <a:lnTo>
                  <a:pt x="405891" y="131313"/>
                </a:lnTo>
                <a:lnTo>
                  <a:pt x="405697" y="131284"/>
                </a:lnTo>
                <a:lnTo>
                  <a:pt x="405503" y="131248"/>
                </a:lnTo>
                <a:lnTo>
                  <a:pt x="405130" y="131176"/>
                </a:lnTo>
                <a:lnTo>
                  <a:pt x="404764" y="131083"/>
                </a:lnTo>
                <a:lnTo>
                  <a:pt x="404412" y="130975"/>
                </a:lnTo>
                <a:lnTo>
                  <a:pt x="404068" y="130853"/>
                </a:lnTo>
                <a:lnTo>
                  <a:pt x="403738" y="130724"/>
                </a:lnTo>
                <a:lnTo>
                  <a:pt x="403422" y="130581"/>
                </a:lnTo>
                <a:lnTo>
                  <a:pt x="403106" y="130437"/>
                </a:lnTo>
                <a:lnTo>
                  <a:pt x="402805" y="130272"/>
                </a:lnTo>
                <a:lnTo>
                  <a:pt x="402511" y="130100"/>
                </a:lnTo>
                <a:lnTo>
                  <a:pt x="402216" y="129920"/>
                </a:lnTo>
                <a:lnTo>
                  <a:pt x="401936" y="129727"/>
                </a:lnTo>
                <a:lnTo>
                  <a:pt x="401656" y="129533"/>
                </a:lnTo>
                <a:lnTo>
                  <a:pt x="401420" y="129353"/>
                </a:lnTo>
                <a:lnTo>
                  <a:pt x="401183" y="129174"/>
                </a:lnTo>
                <a:lnTo>
                  <a:pt x="400967" y="128973"/>
                </a:lnTo>
                <a:lnTo>
                  <a:pt x="400738" y="128779"/>
                </a:lnTo>
                <a:lnTo>
                  <a:pt x="400515" y="128571"/>
                </a:lnTo>
                <a:lnTo>
                  <a:pt x="400300" y="128356"/>
                </a:lnTo>
                <a:lnTo>
                  <a:pt x="400085" y="128133"/>
                </a:lnTo>
                <a:lnTo>
                  <a:pt x="399869" y="127911"/>
                </a:lnTo>
                <a:lnTo>
                  <a:pt x="399668" y="127674"/>
                </a:lnTo>
                <a:lnTo>
                  <a:pt x="399460" y="127437"/>
                </a:lnTo>
                <a:lnTo>
                  <a:pt x="399267" y="127193"/>
                </a:lnTo>
                <a:lnTo>
                  <a:pt x="399066" y="126942"/>
                </a:lnTo>
                <a:lnTo>
                  <a:pt x="398872" y="126683"/>
                </a:lnTo>
                <a:lnTo>
                  <a:pt x="398678" y="126418"/>
                </a:lnTo>
                <a:lnTo>
                  <a:pt x="398491" y="126145"/>
                </a:lnTo>
                <a:lnTo>
                  <a:pt x="398305" y="125872"/>
                </a:lnTo>
                <a:lnTo>
                  <a:pt x="398125" y="125593"/>
                </a:lnTo>
                <a:lnTo>
                  <a:pt x="397946" y="125305"/>
                </a:lnTo>
                <a:lnTo>
                  <a:pt x="397767" y="125004"/>
                </a:lnTo>
                <a:lnTo>
                  <a:pt x="397594" y="124710"/>
                </a:lnTo>
                <a:lnTo>
                  <a:pt x="397422" y="124408"/>
                </a:lnTo>
                <a:lnTo>
                  <a:pt x="397250" y="124093"/>
                </a:lnTo>
                <a:lnTo>
                  <a:pt x="397092" y="123784"/>
                </a:lnTo>
                <a:lnTo>
                  <a:pt x="396927" y="123461"/>
                </a:lnTo>
                <a:lnTo>
                  <a:pt x="396769" y="123131"/>
                </a:lnTo>
                <a:lnTo>
                  <a:pt x="396611" y="122808"/>
                </a:lnTo>
                <a:lnTo>
                  <a:pt x="396453" y="122471"/>
                </a:lnTo>
                <a:lnTo>
                  <a:pt x="396302" y="122133"/>
                </a:lnTo>
                <a:lnTo>
                  <a:pt x="396001" y="121437"/>
                </a:lnTo>
                <a:lnTo>
                  <a:pt x="395714" y="120726"/>
                </a:lnTo>
                <a:lnTo>
                  <a:pt x="395477" y="120109"/>
                </a:lnTo>
                <a:lnTo>
                  <a:pt x="395240" y="119470"/>
                </a:lnTo>
                <a:lnTo>
                  <a:pt x="395003" y="118825"/>
                </a:lnTo>
                <a:lnTo>
                  <a:pt x="394774" y="118143"/>
                </a:lnTo>
                <a:lnTo>
                  <a:pt x="394544" y="117454"/>
                </a:lnTo>
                <a:lnTo>
                  <a:pt x="394322" y="116743"/>
                </a:lnTo>
                <a:lnTo>
                  <a:pt x="394099" y="116018"/>
                </a:lnTo>
                <a:lnTo>
                  <a:pt x="393877" y="115293"/>
                </a:lnTo>
                <a:lnTo>
                  <a:pt x="393661" y="114540"/>
                </a:lnTo>
                <a:lnTo>
                  <a:pt x="393453" y="113786"/>
                </a:lnTo>
                <a:lnTo>
                  <a:pt x="393238" y="113018"/>
                </a:lnTo>
                <a:lnTo>
                  <a:pt x="393030" y="112243"/>
                </a:lnTo>
                <a:lnTo>
                  <a:pt x="392836" y="111461"/>
                </a:lnTo>
                <a:lnTo>
                  <a:pt x="392628" y="110671"/>
                </a:lnTo>
                <a:lnTo>
                  <a:pt x="392441" y="109889"/>
                </a:lnTo>
                <a:lnTo>
                  <a:pt x="392240" y="109092"/>
                </a:lnTo>
                <a:lnTo>
                  <a:pt x="391874" y="107506"/>
                </a:lnTo>
                <a:lnTo>
                  <a:pt x="391530" y="105913"/>
                </a:lnTo>
                <a:lnTo>
                  <a:pt x="391192" y="104341"/>
                </a:lnTo>
                <a:lnTo>
                  <a:pt x="390877" y="102791"/>
                </a:lnTo>
                <a:lnTo>
                  <a:pt x="390582" y="101269"/>
                </a:lnTo>
                <a:lnTo>
                  <a:pt x="390317" y="99798"/>
                </a:lnTo>
                <a:lnTo>
                  <a:pt x="390066" y="98377"/>
                </a:lnTo>
                <a:lnTo>
                  <a:pt x="389836" y="97028"/>
                </a:lnTo>
                <a:lnTo>
                  <a:pt x="389714" y="96217"/>
                </a:lnTo>
                <a:lnTo>
                  <a:pt x="389585" y="95406"/>
                </a:lnTo>
                <a:lnTo>
                  <a:pt x="389463" y="94595"/>
                </a:lnTo>
                <a:lnTo>
                  <a:pt x="389348" y="93777"/>
                </a:lnTo>
                <a:lnTo>
                  <a:pt x="389226" y="92966"/>
                </a:lnTo>
                <a:lnTo>
                  <a:pt x="389125" y="92147"/>
                </a:lnTo>
                <a:lnTo>
                  <a:pt x="389018" y="91329"/>
                </a:lnTo>
                <a:lnTo>
                  <a:pt x="388910" y="90511"/>
                </a:lnTo>
                <a:lnTo>
                  <a:pt x="388810" y="89700"/>
                </a:lnTo>
                <a:lnTo>
                  <a:pt x="388709" y="88875"/>
                </a:lnTo>
                <a:lnTo>
                  <a:pt x="388623" y="88056"/>
                </a:lnTo>
                <a:lnTo>
                  <a:pt x="388530" y="87231"/>
                </a:lnTo>
                <a:lnTo>
                  <a:pt x="388444" y="86413"/>
                </a:lnTo>
                <a:lnTo>
                  <a:pt x="388357" y="85595"/>
                </a:lnTo>
                <a:lnTo>
                  <a:pt x="388279" y="84769"/>
                </a:lnTo>
                <a:lnTo>
                  <a:pt x="388200" y="83951"/>
                </a:lnTo>
                <a:lnTo>
                  <a:pt x="388121" y="83076"/>
                </a:lnTo>
                <a:lnTo>
                  <a:pt x="388049" y="82207"/>
                </a:lnTo>
                <a:lnTo>
                  <a:pt x="387984" y="81339"/>
                </a:lnTo>
                <a:lnTo>
                  <a:pt x="387912" y="80478"/>
                </a:lnTo>
                <a:lnTo>
                  <a:pt x="387855" y="79602"/>
                </a:lnTo>
                <a:lnTo>
                  <a:pt x="387798" y="78741"/>
                </a:lnTo>
                <a:lnTo>
                  <a:pt x="387740" y="77879"/>
                </a:lnTo>
                <a:lnTo>
                  <a:pt x="387697" y="77018"/>
                </a:lnTo>
                <a:lnTo>
                  <a:pt x="387647" y="76157"/>
                </a:lnTo>
                <a:lnTo>
                  <a:pt x="387597" y="75289"/>
                </a:lnTo>
                <a:lnTo>
                  <a:pt x="387546" y="74420"/>
                </a:lnTo>
                <a:lnTo>
                  <a:pt x="387503" y="73559"/>
                </a:lnTo>
                <a:lnTo>
                  <a:pt x="387453" y="72690"/>
                </a:lnTo>
                <a:lnTo>
                  <a:pt x="387403" y="71815"/>
                </a:lnTo>
                <a:lnTo>
                  <a:pt x="387360" y="70946"/>
                </a:lnTo>
                <a:lnTo>
                  <a:pt x="387310" y="70071"/>
                </a:lnTo>
                <a:lnTo>
                  <a:pt x="387281" y="69482"/>
                </a:lnTo>
                <a:lnTo>
                  <a:pt x="387259" y="68894"/>
                </a:lnTo>
                <a:lnTo>
                  <a:pt x="387231" y="68312"/>
                </a:lnTo>
                <a:lnTo>
                  <a:pt x="387223" y="67731"/>
                </a:lnTo>
                <a:lnTo>
                  <a:pt x="387216" y="67135"/>
                </a:lnTo>
                <a:lnTo>
                  <a:pt x="387209" y="66554"/>
                </a:lnTo>
                <a:lnTo>
                  <a:pt x="387209" y="65958"/>
                </a:lnTo>
                <a:lnTo>
                  <a:pt x="387209" y="65377"/>
                </a:lnTo>
                <a:lnTo>
                  <a:pt x="387231" y="64207"/>
                </a:lnTo>
                <a:lnTo>
                  <a:pt x="387267" y="63030"/>
                </a:lnTo>
                <a:lnTo>
                  <a:pt x="387310" y="61860"/>
                </a:lnTo>
                <a:lnTo>
                  <a:pt x="387367" y="60690"/>
                </a:lnTo>
                <a:lnTo>
                  <a:pt x="387432" y="59520"/>
                </a:lnTo>
                <a:lnTo>
                  <a:pt x="387511" y="58351"/>
                </a:lnTo>
                <a:lnTo>
                  <a:pt x="387597" y="57181"/>
                </a:lnTo>
                <a:lnTo>
                  <a:pt x="387676" y="56018"/>
                </a:lnTo>
                <a:lnTo>
                  <a:pt x="387776" y="54855"/>
                </a:lnTo>
                <a:lnTo>
                  <a:pt x="387869" y="53693"/>
                </a:lnTo>
                <a:lnTo>
                  <a:pt x="387963" y="52530"/>
                </a:lnTo>
                <a:lnTo>
                  <a:pt x="388063" y="51375"/>
                </a:lnTo>
                <a:lnTo>
                  <a:pt x="388121" y="50542"/>
                </a:lnTo>
                <a:lnTo>
                  <a:pt x="388192" y="49717"/>
                </a:lnTo>
                <a:lnTo>
                  <a:pt x="388271" y="48884"/>
                </a:lnTo>
                <a:lnTo>
                  <a:pt x="388357" y="48066"/>
                </a:lnTo>
                <a:lnTo>
                  <a:pt x="388451" y="47233"/>
                </a:lnTo>
                <a:lnTo>
                  <a:pt x="388537" y="46415"/>
                </a:lnTo>
                <a:lnTo>
                  <a:pt x="388637" y="45590"/>
                </a:lnTo>
                <a:lnTo>
                  <a:pt x="388745" y="44772"/>
                </a:lnTo>
                <a:lnTo>
                  <a:pt x="388853" y="43953"/>
                </a:lnTo>
                <a:lnTo>
                  <a:pt x="388960" y="43128"/>
                </a:lnTo>
                <a:lnTo>
                  <a:pt x="389068" y="42317"/>
                </a:lnTo>
                <a:lnTo>
                  <a:pt x="389183" y="41492"/>
                </a:lnTo>
                <a:lnTo>
                  <a:pt x="389283" y="40681"/>
                </a:lnTo>
                <a:lnTo>
                  <a:pt x="389391" y="39870"/>
                </a:lnTo>
                <a:lnTo>
                  <a:pt x="389506" y="39059"/>
                </a:lnTo>
                <a:lnTo>
                  <a:pt x="389613" y="38241"/>
                </a:lnTo>
                <a:lnTo>
                  <a:pt x="389692" y="37702"/>
                </a:lnTo>
                <a:lnTo>
                  <a:pt x="389764" y="37157"/>
                </a:lnTo>
                <a:lnTo>
                  <a:pt x="389843" y="36604"/>
                </a:lnTo>
                <a:lnTo>
                  <a:pt x="389936" y="36059"/>
                </a:lnTo>
                <a:lnTo>
                  <a:pt x="390023" y="35499"/>
                </a:lnTo>
                <a:lnTo>
                  <a:pt x="390116" y="34939"/>
                </a:lnTo>
                <a:lnTo>
                  <a:pt x="390216" y="34386"/>
                </a:lnTo>
                <a:lnTo>
                  <a:pt x="390317" y="33834"/>
                </a:lnTo>
                <a:lnTo>
                  <a:pt x="390417" y="33274"/>
                </a:lnTo>
                <a:lnTo>
                  <a:pt x="390518" y="32721"/>
                </a:lnTo>
                <a:lnTo>
                  <a:pt x="390625" y="32176"/>
                </a:lnTo>
                <a:lnTo>
                  <a:pt x="390733" y="31623"/>
                </a:lnTo>
                <a:lnTo>
                  <a:pt x="390841" y="31078"/>
                </a:lnTo>
                <a:lnTo>
                  <a:pt x="390956" y="30547"/>
                </a:lnTo>
                <a:lnTo>
                  <a:pt x="391063" y="30016"/>
                </a:lnTo>
                <a:lnTo>
                  <a:pt x="391178" y="29484"/>
                </a:lnTo>
                <a:lnTo>
                  <a:pt x="391293" y="28946"/>
                </a:lnTo>
                <a:lnTo>
                  <a:pt x="391408" y="28422"/>
                </a:lnTo>
                <a:lnTo>
                  <a:pt x="391523" y="27891"/>
                </a:lnTo>
                <a:lnTo>
                  <a:pt x="391637" y="27367"/>
                </a:lnTo>
                <a:lnTo>
                  <a:pt x="391752" y="26843"/>
                </a:lnTo>
                <a:lnTo>
                  <a:pt x="391867" y="26319"/>
                </a:lnTo>
                <a:lnTo>
                  <a:pt x="391989" y="25788"/>
                </a:lnTo>
                <a:lnTo>
                  <a:pt x="392111" y="25257"/>
                </a:lnTo>
                <a:lnTo>
                  <a:pt x="392204" y="24841"/>
                </a:lnTo>
                <a:lnTo>
                  <a:pt x="392319" y="24331"/>
                </a:lnTo>
                <a:lnTo>
                  <a:pt x="392448" y="23757"/>
                </a:lnTo>
                <a:lnTo>
                  <a:pt x="392585" y="23147"/>
                </a:lnTo>
                <a:lnTo>
                  <a:pt x="392735" y="22551"/>
                </a:lnTo>
                <a:lnTo>
                  <a:pt x="392879" y="22013"/>
                </a:lnTo>
                <a:lnTo>
                  <a:pt x="392951" y="21769"/>
                </a:lnTo>
                <a:lnTo>
                  <a:pt x="393015" y="21554"/>
                </a:lnTo>
                <a:lnTo>
                  <a:pt x="393080" y="21367"/>
                </a:lnTo>
                <a:lnTo>
                  <a:pt x="393145" y="21209"/>
                </a:lnTo>
                <a:lnTo>
                  <a:pt x="393209" y="20858"/>
                </a:lnTo>
                <a:lnTo>
                  <a:pt x="393302" y="20470"/>
                </a:lnTo>
                <a:lnTo>
                  <a:pt x="393410" y="20075"/>
                </a:lnTo>
                <a:lnTo>
                  <a:pt x="393525" y="19666"/>
                </a:lnTo>
                <a:lnTo>
                  <a:pt x="393640" y="19250"/>
                </a:lnTo>
                <a:lnTo>
                  <a:pt x="393762" y="18848"/>
                </a:lnTo>
                <a:lnTo>
                  <a:pt x="393877" y="18468"/>
                </a:lnTo>
                <a:lnTo>
                  <a:pt x="393984" y="18109"/>
                </a:lnTo>
                <a:lnTo>
                  <a:pt x="394099" y="17736"/>
                </a:lnTo>
                <a:lnTo>
                  <a:pt x="394214" y="17355"/>
                </a:lnTo>
                <a:lnTo>
                  <a:pt x="394329" y="16989"/>
                </a:lnTo>
                <a:lnTo>
                  <a:pt x="394444" y="16616"/>
                </a:lnTo>
                <a:lnTo>
                  <a:pt x="394551" y="16250"/>
                </a:lnTo>
                <a:lnTo>
                  <a:pt x="394666" y="15884"/>
                </a:lnTo>
                <a:lnTo>
                  <a:pt x="394781" y="15518"/>
                </a:lnTo>
                <a:lnTo>
                  <a:pt x="394896" y="15145"/>
                </a:lnTo>
                <a:lnTo>
                  <a:pt x="395111" y="14470"/>
                </a:lnTo>
                <a:lnTo>
                  <a:pt x="395341" y="13745"/>
                </a:lnTo>
                <a:lnTo>
                  <a:pt x="395585" y="12977"/>
                </a:lnTo>
                <a:lnTo>
                  <a:pt x="395850" y="12216"/>
                </a:lnTo>
                <a:lnTo>
                  <a:pt x="395979" y="11829"/>
                </a:lnTo>
                <a:lnTo>
                  <a:pt x="396116" y="11456"/>
                </a:lnTo>
                <a:lnTo>
                  <a:pt x="396259" y="11090"/>
                </a:lnTo>
                <a:lnTo>
                  <a:pt x="396396" y="10738"/>
                </a:lnTo>
                <a:lnTo>
                  <a:pt x="396539" y="10401"/>
                </a:lnTo>
                <a:lnTo>
                  <a:pt x="396683" y="10078"/>
                </a:lnTo>
                <a:lnTo>
                  <a:pt x="396826" y="9776"/>
                </a:lnTo>
                <a:lnTo>
                  <a:pt x="396963" y="9496"/>
                </a:lnTo>
                <a:lnTo>
                  <a:pt x="397020" y="9338"/>
                </a:lnTo>
                <a:lnTo>
                  <a:pt x="397092" y="9166"/>
                </a:lnTo>
                <a:lnTo>
                  <a:pt x="397164" y="8987"/>
                </a:lnTo>
                <a:lnTo>
                  <a:pt x="397243" y="8800"/>
                </a:lnTo>
                <a:lnTo>
                  <a:pt x="397436" y="8398"/>
                </a:lnTo>
                <a:lnTo>
                  <a:pt x="397645" y="7975"/>
                </a:lnTo>
                <a:lnTo>
                  <a:pt x="397889" y="7544"/>
                </a:lnTo>
                <a:lnTo>
                  <a:pt x="398147" y="7092"/>
                </a:lnTo>
                <a:lnTo>
                  <a:pt x="398412" y="6647"/>
                </a:lnTo>
                <a:lnTo>
                  <a:pt x="398692" y="6195"/>
                </a:lnTo>
                <a:lnTo>
                  <a:pt x="398972" y="5757"/>
                </a:lnTo>
                <a:lnTo>
                  <a:pt x="399259" y="5341"/>
                </a:lnTo>
                <a:lnTo>
                  <a:pt x="399532" y="4946"/>
                </a:lnTo>
                <a:lnTo>
                  <a:pt x="399798" y="4573"/>
                </a:lnTo>
                <a:lnTo>
                  <a:pt x="400056" y="4250"/>
                </a:lnTo>
                <a:lnTo>
                  <a:pt x="400293" y="3949"/>
                </a:lnTo>
                <a:lnTo>
                  <a:pt x="400401" y="3826"/>
                </a:lnTo>
                <a:lnTo>
                  <a:pt x="400508" y="3712"/>
                </a:lnTo>
                <a:lnTo>
                  <a:pt x="400601" y="3618"/>
                </a:lnTo>
                <a:lnTo>
                  <a:pt x="400688" y="3525"/>
                </a:lnTo>
                <a:lnTo>
                  <a:pt x="401039" y="3202"/>
                </a:lnTo>
                <a:lnTo>
                  <a:pt x="401334" y="2908"/>
                </a:lnTo>
                <a:lnTo>
                  <a:pt x="401613" y="2635"/>
                </a:lnTo>
                <a:lnTo>
                  <a:pt x="401893" y="2384"/>
                </a:lnTo>
                <a:lnTo>
                  <a:pt x="402030" y="2262"/>
                </a:lnTo>
                <a:lnTo>
                  <a:pt x="402180" y="2140"/>
                </a:lnTo>
                <a:lnTo>
                  <a:pt x="402338" y="2011"/>
                </a:lnTo>
                <a:lnTo>
                  <a:pt x="402511" y="1882"/>
                </a:lnTo>
                <a:lnTo>
                  <a:pt x="402697" y="1752"/>
                </a:lnTo>
                <a:lnTo>
                  <a:pt x="402905" y="1609"/>
                </a:lnTo>
                <a:lnTo>
                  <a:pt x="403128" y="1472"/>
                </a:lnTo>
                <a:lnTo>
                  <a:pt x="403372" y="1322"/>
                </a:lnTo>
                <a:lnTo>
                  <a:pt x="403558" y="1214"/>
                </a:lnTo>
                <a:lnTo>
                  <a:pt x="403759" y="1099"/>
                </a:lnTo>
                <a:lnTo>
                  <a:pt x="403953" y="992"/>
                </a:lnTo>
                <a:lnTo>
                  <a:pt x="404168" y="898"/>
                </a:lnTo>
                <a:lnTo>
                  <a:pt x="404384" y="798"/>
                </a:lnTo>
                <a:lnTo>
                  <a:pt x="404599" y="697"/>
                </a:lnTo>
                <a:lnTo>
                  <a:pt x="404822" y="611"/>
                </a:lnTo>
                <a:lnTo>
                  <a:pt x="405051" y="525"/>
                </a:lnTo>
                <a:lnTo>
                  <a:pt x="405281" y="453"/>
                </a:lnTo>
                <a:lnTo>
                  <a:pt x="405525" y="382"/>
                </a:lnTo>
                <a:lnTo>
                  <a:pt x="405769" y="310"/>
                </a:lnTo>
                <a:lnTo>
                  <a:pt x="406013" y="252"/>
                </a:lnTo>
                <a:lnTo>
                  <a:pt x="406264" y="209"/>
                </a:lnTo>
                <a:lnTo>
                  <a:pt x="406508" y="173"/>
                </a:lnTo>
                <a:lnTo>
                  <a:pt x="406759" y="137"/>
                </a:lnTo>
                <a:lnTo>
                  <a:pt x="407025" y="123"/>
                </a:lnTo>
                <a:lnTo>
                  <a:pt x="407161" y="80"/>
                </a:lnTo>
                <a:lnTo>
                  <a:pt x="407348" y="51"/>
                </a:lnTo>
                <a:lnTo>
                  <a:pt x="407549" y="23"/>
                </a:lnTo>
                <a:lnTo>
                  <a:pt x="407800" y="8"/>
                </a:lnTo>
                <a:close/>
                <a:moveTo>
                  <a:pt x="214476" y="1"/>
                </a:moveTo>
                <a:lnTo>
                  <a:pt x="214770" y="1"/>
                </a:lnTo>
                <a:lnTo>
                  <a:pt x="215093" y="8"/>
                </a:lnTo>
                <a:lnTo>
                  <a:pt x="215445" y="15"/>
                </a:lnTo>
                <a:lnTo>
                  <a:pt x="216198" y="59"/>
                </a:lnTo>
                <a:lnTo>
                  <a:pt x="217016" y="123"/>
                </a:lnTo>
                <a:lnTo>
                  <a:pt x="217870" y="195"/>
                </a:lnTo>
                <a:lnTo>
                  <a:pt x="218753" y="288"/>
                </a:lnTo>
                <a:lnTo>
                  <a:pt x="219636" y="389"/>
                </a:lnTo>
                <a:lnTo>
                  <a:pt x="220512" y="496"/>
                </a:lnTo>
                <a:lnTo>
                  <a:pt x="221344" y="604"/>
                </a:lnTo>
                <a:lnTo>
                  <a:pt x="222134" y="704"/>
                </a:lnTo>
                <a:lnTo>
                  <a:pt x="222851" y="805"/>
                </a:lnTo>
                <a:lnTo>
                  <a:pt x="223476" y="898"/>
                </a:lnTo>
                <a:lnTo>
                  <a:pt x="223992" y="977"/>
                </a:lnTo>
                <a:lnTo>
                  <a:pt x="224373" y="1049"/>
                </a:lnTo>
                <a:lnTo>
                  <a:pt x="225184" y="1207"/>
                </a:lnTo>
                <a:lnTo>
                  <a:pt x="225980" y="1372"/>
                </a:lnTo>
                <a:lnTo>
                  <a:pt x="226784" y="1544"/>
                </a:lnTo>
                <a:lnTo>
                  <a:pt x="227588" y="1724"/>
                </a:lnTo>
                <a:lnTo>
                  <a:pt x="228385" y="1917"/>
                </a:lnTo>
                <a:lnTo>
                  <a:pt x="229189" y="2118"/>
                </a:lnTo>
                <a:lnTo>
                  <a:pt x="229985" y="2326"/>
                </a:lnTo>
                <a:lnTo>
                  <a:pt x="230789" y="2549"/>
                </a:lnTo>
                <a:lnTo>
                  <a:pt x="231586" y="2771"/>
                </a:lnTo>
                <a:lnTo>
                  <a:pt x="232390" y="3001"/>
                </a:lnTo>
                <a:lnTo>
                  <a:pt x="233186" y="3238"/>
                </a:lnTo>
                <a:lnTo>
                  <a:pt x="233983" y="3482"/>
                </a:lnTo>
                <a:lnTo>
                  <a:pt x="234779" y="3740"/>
                </a:lnTo>
                <a:lnTo>
                  <a:pt x="235576" y="3992"/>
                </a:lnTo>
                <a:lnTo>
                  <a:pt x="236373" y="4257"/>
                </a:lnTo>
                <a:lnTo>
                  <a:pt x="237169" y="4530"/>
                </a:lnTo>
                <a:lnTo>
                  <a:pt x="237959" y="4795"/>
                </a:lnTo>
                <a:lnTo>
                  <a:pt x="238748" y="5075"/>
                </a:lnTo>
                <a:lnTo>
                  <a:pt x="239538" y="5362"/>
                </a:lnTo>
                <a:lnTo>
                  <a:pt x="240313" y="5649"/>
                </a:lnTo>
                <a:lnTo>
                  <a:pt x="241102" y="5937"/>
                </a:lnTo>
                <a:lnTo>
                  <a:pt x="241885" y="6238"/>
                </a:lnTo>
                <a:lnTo>
                  <a:pt x="242667" y="6539"/>
                </a:lnTo>
                <a:lnTo>
                  <a:pt x="243435" y="6841"/>
                </a:lnTo>
                <a:lnTo>
                  <a:pt x="244978" y="7451"/>
                </a:lnTo>
                <a:lnTo>
                  <a:pt x="246507" y="8075"/>
                </a:lnTo>
                <a:lnTo>
                  <a:pt x="248028" y="8707"/>
                </a:lnTo>
                <a:lnTo>
                  <a:pt x="249521" y="9338"/>
                </a:lnTo>
                <a:lnTo>
                  <a:pt x="249765" y="9439"/>
                </a:lnTo>
                <a:lnTo>
                  <a:pt x="250031" y="9547"/>
                </a:lnTo>
                <a:lnTo>
                  <a:pt x="250311" y="9654"/>
                </a:lnTo>
                <a:lnTo>
                  <a:pt x="250590" y="9762"/>
                </a:lnTo>
                <a:lnTo>
                  <a:pt x="250863" y="9877"/>
                </a:lnTo>
                <a:lnTo>
                  <a:pt x="251122" y="9992"/>
                </a:lnTo>
                <a:lnTo>
                  <a:pt x="251358" y="10114"/>
                </a:lnTo>
                <a:lnTo>
                  <a:pt x="251581" y="10236"/>
                </a:lnTo>
                <a:lnTo>
                  <a:pt x="251753" y="10286"/>
                </a:lnTo>
                <a:lnTo>
                  <a:pt x="251947" y="10350"/>
                </a:lnTo>
                <a:lnTo>
                  <a:pt x="252141" y="10415"/>
                </a:lnTo>
                <a:lnTo>
                  <a:pt x="252342" y="10487"/>
                </a:lnTo>
                <a:lnTo>
                  <a:pt x="252758" y="10659"/>
                </a:lnTo>
                <a:lnTo>
                  <a:pt x="253174" y="10846"/>
                </a:lnTo>
                <a:lnTo>
                  <a:pt x="253605" y="11032"/>
                </a:lnTo>
                <a:lnTo>
                  <a:pt x="254014" y="11212"/>
                </a:lnTo>
                <a:lnTo>
                  <a:pt x="254409" y="11391"/>
                </a:lnTo>
                <a:lnTo>
                  <a:pt x="254775" y="11542"/>
                </a:lnTo>
                <a:lnTo>
                  <a:pt x="255327" y="11772"/>
                </a:lnTo>
                <a:lnTo>
                  <a:pt x="255894" y="12008"/>
                </a:lnTo>
                <a:lnTo>
                  <a:pt x="256468" y="12252"/>
                </a:lnTo>
                <a:lnTo>
                  <a:pt x="257050" y="12511"/>
                </a:lnTo>
                <a:lnTo>
                  <a:pt x="257646" y="12776"/>
                </a:lnTo>
                <a:lnTo>
                  <a:pt x="258241" y="13035"/>
                </a:lnTo>
                <a:lnTo>
                  <a:pt x="258851" y="13315"/>
                </a:lnTo>
                <a:lnTo>
                  <a:pt x="259447" y="13587"/>
                </a:lnTo>
                <a:lnTo>
                  <a:pt x="260050" y="13867"/>
                </a:lnTo>
                <a:lnTo>
                  <a:pt x="260638" y="14147"/>
                </a:lnTo>
                <a:lnTo>
                  <a:pt x="261234" y="14427"/>
                </a:lnTo>
                <a:lnTo>
                  <a:pt x="261815" y="14693"/>
                </a:lnTo>
                <a:lnTo>
                  <a:pt x="262382" y="14972"/>
                </a:lnTo>
                <a:lnTo>
                  <a:pt x="262935" y="15245"/>
                </a:lnTo>
                <a:lnTo>
                  <a:pt x="263473" y="15518"/>
                </a:lnTo>
                <a:lnTo>
                  <a:pt x="263990" y="15776"/>
                </a:lnTo>
                <a:lnTo>
                  <a:pt x="264736" y="16157"/>
                </a:lnTo>
                <a:lnTo>
                  <a:pt x="265483" y="16544"/>
                </a:lnTo>
                <a:lnTo>
                  <a:pt x="266236" y="16932"/>
                </a:lnTo>
                <a:lnTo>
                  <a:pt x="266976" y="17319"/>
                </a:lnTo>
                <a:lnTo>
                  <a:pt x="267715" y="17714"/>
                </a:lnTo>
                <a:lnTo>
                  <a:pt x="268440" y="18109"/>
                </a:lnTo>
                <a:lnTo>
                  <a:pt x="269172" y="18511"/>
                </a:lnTo>
                <a:lnTo>
                  <a:pt x="269904" y="18913"/>
                </a:lnTo>
                <a:lnTo>
                  <a:pt x="270629" y="19322"/>
                </a:lnTo>
                <a:lnTo>
                  <a:pt x="271339" y="19731"/>
                </a:lnTo>
                <a:lnTo>
                  <a:pt x="272050" y="20140"/>
                </a:lnTo>
                <a:lnTo>
                  <a:pt x="272753" y="20549"/>
                </a:lnTo>
                <a:lnTo>
                  <a:pt x="273449" y="20958"/>
                </a:lnTo>
                <a:lnTo>
                  <a:pt x="274145" y="21382"/>
                </a:lnTo>
                <a:lnTo>
                  <a:pt x="274834" y="21798"/>
                </a:lnTo>
                <a:lnTo>
                  <a:pt x="275502" y="22228"/>
                </a:lnTo>
                <a:lnTo>
                  <a:pt x="276205" y="22666"/>
                </a:lnTo>
                <a:lnTo>
                  <a:pt x="276901" y="23104"/>
                </a:lnTo>
                <a:lnTo>
                  <a:pt x="277590" y="23542"/>
                </a:lnTo>
                <a:lnTo>
                  <a:pt x="278279" y="23973"/>
                </a:lnTo>
                <a:lnTo>
                  <a:pt x="278961" y="24417"/>
                </a:lnTo>
                <a:lnTo>
                  <a:pt x="279643" y="24855"/>
                </a:lnTo>
                <a:lnTo>
                  <a:pt x="280325" y="25300"/>
                </a:lnTo>
                <a:lnTo>
                  <a:pt x="281000" y="25760"/>
                </a:lnTo>
                <a:lnTo>
                  <a:pt x="281710" y="26233"/>
                </a:lnTo>
                <a:lnTo>
                  <a:pt x="282406" y="26714"/>
                </a:lnTo>
                <a:lnTo>
                  <a:pt x="283088" y="27181"/>
                </a:lnTo>
                <a:lnTo>
                  <a:pt x="283741" y="27647"/>
                </a:lnTo>
                <a:lnTo>
                  <a:pt x="284394" y="28106"/>
                </a:lnTo>
                <a:lnTo>
                  <a:pt x="285026" y="28566"/>
                </a:lnTo>
                <a:lnTo>
                  <a:pt x="285657" y="29018"/>
                </a:lnTo>
                <a:lnTo>
                  <a:pt x="286282" y="29477"/>
                </a:lnTo>
                <a:lnTo>
                  <a:pt x="286899" y="29929"/>
                </a:lnTo>
                <a:lnTo>
                  <a:pt x="287516" y="30389"/>
                </a:lnTo>
                <a:lnTo>
                  <a:pt x="288141" y="30855"/>
                </a:lnTo>
                <a:lnTo>
                  <a:pt x="288765" y="31322"/>
                </a:lnTo>
                <a:lnTo>
                  <a:pt x="289404" y="31796"/>
                </a:lnTo>
                <a:lnTo>
                  <a:pt x="290043" y="32269"/>
                </a:lnTo>
                <a:lnTo>
                  <a:pt x="290696" y="32764"/>
                </a:lnTo>
                <a:lnTo>
                  <a:pt x="291370" y="33260"/>
                </a:lnTo>
                <a:lnTo>
                  <a:pt x="291995" y="33733"/>
                </a:lnTo>
                <a:lnTo>
                  <a:pt x="292626" y="34229"/>
                </a:lnTo>
                <a:lnTo>
                  <a:pt x="293258" y="34738"/>
                </a:lnTo>
                <a:lnTo>
                  <a:pt x="293882" y="35248"/>
                </a:lnTo>
                <a:lnTo>
                  <a:pt x="294500" y="35750"/>
                </a:lnTo>
                <a:lnTo>
                  <a:pt x="295117" y="36260"/>
                </a:lnTo>
                <a:lnTo>
                  <a:pt x="295734" y="36755"/>
                </a:lnTo>
                <a:lnTo>
                  <a:pt x="296330" y="37221"/>
                </a:lnTo>
                <a:lnTo>
                  <a:pt x="308287" y="47743"/>
                </a:lnTo>
                <a:lnTo>
                  <a:pt x="308516" y="47965"/>
                </a:lnTo>
                <a:lnTo>
                  <a:pt x="308739" y="48195"/>
                </a:lnTo>
                <a:lnTo>
                  <a:pt x="308947" y="48425"/>
                </a:lnTo>
                <a:lnTo>
                  <a:pt x="309148" y="48654"/>
                </a:lnTo>
                <a:lnTo>
                  <a:pt x="309349" y="48884"/>
                </a:lnTo>
                <a:lnTo>
                  <a:pt x="309535" y="49107"/>
                </a:lnTo>
                <a:lnTo>
                  <a:pt x="309722" y="49322"/>
                </a:lnTo>
                <a:lnTo>
                  <a:pt x="309923" y="49516"/>
                </a:lnTo>
                <a:lnTo>
                  <a:pt x="310497" y="50083"/>
                </a:lnTo>
                <a:lnTo>
                  <a:pt x="311114" y="50707"/>
                </a:lnTo>
                <a:lnTo>
                  <a:pt x="311753" y="51367"/>
                </a:lnTo>
                <a:lnTo>
                  <a:pt x="312392" y="52056"/>
                </a:lnTo>
                <a:lnTo>
                  <a:pt x="313038" y="52753"/>
                </a:lnTo>
                <a:lnTo>
                  <a:pt x="313641" y="53442"/>
                </a:lnTo>
                <a:lnTo>
                  <a:pt x="313935" y="53779"/>
                </a:lnTo>
                <a:lnTo>
                  <a:pt x="314215" y="54116"/>
                </a:lnTo>
                <a:lnTo>
                  <a:pt x="314488" y="54439"/>
                </a:lnTo>
                <a:lnTo>
                  <a:pt x="314732" y="54741"/>
                </a:lnTo>
                <a:lnTo>
                  <a:pt x="315313" y="55458"/>
                </a:lnTo>
                <a:lnTo>
                  <a:pt x="315823" y="56097"/>
                </a:lnTo>
                <a:lnTo>
                  <a:pt x="316059" y="56398"/>
                </a:lnTo>
                <a:lnTo>
                  <a:pt x="316282" y="56700"/>
                </a:lnTo>
                <a:lnTo>
                  <a:pt x="316497" y="56994"/>
                </a:lnTo>
                <a:lnTo>
                  <a:pt x="316712" y="57281"/>
                </a:lnTo>
                <a:lnTo>
                  <a:pt x="316921" y="57583"/>
                </a:lnTo>
                <a:lnTo>
                  <a:pt x="317122" y="57891"/>
                </a:lnTo>
                <a:lnTo>
                  <a:pt x="317330" y="58200"/>
                </a:lnTo>
                <a:lnTo>
                  <a:pt x="317538" y="58530"/>
                </a:lnTo>
                <a:lnTo>
                  <a:pt x="317746" y="58875"/>
                </a:lnTo>
                <a:lnTo>
                  <a:pt x="317968" y="59241"/>
                </a:lnTo>
                <a:lnTo>
                  <a:pt x="318198" y="59643"/>
                </a:lnTo>
                <a:lnTo>
                  <a:pt x="318442" y="60066"/>
                </a:lnTo>
                <a:lnTo>
                  <a:pt x="318593" y="60346"/>
                </a:lnTo>
                <a:lnTo>
                  <a:pt x="318751" y="60683"/>
                </a:lnTo>
                <a:lnTo>
                  <a:pt x="318930" y="61049"/>
                </a:lnTo>
                <a:lnTo>
                  <a:pt x="319110" y="61458"/>
                </a:lnTo>
                <a:lnTo>
                  <a:pt x="319296" y="61896"/>
                </a:lnTo>
                <a:lnTo>
                  <a:pt x="319483" y="62363"/>
                </a:lnTo>
                <a:lnTo>
                  <a:pt x="319655" y="62851"/>
                </a:lnTo>
                <a:lnTo>
                  <a:pt x="319827" y="63339"/>
                </a:lnTo>
                <a:lnTo>
                  <a:pt x="319985" y="63841"/>
                </a:lnTo>
                <a:lnTo>
                  <a:pt x="320129" y="64343"/>
                </a:lnTo>
                <a:lnTo>
                  <a:pt x="320186" y="64588"/>
                </a:lnTo>
                <a:lnTo>
                  <a:pt x="320244" y="64839"/>
                </a:lnTo>
                <a:lnTo>
                  <a:pt x="320301" y="65083"/>
                </a:lnTo>
                <a:lnTo>
                  <a:pt x="320344" y="65320"/>
                </a:lnTo>
                <a:lnTo>
                  <a:pt x="320387" y="65549"/>
                </a:lnTo>
                <a:lnTo>
                  <a:pt x="320416" y="65779"/>
                </a:lnTo>
                <a:lnTo>
                  <a:pt x="320437" y="66001"/>
                </a:lnTo>
                <a:lnTo>
                  <a:pt x="320452" y="66217"/>
                </a:lnTo>
                <a:lnTo>
                  <a:pt x="320459" y="66425"/>
                </a:lnTo>
                <a:lnTo>
                  <a:pt x="320459" y="66626"/>
                </a:lnTo>
                <a:lnTo>
                  <a:pt x="320445" y="66812"/>
                </a:lnTo>
                <a:lnTo>
                  <a:pt x="320416" y="66992"/>
                </a:lnTo>
                <a:lnTo>
                  <a:pt x="320344" y="67401"/>
                </a:lnTo>
                <a:lnTo>
                  <a:pt x="320265" y="67796"/>
                </a:lnTo>
                <a:lnTo>
                  <a:pt x="320179" y="68190"/>
                </a:lnTo>
                <a:lnTo>
                  <a:pt x="320078" y="68564"/>
                </a:lnTo>
                <a:lnTo>
                  <a:pt x="319985" y="68944"/>
                </a:lnTo>
                <a:lnTo>
                  <a:pt x="319878" y="69310"/>
                </a:lnTo>
                <a:lnTo>
                  <a:pt x="319763" y="69676"/>
                </a:lnTo>
                <a:lnTo>
                  <a:pt x="319641" y="70028"/>
                </a:lnTo>
                <a:lnTo>
                  <a:pt x="319512" y="70372"/>
                </a:lnTo>
                <a:lnTo>
                  <a:pt x="319375" y="70717"/>
                </a:lnTo>
                <a:lnTo>
                  <a:pt x="319239" y="71054"/>
                </a:lnTo>
                <a:lnTo>
                  <a:pt x="319095" y="71384"/>
                </a:lnTo>
                <a:lnTo>
                  <a:pt x="318937" y="71714"/>
                </a:lnTo>
                <a:lnTo>
                  <a:pt x="318787" y="72037"/>
                </a:lnTo>
                <a:lnTo>
                  <a:pt x="318622" y="72353"/>
                </a:lnTo>
                <a:lnTo>
                  <a:pt x="318456" y="72669"/>
                </a:lnTo>
                <a:lnTo>
                  <a:pt x="318284" y="72985"/>
                </a:lnTo>
                <a:lnTo>
                  <a:pt x="318105" y="73286"/>
                </a:lnTo>
                <a:lnTo>
                  <a:pt x="317918" y="73595"/>
                </a:lnTo>
                <a:lnTo>
                  <a:pt x="317732" y="73896"/>
                </a:lnTo>
                <a:lnTo>
                  <a:pt x="317545" y="74190"/>
                </a:lnTo>
                <a:lnTo>
                  <a:pt x="317344" y="74492"/>
                </a:lnTo>
                <a:lnTo>
                  <a:pt x="317150" y="74793"/>
                </a:lnTo>
                <a:lnTo>
                  <a:pt x="316942" y="75088"/>
                </a:lnTo>
                <a:lnTo>
                  <a:pt x="316533" y="75669"/>
                </a:lnTo>
                <a:lnTo>
                  <a:pt x="316095" y="76265"/>
                </a:lnTo>
                <a:lnTo>
                  <a:pt x="315657" y="76846"/>
                </a:lnTo>
                <a:lnTo>
                  <a:pt x="315205" y="77434"/>
                </a:lnTo>
                <a:lnTo>
                  <a:pt x="314954" y="77750"/>
                </a:lnTo>
                <a:lnTo>
                  <a:pt x="314710" y="78052"/>
                </a:lnTo>
                <a:lnTo>
                  <a:pt x="314581" y="78202"/>
                </a:lnTo>
                <a:lnTo>
                  <a:pt x="314445" y="78339"/>
                </a:lnTo>
                <a:lnTo>
                  <a:pt x="314308" y="78482"/>
                </a:lnTo>
                <a:lnTo>
                  <a:pt x="314157" y="78611"/>
                </a:lnTo>
                <a:lnTo>
                  <a:pt x="314078" y="78726"/>
                </a:lnTo>
                <a:lnTo>
                  <a:pt x="313899" y="78927"/>
                </a:lnTo>
                <a:lnTo>
                  <a:pt x="313648" y="79207"/>
                </a:lnTo>
                <a:lnTo>
                  <a:pt x="313325" y="79552"/>
                </a:lnTo>
                <a:lnTo>
                  <a:pt x="312952" y="79954"/>
                </a:lnTo>
                <a:lnTo>
                  <a:pt x="312535" y="80399"/>
                </a:lnTo>
                <a:lnTo>
                  <a:pt x="312083" y="80872"/>
                </a:lnTo>
                <a:lnTo>
                  <a:pt x="311617" y="81353"/>
                </a:lnTo>
                <a:lnTo>
                  <a:pt x="311143" y="81841"/>
                </a:lnTo>
                <a:lnTo>
                  <a:pt x="310669" y="82322"/>
                </a:lnTo>
                <a:lnTo>
                  <a:pt x="310217" y="82789"/>
                </a:lnTo>
                <a:lnTo>
                  <a:pt x="309801" y="83219"/>
                </a:lnTo>
                <a:lnTo>
                  <a:pt x="309413" y="83607"/>
                </a:lnTo>
                <a:lnTo>
                  <a:pt x="309076" y="83944"/>
                </a:lnTo>
                <a:lnTo>
                  <a:pt x="308811" y="84210"/>
                </a:lnTo>
                <a:lnTo>
                  <a:pt x="308617" y="84389"/>
                </a:lnTo>
                <a:lnTo>
                  <a:pt x="308380" y="84619"/>
                </a:lnTo>
                <a:lnTo>
                  <a:pt x="308143" y="84856"/>
                </a:lnTo>
                <a:lnTo>
                  <a:pt x="307913" y="85071"/>
                </a:lnTo>
                <a:lnTo>
                  <a:pt x="307684" y="85293"/>
                </a:lnTo>
                <a:lnTo>
                  <a:pt x="307454" y="85516"/>
                </a:lnTo>
                <a:lnTo>
                  <a:pt x="307217" y="85745"/>
                </a:lnTo>
                <a:lnTo>
                  <a:pt x="306988" y="85975"/>
                </a:lnTo>
                <a:lnTo>
                  <a:pt x="306751" y="86219"/>
                </a:lnTo>
                <a:lnTo>
                  <a:pt x="305244" y="87561"/>
                </a:lnTo>
                <a:lnTo>
                  <a:pt x="305093" y="87705"/>
                </a:lnTo>
                <a:lnTo>
                  <a:pt x="304992" y="87798"/>
                </a:lnTo>
                <a:lnTo>
                  <a:pt x="304906" y="87884"/>
                </a:lnTo>
                <a:lnTo>
                  <a:pt x="304756" y="87999"/>
                </a:lnTo>
                <a:lnTo>
                  <a:pt x="304497" y="88214"/>
                </a:lnTo>
                <a:lnTo>
                  <a:pt x="304167" y="88480"/>
                </a:lnTo>
                <a:lnTo>
                  <a:pt x="303801" y="88796"/>
                </a:lnTo>
                <a:lnTo>
                  <a:pt x="303399" y="89147"/>
                </a:lnTo>
                <a:lnTo>
                  <a:pt x="302968" y="89535"/>
                </a:lnTo>
                <a:lnTo>
                  <a:pt x="302516" y="89930"/>
                </a:lnTo>
                <a:lnTo>
                  <a:pt x="302050" y="90339"/>
                </a:lnTo>
                <a:lnTo>
                  <a:pt x="301576" y="90755"/>
                </a:lnTo>
                <a:lnTo>
                  <a:pt x="301110" y="91157"/>
                </a:lnTo>
                <a:lnTo>
                  <a:pt x="300665" y="91552"/>
                </a:lnTo>
                <a:lnTo>
                  <a:pt x="300234" y="91918"/>
                </a:lnTo>
                <a:lnTo>
                  <a:pt x="299839" y="92255"/>
                </a:lnTo>
                <a:lnTo>
                  <a:pt x="299473" y="92549"/>
                </a:lnTo>
                <a:lnTo>
                  <a:pt x="299165" y="92786"/>
                </a:lnTo>
                <a:lnTo>
                  <a:pt x="299035" y="92887"/>
                </a:lnTo>
                <a:lnTo>
                  <a:pt x="298913" y="92973"/>
                </a:lnTo>
                <a:lnTo>
                  <a:pt x="298806" y="93037"/>
                </a:lnTo>
                <a:lnTo>
                  <a:pt x="298712" y="93088"/>
                </a:lnTo>
                <a:lnTo>
                  <a:pt x="298634" y="93174"/>
                </a:lnTo>
                <a:lnTo>
                  <a:pt x="298497" y="93303"/>
                </a:lnTo>
                <a:lnTo>
                  <a:pt x="298318" y="93461"/>
                </a:lnTo>
                <a:lnTo>
                  <a:pt x="298095" y="93647"/>
                </a:lnTo>
                <a:lnTo>
                  <a:pt x="297535" y="94107"/>
                </a:lnTo>
                <a:lnTo>
                  <a:pt x="296846" y="94667"/>
                </a:lnTo>
                <a:lnTo>
                  <a:pt x="296050" y="95298"/>
                </a:lnTo>
                <a:lnTo>
                  <a:pt x="295181" y="95987"/>
                </a:lnTo>
                <a:lnTo>
                  <a:pt x="294256" y="96712"/>
                </a:lnTo>
                <a:lnTo>
                  <a:pt x="293301" y="97451"/>
                </a:lnTo>
                <a:lnTo>
                  <a:pt x="292346" y="98183"/>
                </a:lnTo>
                <a:lnTo>
                  <a:pt x="291413" y="98894"/>
                </a:lnTo>
                <a:lnTo>
                  <a:pt x="290531" y="99569"/>
                </a:lnTo>
                <a:lnTo>
                  <a:pt x="289720" y="100179"/>
                </a:lnTo>
                <a:lnTo>
                  <a:pt x="289016" y="100695"/>
                </a:lnTo>
                <a:lnTo>
                  <a:pt x="288428" y="101112"/>
                </a:lnTo>
                <a:lnTo>
                  <a:pt x="288191" y="101284"/>
                </a:lnTo>
                <a:lnTo>
                  <a:pt x="287997" y="101420"/>
                </a:lnTo>
                <a:lnTo>
                  <a:pt x="287846" y="101506"/>
                </a:lnTo>
                <a:lnTo>
                  <a:pt x="287739" y="101571"/>
                </a:lnTo>
                <a:lnTo>
                  <a:pt x="287502" y="101765"/>
                </a:lnTo>
                <a:lnTo>
                  <a:pt x="287129" y="102045"/>
                </a:lnTo>
                <a:lnTo>
                  <a:pt x="286641" y="102396"/>
                </a:lnTo>
                <a:lnTo>
                  <a:pt x="286067" y="102805"/>
                </a:lnTo>
                <a:lnTo>
                  <a:pt x="285406" y="103265"/>
                </a:lnTo>
                <a:lnTo>
                  <a:pt x="284710" y="103760"/>
                </a:lnTo>
                <a:lnTo>
                  <a:pt x="283964" y="104269"/>
                </a:lnTo>
                <a:lnTo>
                  <a:pt x="283210" y="104786"/>
                </a:lnTo>
                <a:lnTo>
                  <a:pt x="282449" y="105303"/>
                </a:lnTo>
                <a:lnTo>
                  <a:pt x="281710" y="105798"/>
                </a:lnTo>
                <a:lnTo>
                  <a:pt x="281014" y="106265"/>
                </a:lnTo>
                <a:lnTo>
                  <a:pt x="280375" y="106681"/>
                </a:lnTo>
                <a:lnTo>
                  <a:pt x="279815" y="107033"/>
                </a:lnTo>
                <a:lnTo>
                  <a:pt x="279349" y="107327"/>
                </a:lnTo>
                <a:lnTo>
                  <a:pt x="279148" y="107442"/>
                </a:lnTo>
                <a:lnTo>
                  <a:pt x="278997" y="107528"/>
                </a:lnTo>
                <a:lnTo>
                  <a:pt x="278861" y="107592"/>
                </a:lnTo>
                <a:lnTo>
                  <a:pt x="278775" y="107636"/>
                </a:lnTo>
                <a:lnTo>
                  <a:pt x="278703" y="107707"/>
                </a:lnTo>
                <a:lnTo>
                  <a:pt x="278567" y="107808"/>
                </a:lnTo>
                <a:lnTo>
                  <a:pt x="278387" y="107930"/>
                </a:lnTo>
                <a:lnTo>
                  <a:pt x="278157" y="108088"/>
                </a:lnTo>
                <a:lnTo>
                  <a:pt x="277576" y="108454"/>
                </a:lnTo>
                <a:lnTo>
                  <a:pt x="276837" y="108920"/>
                </a:lnTo>
                <a:lnTo>
                  <a:pt x="275976" y="109444"/>
                </a:lnTo>
                <a:lnTo>
                  <a:pt x="275021" y="110011"/>
                </a:lnTo>
                <a:lnTo>
                  <a:pt x="274002" y="110607"/>
                </a:lnTo>
                <a:lnTo>
                  <a:pt x="272933" y="111231"/>
                </a:lnTo>
                <a:lnTo>
                  <a:pt x="271856" y="111848"/>
                </a:lnTo>
                <a:lnTo>
                  <a:pt x="270801" y="112459"/>
                </a:lnTo>
                <a:lnTo>
                  <a:pt x="269782" y="113025"/>
                </a:lnTo>
                <a:lnTo>
                  <a:pt x="268834" y="113549"/>
                </a:lnTo>
                <a:lnTo>
                  <a:pt x="267980" y="114016"/>
                </a:lnTo>
                <a:lnTo>
                  <a:pt x="267263" y="114396"/>
                </a:lnTo>
                <a:lnTo>
                  <a:pt x="266954" y="114561"/>
                </a:lnTo>
                <a:lnTo>
                  <a:pt x="266696" y="114683"/>
                </a:lnTo>
                <a:lnTo>
                  <a:pt x="266473" y="114791"/>
                </a:lnTo>
                <a:lnTo>
                  <a:pt x="266301" y="114863"/>
                </a:lnTo>
                <a:lnTo>
                  <a:pt x="266043" y="115021"/>
                </a:lnTo>
                <a:lnTo>
                  <a:pt x="265784" y="115179"/>
                </a:lnTo>
                <a:lnTo>
                  <a:pt x="265504" y="115329"/>
                </a:lnTo>
                <a:lnTo>
                  <a:pt x="265217" y="115487"/>
                </a:lnTo>
                <a:lnTo>
                  <a:pt x="264614" y="115781"/>
                </a:lnTo>
                <a:lnTo>
                  <a:pt x="263990" y="116076"/>
                </a:lnTo>
                <a:lnTo>
                  <a:pt x="263366" y="116370"/>
                </a:lnTo>
                <a:lnTo>
                  <a:pt x="262741" y="116657"/>
                </a:lnTo>
                <a:lnTo>
                  <a:pt x="262146" y="116930"/>
                </a:lnTo>
                <a:lnTo>
                  <a:pt x="261579" y="117210"/>
                </a:lnTo>
                <a:lnTo>
                  <a:pt x="261284" y="117360"/>
                </a:lnTo>
                <a:lnTo>
                  <a:pt x="260983" y="117497"/>
                </a:lnTo>
                <a:lnTo>
                  <a:pt x="260681" y="117640"/>
                </a:lnTo>
                <a:lnTo>
                  <a:pt x="260380" y="117770"/>
                </a:lnTo>
                <a:lnTo>
                  <a:pt x="260086" y="117913"/>
                </a:lnTo>
                <a:lnTo>
                  <a:pt x="259777" y="118042"/>
                </a:lnTo>
                <a:lnTo>
                  <a:pt x="259476" y="118171"/>
                </a:lnTo>
                <a:lnTo>
                  <a:pt x="259181" y="118315"/>
                </a:lnTo>
                <a:lnTo>
                  <a:pt x="258916" y="118437"/>
                </a:lnTo>
                <a:lnTo>
                  <a:pt x="258622" y="118581"/>
                </a:lnTo>
                <a:lnTo>
                  <a:pt x="258291" y="118731"/>
                </a:lnTo>
                <a:lnTo>
                  <a:pt x="257947" y="118889"/>
                </a:lnTo>
                <a:lnTo>
                  <a:pt x="257610" y="119047"/>
                </a:lnTo>
                <a:lnTo>
                  <a:pt x="257279" y="119176"/>
                </a:lnTo>
                <a:lnTo>
                  <a:pt x="256971" y="119291"/>
                </a:lnTo>
                <a:lnTo>
                  <a:pt x="256705" y="119377"/>
                </a:lnTo>
                <a:lnTo>
                  <a:pt x="256361" y="119557"/>
                </a:lnTo>
                <a:lnTo>
                  <a:pt x="255973" y="119729"/>
                </a:lnTo>
                <a:lnTo>
                  <a:pt x="255564" y="119908"/>
                </a:lnTo>
                <a:lnTo>
                  <a:pt x="255141" y="120081"/>
                </a:lnTo>
                <a:lnTo>
                  <a:pt x="254703" y="120253"/>
                </a:lnTo>
                <a:lnTo>
                  <a:pt x="254279" y="120418"/>
                </a:lnTo>
                <a:lnTo>
                  <a:pt x="253863" y="120569"/>
                </a:lnTo>
                <a:lnTo>
                  <a:pt x="253490" y="120726"/>
                </a:lnTo>
                <a:lnTo>
                  <a:pt x="253138" y="120870"/>
                </a:lnTo>
                <a:lnTo>
                  <a:pt x="252657" y="121057"/>
                </a:lnTo>
                <a:lnTo>
                  <a:pt x="252083" y="121286"/>
                </a:lnTo>
                <a:lnTo>
                  <a:pt x="251430" y="121559"/>
                </a:lnTo>
                <a:lnTo>
                  <a:pt x="250698" y="121846"/>
                </a:lnTo>
                <a:lnTo>
                  <a:pt x="249916" y="122162"/>
                </a:lnTo>
                <a:lnTo>
                  <a:pt x="249112" y="122485"/>
                </a:lnTo>
                <a:lnTo>
                  <a:pt x="248301" y="122815"/>
                </a:lnTo>
                <a:lnTo>
                  <a:pt x="247483" y="123131"/>
                </a:lnTo>
                <a:lnTo>
                  <a:pt x="246693" y="123447"/>
                </a:lnTo>
                <a:lnTo>
                  <a:pt x="245954" y="123734"/>
                </a:lnTo>
                <a:lnTo>
                  <a:pt x="245279" y="123999"/>
                </a:lnTo>
                <a:lnTo>
                  <a:pt x="244677" y="124222"/>
                </a:lnTo>
                <a:lnTo>
                  <a:pt x="244174" y="124401"/>
                </a:lnTo>
                <a:lnTo>
                  <a:pt x="243801" y="124530"/>
                </a:lnTo>
                <a:lnTo>
                  <a:pt x="243550" y="124602"/>
                </a:lnTo>
                <a:lnTo>
                  <a:pt x="243435" y="124660"/>
                </a:lnTo>
                <a:lnTo>
                  <a:pt x="243248" y="124753"/>
                </a:lnTo>
                <a:lnTo>
                  <a:pt x="242990" y="124868"/>
                </a:lnTo>
                <a:lnTo>
                  <a:pt x="242674" y="124990"/>
                </a:lnTo>
                <a:lnTo>
                  <a:pt x="241899" y="125284"/>
                </a:lnTo>
                <a:lnTo>
                  <a:pt x="241031" y="125607"/>
                </a:lnTo>
                <a:lnTo>
                  <a:pt x="240134" y="125915"/>
                </a:lnTo>
                <a:lnTo>
                  <a:pt x="239308" y="126217"/>
                </a:lnTo>
                <a:lnTo>
                  <a:pt x="238626" y="126454"/>
                </a:lnTo>
                <a:lnTo>
                  <a:pt x="238181" y="126597"/>
                </a:lnTo>
                <a:lnTo>
                  <a:pt x="237069" y="126971"/>
                </a:lnTo>
                <a:lnTo>
                  <a:pt x="235978" y="127329"/>
                </a:lnTo>
                <a:lnTo>
                  <a:pt x="234894" y="127674"/>
                </a:lnTo>
                <a:lnTo>
                  <a:pt x="233818" y="128011"/>
                </a:lnTo>
                <a:lnTo>
                  <a:pt x="232756" y="128341"/>
                </a:lnTo>
                <a:lnTo>
                  <a:pt x="231679" y="128664"/>
                </a:lnTo>
                <a:lnTo>
                  <a:pt x="230610" y="128966"/>
                </a:lnTo>
                <a:lnTo>
                  <a:pt x="229533" y="129253"/>
                </a:lnTo>
                <a:lnTo>
                  <a:pt x="228995" y="129389"/>
                </a:lnTo>
                <a:lnTo>
                  <a:pt x="228449" y="129533"/>
                </a:lnTo>
                <a:lnTo>
                  <a:pt x="227904" y="129662"/>
                </a:lnTo>
                <a:lnTo>
                  <a:pt x="227366" y="129784"/>
                </a:lnTo>
                <a:lnTo>
                  <a:pt x="226813" y="129913"/>
                </a:lnTo>
                <a:lnTo>
                  <a:pt x="226253" y="130035"/>
                </a:lnTo>
                <a:lnTo>
                  <a:pt x="225708" y="130150"/>
                </a:lnTo>
                <a:lnTo>
                  <a:pt x="225148" y="130265"/>
                </a:lnTo>
                <a:lnTo>
                  <a:pt x="224581" y="130372"/>
                </a:lnTo>
                <a:lnTo>
                  <a:pt x="224007" y="130466"/>
                </a:lnTo>
                <a:lnTo>
                  <a:pt x="223440" y="130566"/>
                </a:lnTo>
                <a:lnTo>
                  <a:pt x="222858" y="130667"/>
                </a:lnTo>
                <a:lnTo>
                  <a:pt x="222277" y="130753"/>
                </a:lnTo>
                <a:lnTo>
                  <a:pt x="221681" y="130839"/>
                </a:lnTo>
                <a:lnTo>
                  <a:pt x="221086" y="130911"/>
                </a:lnTo>
                <a:lnTo>
                  <a:pt x="220483" y="130983"/>
                </a:lnTo>
                <a:lnTo>
                  <a:pt x="220059" y="131033"/>
                </a:lnTo>
                <a:lnTo>
                  <a:pt x="219622" y="131083"/>
                </a:lnTo>
                <a:lnTo>
                  <a:pt x="219191" y="131133"/>
                </a:lnTo>
                <a:lnTo>
                  <a:pt x="218760" y="131176"/>
                </a:lnTo>
                <a:lnTo>
                  <a:pt x="218323" y="131219"/>
                </a:lnTo>
                <a:lnTo>
                  <a:pt x="217892" y="131248"/>
                </a:lnTo>
                <a:lnTo>
                  <a:pt x="217454" y="131284"/>
                </a:lnTo>
                <a:lnTo>
                  <a:pt x="217016" y="131313"/>
                </a:lnTo>
                <a:lnTo>
                  <a:pt x="216571" y="131341"/>
                </a:lnTo>
                <a:lnTo>
                  <a:pt x="216141" y="131363"/>
                </a:lnTo>
                <a:lnTo>
                  <a:pt x="215703" y="131377"/>
                </a:lnTo>
                <a:lnTo>
                  <a:pt x="215258" y="131399"/>
                </a:lnTo>
                <a:lnTo>
                  <a:pt x="214827" y="131406"/>
                </a:lnTo>
                <a:lnTo>
                  <a:pt x="214390" y="131413"/>
                </a:lnTo>
                <a:lnTo>
                  <a:pt x="213952" y="131413"/>
                </a:lnTo>
                <a:lnTo>
                  <a:pt x="213528" y="131406"/>
                </a:lnTo>
                <a:lnTo>
                  <a:pt x="213306" y="131406"/>
                </a:lnTo>
                <a:lnTo>
                  <a:pt x="213098" y="131399"/>
                </a:lnTo>
                <a:lnTo>
                  <a:pt x="212890" y="131377"/>
                </a:lnTo>
                <a:lnTo>
                  <a:pt x="212681" y="131363"/>
                </a:lnTo>
                <a:lnTo>
                  <a:pt x="212488" y="131341"/>
                </a:lnTo>
                <a:lnTo>
                  <a:pt x="212287" y="131313"/>
                </a:lnTo>
                <a:lnTo>
                  <a:pt x="212093" y="131284"/>
                </a:lnTo>
                <a:lnTo>
                  <a:pt x="211899" y="131248"/>
                </a:lnTo>
                <a:lnTo>
                  <a:pt x="211526" y="131176"/>
                </a:lnTo>
                <a:lnTo>
                  <a:pt x="211160" y="131083"/>
                </a:lnTo>
                <a:lnTo>
                  <a:pt x="210808" y="130975"/>
                </a:lnTo>
                <a:lnTo>
                  <a:pt x="210464" y="130853"/>
                </a:lnTo>
                <a:lnTo>
                  <a:pt x="210134" y="130724"/>
                </a:lnTo>
                <a:lnTo>
                  <a:pt x="209818" y="130581"/>
                </a:lnTo>
                <a:lnTo>
                  <a:pt x="209502" y="130437"/>
                </a:lnTo>
                <a:lnTo>
                  <a:pt x="209201" y="130272"/>
                </a:lnTo>
                <a:lnTo>
                  <a:pt x="208906" y="130100"/>
                </a:lnTo>
                <a:lnTo>
                  <a:pt x="208612" y="129920"/>
                </a:lnTo>
                <a:lnTo>
                  <a:pt x="208332" y="129727"/>
                </a:lnTo>
                <a:lnTo>
                  <a:pt x="208052" y="129533"/>
                </a:lnTo>
                <a:lnTo>
                  <a:pt x="207815" y="129353"/>
                </a:lnTo>
                <a:lnTo>
                  <a:pt x="207579" y="129174"/>
                </a:lnTo>
                <a:lnTo>
                  <a:pt x="207363" y="128973"/>
                </a:lnTo>
                <a:lnTo>
                  <a:pt x="207134" y="128779"/>
                </a:lnTo>
                <a:lnTo>
                  <a:pt x="206911" y="128571"/>
                </a:lnTo>
                <a:lnTo>
                  <a:pt x="206696" y="128356"/>
                </a:lnTo>
                <a:lnTo>
                  <a:pt x="206480" y="128133"/>
                </a:lnTo>
                <a:lnTo>
                  <a:pt x="206265" y="127911"/>
                </a:lnTo>
                <a:lnTo>
                  <a:pt x="206064" y="127674"/>
                </a:lnTo>
                <a:lnTo>
                  <a:pt x="205856" y="127437"/>
                </a:lnTo>
                <a:lnTo>
                  <a:pt x="205662" y="127193"/>
                </a:lnTo>
                <a:lnTo>
                  <a:pt x="205461" y="126942"/>
                </a:lnTo>
                <a:lnTo>
                  <a:pt x="205268" y="126683"/>
                </a:lnTo>
                <a:lnTo>
                  <a:pt x="205074" y="126418"/>
                </a:lnTo>
                <a:lnTo>
                  <a:pt x="204887" y="126145"/>
                </a:lnTo>
                <a:lnTo>
                  <a:pt x="204701" y="125872"/>
                </a:lnTo>
                <a:lnTo>
                  <a:pt x="204521" y="125593"/>
                </a:lnTo>
                <a:lnTo>
                  <a:pt x="204342" y="125305"/>
                </a:lnTo>
                <a:lnTo>
                  <a:pt x="204162" y="125004"/>
                </a:lnTo>
                <a:lnTo>
                  <a:pt x="203990" y="124710"/>
                </a:lnTo>
                <a:lnTo>
                  <a:pt x="203818" y="124408"/>
                </a:lnTo>
                <a:lnTo>
                  <a:pt x="203646" y="124093"/>
                </a:lnTo>
                <a:lnTo>
                  <a:pt x="203488" y="123784"/>
                </a:lnTo>
                <a:lnTo>
                  <a:pt x="203323" y="123461"/>
                </a:lnTo>
                <a:lnTo>
                  <a:pt x="203165" y="123131"/>
                </a:lnTo>
                <a:lnTo>
                  <a:pt x="203007" y="122808"/>
                </a:lnTo>
                <a:lnTo>
                  <a:pt x="202849" y="122471"/>
                </a:lnTo>
                <a:lnTo>
                  <a:pt x="202698" y="122133"/>
                </a:lnTo>
                <a:lnTo>
                  <a:pt x="202397" y="121437"/>
                </a:lnTo>
                <a:lnTo>
                  <a:pt x="202110" y="120726"/>
                </a:lnTo>
                <a:lnTo>
                  <a:pt x="201873" y="120109"/>
                </a:lnTo>
                <a:lnTo>
                  <a:pt x="201636" y="119470"/>
                </a:lnTo>
                <a:lnTo>
                  <a:pt x="201399" y="118825"/>
                </a:lnTo>
                <a:lnTo>
                  <a:pt x="201169" y="118143"/>
                </a:lnTo>
                <a:lnTo>
                  <a:pt x="200940" y="117454"/>
                </a:lnTo>
                <a:lnTo>
                  <a:pt x="200717" y="116743"/>
                </a:lnTo>
                <a:lnTo>
                  <a:pt x="200495" y="116018"/>
                </a:lnTo>
                <a:lnTo>
                  <a:pt x="200272" y="115293"/>
                </a:lnTo>
                <a:lnTo>
                  <a:pt x="200057" y="114540"/>
                </a:lnTo>
                <a:lnTo>
                  <a:pt x="199849" y="113786"/>
                </a:lnTo>
                <a:lnTo>
                  <a:pt x="199634" y="113018"/>
                </a:lnTo>
                <a:lnTo>
                  <a:pt x="199425" y="112243"/>
                </a:lnTo>
                <a:lnTo>
                  <a:pt x="199232" y="111461"/>
                </a:lnTo>
                <a:lnTo>
                  <a:pt x="199024" y="110671"/>
                </a:lnTo>
                <a:lnTo>
                  <a:pt x="198837" y="109889"/>
                </a:lnTo>
                <a:lnTo>
                  <a:pt x="198636" y="109092"/>
                </a:lnTo>
                <a:lnTo>
                  <a:pt x="198270" y="107506"/>
                </a:lnTo>
                <a:lnTo>
                  <a:pt x="197925" y="105913"/>
                </a:lnTo>
                <a:lnTo>
                  <a:pt x="197588" y="104341"/>
                </a:lnTo>
                <a:lnTo>
                  <a:pt x="197272" y="102791"/>
                </a:lnTo>
                <a:lnTo>
                  <a:pt x="196978" y="101269"/>
                </a:lnTo>
                <a:lnTo>
                  <a:pt x="196713" y="99798"/>
                </a:lnTo>
                <a:lnTo>
                  <a:pt x="196461" y="98377"/>
                </a:lnTo>
                <a:lnTo>
                  <a:pt x="196232" y="97028"/>
                </a:lnTo>
                <a:lnTo>
                  <a:pt x="196110" y="96217"/>
                </a:lnTo>
                <a:lnTo>
                  <a:pt x="195980" y="95406"/>
                </a:lnTo>
                <a:lnTo>
                  <a:pt x="195858" y="94595"/>
                </a:lnTo>
                <a:lnTo>
                  <a:pt x="195744" y="93777"/>
                </a:lnTo>
                <a:lnTo>
                  <a:pt x="195622" y="92966"/>
                </a:lnTo>
                <a:lnTo>
                  <a:pt x="195521" y="92147"/>
                </a:lnTo>
                <a:lnTo>
                  <a:pt x="195413" y="91329"/>
                </a:lnTo>
                <a:lnTo>
                  <a:pt x="195306" y="90511"/>
                </a:lnTo>
                <a:lnTo>
                  <a:pt x="195205" y="89700"/>
                </a:lnTo>
                <a:lnTo>
                  <a:pt x="195105" y="88875"/>
                </a:lnTo>
                <a:lnTo>
                  <a:pt x="195019" y="88056"/>
                </a:lnTo>
                <a:lnTo>
                  <a:pt x="194925" y="87231"/>
                </a:lnTo>
                <a:lnTo>
                  <a:pt x="194839" y="86413"/>
                </a:lnTo>
                <a:lnTo>
                  <a:pt x="194753" y="85595"/>
                </a:lnTo>
                <a:lnTo>
                  <a:pt x="194674" y="84769"/>
                </a:lnTo>
                <a:lnTo>
                  <a:pt x="194595" y="83951"/>
                </a:lnTo>
                <a:lnTo>
                  <a:pt x="194516" y="83076"/>
                </a:lnTo>
                <a:lnTo>
                  <a:pt x="194445" y="82207"/>
                </a:lnTo>
                <a:lnTo>
                  <a:pt x="194380" y="81339"/>
                </a:lnTo>
                <a:lnTo>
                  <a:pt x="194308" y="80478"/>
                </a:lnTo>
                <a:lnTo>
                  <a:pt x="194251" y="79602"/>
                </a:lnTo>
                <a:lnTo>
                  <a:pt x="194193" y="78741"/>
                </a:lnTo>
                <a:lnTo>
                  <a:pt x="194136" y="77879"/>
                </a:lnTo>
                <a:lnTo>
                  <a:pt x="194093" y="77018"/>
                </a:lnTo>
                <a:lnTo>
                  <a:pt x="194043" y="76157"/>
                </a:lnTo>
                <a:lnTo>
                  <a:pt x="193992" y="75289"/>
                </a:lnTo>
                <a:lnTo>
                  <a:pt x="193942" y="74420"/>
                </a:lnTo>
                <a:lnTo>
                  <a:pt x="193899" y="73559"/>
                </a:lnTo>
                <a:lnTo>
                  <a:pt x="193849" y="72690"/>
                </a:lnTo>
                <a:lnTo>
                  <a:pt x="193799" y="71815"/>
                </a:lnTo>
                <a:lnTo>
                  <a:pt x="193756" y="70946"/>
                </a:lnTo>
                <a:lnTo>
                  <a:pt x="193705" y="70071"/>
                </a:lnTo>
                <a:lnTo>
                  <a:pt x="193677" y="69482"/>
                </a:lnTo>
                <a:lnTo>
                  <a:pt x="193655" y="68894"/>
                </a:lnTo>
                <a:lnTo>
                  <a:pt x="193626" y="68312"/>
                </a:lnTo>
                <a:lnTo>
                  <a:pt x="193619" y="67731"/>
                </a:lnTo>
                <a:lnTo>
                  <a:pt x="193612" y="67135"/>
                </a:lnTo>
                <a:lnTo>
                  <a:pt x="193605" y="66554"/>
                </a:lnTo>
                <a:lnTo>
                  <a:pt x="193605" y="65958"/>
                </a:lnTo>
                <a:lnTo>
                  <a:pt x="193605" y="65377"/>
                </a:lnTo>
                <a:lnTo>
                  <a:pt x="193626" y="64207"/>
                </a:lnTo>
                <a:lnTo>
                  <a:pt x="193662" y="63030"/>
                </a:lnTo>
                <a:lnTo>
                  <a:pt x="193705" y="61860"/>
                </a:lnTo>
                <a:lnTo>
                  <a:pt x="193763" y="60690"/>
                </a:lnTo>
                <a:lnTo>
                  <a:pt x="193827" y="59520"/>
                </a:lnTo>
                <a:lnTo>
                  <a:pt x="193906" y="58351"/>
                </a:lnTo>
                <a:lnTo>
                  <a:pt x="193992" y="57181"/>
                </a:lnTo>
                <a:lnTo>
                  <a:pt x="194071" y="56018"/>
                </a:lnTo>
                <a:lnTo>
                  <a:pt x="194172" y="54855"/>
                </a:lnTo>
                <a:lnTo>
                  <a:pt x="194265" y="53693"/>
                </a:lnTo>
                <a:lnTo>
                  <a:pt x="194358" y="52530"/>
                </a:lnTo>
                <a:lnTo>
                  <a:pt x="194459" y="51375"/>
                </a:lnTo>
                <a:lnTo>
                  <a:pt x="194516" y="50542"/>
                </a:lnTo>
                <a:lnTo>
                  <a:pt x="194588" y="49717"/>
                </a:lnTo>
                <a:lnTo>
                  <a:pt x="194667" y="48884"/>
                </a:lnTo>
                <a:lnTo>
                  <a:pt x="194753" y="48066"/>
                </a:lnTo>
                <a:lnTo>
                  <a:pt x="194847" y="47233"/>
                </a:lnTo>
                <a:lnTo>
                  <a:pt x="194933" y="46415"/>
                </a:lnTo>
                <a:lnTo>
                  <a:pt x="195033" y="45590"/>
                </a:lnTo>
                <a:lnTo>
                  <a:pt x="195141" y="44772"/>
                </a:lnTo>
                <a:lnTo>
                  <a:pt x="195248" y="43953"/>
                </a:lnTo>
                <a:lnTo>
                  <a:pt x="195356" y="43128"/>
                </a:lnTo>
                <a:lnTo>
                  <a:pt x="195464" y="42317"/>
                </a:lnTo>
                <a:lnTo>
                  <a:pt x="195579" y="41492"/>
                </a:lnTo>
                <a:lnTo>
                  <a:pt x="195679" y="40681"/>
                </a:lnTo>
                <a:lnTo>
                  <a:pt x="195787" y="39870"/>
                </a:lnTo>
                <a:lnTo>
                  <a:pt x="195902" y="39059"/>
                </a:lnTo>
                <a:lnTo>
                  <a:pt x="196009" y="38241"/>
                </a:lnTo>
                <a:lnTo>
                  <a:pt x="196088" y="37702"/>
                </a:lnTo>
                <a:lnTo>
                  <a:pt x="196160" y="37157"/>
                </a:lnTo>
                <a:lnTo>
                  <a:pt x="196239" y="36604"/>
                </a:lnTo>
                <a:lnTo>
                  <a:pt x="196332" y="36059"/>
                </a:lnTo>
                <a:lnTo>
                  <a:pt x="196418" y="35499"/>
                </a:lnTo>
                <a:lnTo>
                  <a:pt x="196512" y="34939"/>
                </a:lnTo>
                <a:lnTo>
                  <a:pt x="196612" y="34386"/>
                </a:lnTo>
                <a:lnTo>
                  <a:pt x="196713" y="33834"/>
                </a:lnTo>
                <a:lnTo>
                  <a:pt x="196813" y="33274"/>
                </a:lnTo>
                <a:lnTo>
                  <a:pt x="196913" y="32721"/>
                </a:lnTo>
                <a:lnTo>
                  <a:pt x="197021" y="32176"/>
                </a:lnTo>
                <a:lnTo>
                  <a:pt x="197129" y="31623"/>
                </a:lnTo>
                <a:lnTo>
                  <a:pt x="197236" y="31078"/>
                </a:lnTo>
                <a:lnTo>
                  <a:pt x="197351" y="30547"/>
                </a:lnTo>
                <a:lnTo>
                  <a:pt x="197459" y="30016"/>
                </a:lnTo>
                <a:lnTo>
                  <a:pt x="197574" y="29484"/>
                </a:lnTo>
                <a:lnTo>
                  <a:pt x="197689" y="28946"/>
                </a:lnTo>
                <a:lnTo>
                  <a:pt x="197803" y="28422"/>
                </a:lnTo>
                <a:lnTo>
                  <a:pt x="197918" y="27891"/>
                </a:lnTo>
                <a:lnTo>
                  <a:pt x="198033" y="27367"/>
                </a:lnTo>
                <a:lnTo>
                  <a:pt x="198148" y="26843"/>
                </a:lnTo>
                <a:lnTo>
                  <a:pt x="198263" y="26319"/>
                </a:lnTo>
                <a:lnTo>
                  <a:pt x="198385" y="25788"/>
                </a:lnTo>
                <a:lnTo>
                  <a:pt x="198507" y="25257"/>
                </a:lnTo>
                <a:lnTo>
                  <a:pt x="198600" y="24841"/>
                </a:lnTo>
                <a:lnTo>
                  <a:pt x="198715" y="24331"/>
                </a:lnTo>
                <a:lnTo>
                  <a:pt x="198844" y="23757"/>
                </a:lnTo>
                <a:lnTo>
                  <a:pt x="198980" y="23147"/>
                </a:lnTo>
                <a:lnTo>
                  <a:pt x="199131" y="22551"/>
                </a:lnTo>
                <a:lnTo>
                  <a:pt x="199275" y="22013"/>
                </a:lnTo>
                <a:lnTo>
                  <a:pt x="199346" y="21769"/>
                </a:lnTo>
                <a:lnTo>
                  <a:pt x="199411" y="21554"/>
                </a:lnTo>
                <a:lnTo>
                  <a:pt x="199476" y="21367"/>
                </a:lnTo>
                <a:lnTo>
                  <a:pt x="199540" y="21209"/>
                </a:lnTo>
                <a:lnTo>
                  <a:pt x="199605" y="20858"/>
                </a:lnTo>
                <a:lnTo>
                  <a:pt x="199698" y="20470"/>
                </a:lnTo>
                <a:lnTo>
                  <a:pt x="199806" y="20075"/>
                </a:lnTo>
                <a:lnTo>
                  <a:pt x="199921" y="19666"/>
                </a:lnTo>
                <a:lnTo>
                  <a:pt x="200035" y="19250"/>
                </a:lnTo>
                <a:lnTo>
                  <a:pt x="200158" y="18848"/>
                </a:lnTo>
                <a:lnTo>
                  <a:pt x="200272" y="18468"/>
                </a:lnTo>
                <a:lnTo>
                  <a:pt x="200380" y="18109"/>
                </a:lnTo>
                <a:lnTo>
                  <a:pt x="200495" y="17736"/>
                </a:lnTo>
                <a:lnTo>
                  <a:pt x="200610" y="17355"/>
                </a:lnTo>
                <a:lnTo>
                  <a:pt x="200724" y="16989"/>
                </a:lnTo>
                <a:lnTo>
                  <a:pt x="200839" y="16616"/>
                </a:lnTo>
                <a:lnTo>
                  <a:pt x="200947" y="16250"/>
                </a:lnTo>
                <a:lnTo>
                  <a:pt x="201062" y="15884"/>
                </a:lnTo>
                <a:lnTo>
                  <a:pt x="201177" y="15518"/>
                </a:lnTo>
                <a:lnTo>
                  <a:pt x="201291" y="15145"/>
                </a:lnTo>
                <a:lnTo>
                  <a:pt x="201507" y="14470"/>
                </a:lnTo>
                <a:lnTo>
                  <a:pt x="201736" y="13745"/>
                </a:lnTo>
                <a:lnTo>
                  <a:pt x="201980" y="12977"/>
                </a:lnTo>
                <a:lnTo>
                  <a:pt x="202246" y="12216"/>
                </a:lnTo>
                <a:lnTo>
                  <a:pt x="202375" y="11829"/>
                </a:lnTo>
                <a:lnTo>
                  <a:pt x="202512" y="11456"/>
                </a:lnTo>
                <a:lnTo>
                  <a:pt x="202655" y="11090"/>
                </a:lnTo>
                <a:lnTo>
                  <a:pt x="202791" y="10738"/>
                </a:lnTo>
                <a:lnTo>
                  <a:pt x="202935" y="10401"/>
                </a:lnTo>
                <a:lnTo>
                  <a:pt x="203079" y="10078"/>
                </a:lnTo>
                <a:lnTo>
                  <a:pt x="203222" y="9776"/>
                </a:lnTo>
                <a:lnTo>
                  <a:pt x="203358" y="9496"/>
                </a:lnTo>
                <a:lnTo>
                  <a:pt x="203416" y="9338"/>
                </a:lnTo>
                <a:lnTo>
                  <a:pt x="203488" y="9166"/>
                </a:lnTo>
                <a:lnTo>
                  <a:pt x="203559" y="8987"/>
                </a:lnTo>
                <a:lnTo>
                  <a:pt x="203638" y="8800"/>
                </a:lnTo>
                <a:lnTo>
                  <a:pt x="203832" y="8398"/>
                </a:lnTo>
                <a:lnTo>
                  <a:pt x="204040" y="7975"/>
                </a:lnTo>
                <a:lnTo>
                  <a:pt x="204284" y="7544"/>
                </a:lnTo>
                <a:lnTo>
                  <a:pt x="204543" y="7092"/>
                </a:lnTo>
                <a:lnTo>
                  <a:pt x="204808" y="6647"/>
                </a:lnTo>
                <a:lnTo>
                  <a:pt x="205088" y="6195"/>
                </a:lnTo>
                <a:lnTo>
                  <a:pt x="205368" y="5757"/>
                </a:lnTo>
                <a:lnTo>
                  <a:pt x="205655" y="5341"/>
                </a:lnTo>
                <a:lnTo>
                  <a:pt x="205928" y="4946"/>
                </a:lnTo>
                <a:lnTo>
                  <a:pt x="206193" y="4573"/>
                </a:lnTo>
                <a:lnTo>
                  <a:pt x="206452" y="4250"/>
                </a:lnTo>
                <a:lnTo>
                  <a:pt x="206689" y="3949"/>
                </a:lnTo>
                <a:lnTo>
                  <a:pt x="206796" y="3826"/>
                </a:lnTo>
                <a:lnTo>
                  <a:pt x="206904" y="3712"/>
                </a:lnTo>
                <a:lnTo>
                  <a:pt x="206997" y="3618"/>
                </a:lnTo>
                <a:lnTo>
                  <a:pt x="207083" y="3525"/>
                </a:lnTo>
                <a:lnTo>
                  <a:pt x="207435" y="3202"/>
                </a:lnTo>
                <a:lnTo>
                  <a:pt x="207729" y="2908"/>
                </a:lnTo>
                <a:lnTo>
                  <a:pt x="208009" y="2635"/>
                </a:lnTo>
                <a:lnTo>
                  <a:pt x="208289" y="2384"/>
                </a:lnTo>
                <a:lnTo>
                  <a:pt x="208425" y="2262"/>
                </a:lnTo>
                <a:lnTo>
                  <a:pt x="208576" y="2140"/>
                </a:lnTo>
                <a:lnTo>
                  <a:pt x="208734" y="2011"/>
                </a:lnTo>
                <a:lnTo>
                  <a:pt x="208906" y="1882"/>
                </a:lnTo>
                <a:lnTo>
                  <a:pt x="209093" y="1752"/>
                </a:lnTo>
                <a:lnTo>
                  <a:pt x="209301" y="1609"/>
                </a:lnTo>
                <a:lnTo>
                  <a:pt x="209524" y="1472"/>
                </a:lnTo>
                <a:lnTo>
                  <a:pt x="209768" y="1322"/>
                </a:lnTo>
                <a:lnTo>
                  <a:pt x="209954" y="1214"/>
                </a:lnTo>
                <a:lnTo>
                  <a:pt x="210155" y="1099"/>
                </a:lnTo>
                <a:lnTo>
                  <a:pt x="210349" y="992"/>
                </a:lnTo>
                <a:lnTo>
                  <a:pt x="210564" y="898"/>
                </a:lnTo>
                <a:lnTo>
                  <a:pt x="210780" y="798"/>
                </a:lnTo>
                <a:lnTo>
                  <a:pt x="210995" y="697"/>
                </a:lnTo>
                <a:lnTo>
                  <a:pt x="211217" y="611"/>
                </a:lnTo>
                <a:lnTo>
                  <a:pt x="211447" y="525"/>
                </a:lnTo>
                <a:lnTo>
                  <a:pt x="211677" y="453"/>
                </a:lnTo>
                <a:lnTo>
                  <a:pt x="211921" y="382"/>
                </a:lnTo>
                <a:lnTo>
                  <a:pt x="212165" y="310"/>
                </a:lnTo>
                <a:lnTo>
                  <a:pt x="212409" y="252"/>
                </a:lnTo>
                <a:lnTo>
                  <a:pt x="212660" y="209"/>
                </a:lnTo>
                <a:lnTo>
                  <a:pt x="212904" y="173"/>
                </a:lnTo>
                <a:lnTo>
                  <a:pt x="213155" y="137"/>
                </a:lnTo>
                <a:lnTo>
                  <a:pt x="213421" y="123"/>
                </a:lnTo>
                <a:lnTo>
                  <a:pt x="213557" y="80"/>
                </a:lnTo>
                <a:lnTo>
                  <a:pt x="213744" y="51"/>
                </a:lnTo>
                <a:lnTo>
                  <a:pt x="213945" y="23"/>
                </a:lnTo>
                <a:lnTo>
                  <a:pt x="214196" y="8"/>
                </a:lnTo>
                <a:close/>
                <a:moveTo>
                  <a:pt x="20871" y="0"/>
                </a:moveTo>
                <a:lnTo>
                  <a:pt x="21165" y="0"/>
                </a:lnTo>
                <a:lnTo>
                  <a:pt x="21488" y="7"/>
                </a:lnTo>
                <a:lnTo>
                  <a:pt x="21840" y="14"/>
                </a:lnTo>
                <a:lnTo>
                  <a:pt x="22593" y="58"/>
                </a:lnTo>
                <a:lnTo>
                  <a:pt x="23411" y="122"/>
                </a:lnTo>
                <a:lnTo>
                  <a:pt x="24265" y="194"/>
                </a:lnTo>
                <a:lnTo>
                  <a:pt x="25148" y="287"/>
                </a:lnTo>
                <a:lnTo>
                  <a:pt x="26031" y="388"/>
                </a:lnTo>
                <a:lnTo>
                  <a:pt x="26907" y="495"/>
                </a:lnTo>
                <a:lnTo>
                  <a:pt x="27739" y="603"/>
                </a:lnTo>
                <a:lnTo>
                  <a:pt x="28529" y="703"/>
                </a:lnTo>
                <a:lnTo>
                  <a:pt x="29246" y="804"/>
                </a:lnTo>
                <a:lnTo>
                  <a:pt x="29871" y="897"/>
                </a:lnTo>
                <a:lnTo>
                  <a:pt x="30387" y="976"/>
                </a:lnTo>
                <a:lnTo>
                  <a:pt x="30768" y="1048"/>
                </a:lnTo>
                <a:lnTo>
                  <a:pt x="31579" y="1206"/>
                </a:lnTo>
                <a:lnTo>
                  <a:pt x="32375" y="1371"/>
                </a:lnTo>
                <a:lnTo>
                  <a:pt x="33179" y="1543"/>
                </a:lnTo>
                <a:lnTo>
                  <a:pt x="33983" y="1723"/>
                </a:lnTo>
                <a:lnTo>
                  <a:pt x="34780" y="1916"/>
                </a:lnTo>
                <a:lnTo>
                  <a:pt x="35584" y="2117"/>
                </a:lnTo>
                <a:lnTo>
                  <a:pt x="36380" y="2325"/>
                </a:lnTo>
                <a:lnTo>
                  <a:pt x="37184" y="2548"/>
                </a:lnTo>
                <a:lnTo>
                  <a:pt x="37981" y="2770"/>
                </a:lnTo>
                <a:lnTo>
                  <a:pt x="38785" y="3000"/>
                </a:lnTo>
                <a:lnTo>
                  <a:pt x="39581" y="3237"/>
                </a:lnTo>
                <a:lnTo>
                  <a:pt x="40378" y="3481"/>
                </a:lnTo>
                <a:lnTo>
                  <a:pt x="41174" y="3739"/>
                </a:lnTo>
                <a:lnTo>
                  <a:pt x="41971" y="3991"/>
                </a:lnTo>
                <a:lnTo>
                  <a:pt x="42768" y="4256"/>
                </a:lnTo>
                <a:lnTo>
                  <a:pt x="43564" y="4529"/>
                </a:lnTo>
                <a:lnTo>
                  <a:pt x="44354" y="4794"/>
                </a:lnTo>
                <a:lnTo>
                  <a:pt x="45143" y="5074"/>
                </a:lnTo>
                <a:lnTo>
                  <a:pt x="45933" y="5361"/>
                </a:lnTo>
                <a:lnTo>
                  <a:pt x="46708" y="5648"/>
                </a:lnTo>
                <a:lnTo>
                  <a:pt x="47497" y="5936"/>
                </a:lnTo>
                <a:lnTo>
                  <a:pt x="48280" y="6237"/>
                </a:lnTo>
                <a:lnTo>
                  <a:pt x="49062" y="6538"/>
                </a:lnTo>
                <a:lnTo>
                  <a:pt x="49830" y="6840"/>
                </a:lnTo>
                <a:lnTo>
                  <a:pt x="51373" y="7450"/>
                </a:lnTo>
                <a:lnTo>
                  <a:pt x="52902" y="8074"/>
                </a:lnTo>
                <a:lnTo>
                  <a:pt x="54423" y="8706"/>
                </a:lnTo>
                <a:lnTo>
                  <a:pt x="55916" y="9337"/>
                </a:lnTo>
                <a:lnTo>
                  <a:pt x="56160" y="9438"/>
                </a:lnTo>
                <a:lnTo>
                  <a:pt x="56426" y="9546"/>
                </a:lnTo>
                <a:lnTo>
                  <a:pt x="56706" y="9653"/>
                </a:lnTo>
                <a:lnTo>
                  <a:pt x="56985" y="9761"/>
                </a:lnTo>
                <a:lnTo>
                  <a:pt x="57258" y="9876"/>
                </a:lnTo>
                <a:lnTo>
                  <a:pt x="57517" y="9991"/>
                </a:lnTo>
                <a:lnTo>
                  <a:pt x="57753" y="10113"/>
                </a:lnTo>
                <a:lnTo>
                  <a:pt x="57976" y="10235"/>
                </a:lnTo>
                <a:lnTo>
                  <a:pt x="58148" y="10285"/>
                </a:lnTo>
                <a:lnTo>
                  <a:pt x="58342" y="10349"/>
                </a:lnTo>
                <a:lnTo>
                  <a:pt x="58536" y="10414"/>
                </a:lnTo>
                <a:lnTo>
                  <a:pt x="58737" y="10486"/>
                </a:lnTo>
                <a:lnTo>
                  <a:pt x="59153" y="10658"/>
                </a:lnTo>
                <a:lnTo>
                  <a:pt x="59569" y="10845"/>
                </a:lnTo>
                <a:lnTo>
                  <a:pt x="60000" y="11031"/>
                </a:lnTo>
                <a:lnTo>
                  <a:pt x="60409" y="11211"/>
                </a:lnTo>
                <a:lnTo>
                  <a:pt x="60804" y="11390"/>
                </a:lnTo>
                <a:lnTo>
                  <a:pt x="61170" y="11541"/>
                </a:lnTo>
                <a:lnTo>
                  <a:pt x="61722" y="11771"/>
                </a:lnTo>
                <a:lnTo>
                  <a:pt x="62289" y="12007"/>
                </a:lnTo>
                <a:lnTo>
                  <a:pt x="62863" y="12251"/>
                </a:lnTo>
                <a:lnTo>
                  <a:pt x="63445" y="12510"/>
                </a:lnTo>
                <a:lnTo>
                  <a:pt x="64041" y="12775"/>
                </a:lnTo>
                <a:lnTo>
                  <a:pt x="64636" y="13034"/>
                </a:lnTo>
                <a:lnTo>
                  <a:pt x="65246" y="13314"/>
                </a:lnTo>
                <a:lnTo>
                  <a:pt x="65842" y="13586"/>
                </a:lnTo>
                <a:lnTo>
                  <a:pt x="66445" y="13866"/>
                </a:lnTo>
                <a:lnTo>
                  <a:pt x="67033" y="14146"/>
                </a:lnTo>
                <a:lnTo>
                  <a:pt x="67629" y="14426"/>
                </a:lnTo>
                <a:lnTo>
                  <a:pt x="68210" y="14692"/>
                </a:lnTo>
                <a:lnTo>
                  <a:pt x="68777" y="14971"/>
                </a:lnTo>
                <a:lnTo>
                  <a:pt x="69330" y="15244"/>
                </a:lnTo>
                <a:lnTo>
                  <a:pt x="69868" y="15517"/>
                </a:lnTo>
                <a:lnTo>
                  <a:pt x="70385" y="15775"/>
                </a:lnTo>
                <a:lnTo>
                  <a:pt x="71131" y="16156"/>
                </a:lnTo>
                <a:lnTo>
                  <a:pt x="71878" y="16543"/>
                </a:lnTo>
                <a:lnTo>
                  <a:pt x="72631" y="16931"/>
                </a:lnTo>
                <a:lnTo>
                  <a:pt x="73371" y="17318"/>
                </a:lnTo>
                <a:lnTo>
                  <a:pt x="74110" y="17713"/>
                </a:lnTo>
                <a:lnTo>
                  <a:pt x="74835" y="18108"/>
                </a:lnTo>
                <a:lnTo>
                  <a:pt x="75567" y="18510"/>
                </a:lnTo>
                <a:lnTo>
                  <a:pt x="76299" y="18912"/>
                </a:lnTo>
                <a:lnTo>
                  <a:pt x="77024" y="19321"/>
                </a:lnTo>
                <a:lnTo>
                  <a:pt x="77734" y="19730"/>
                </a:lnTo>
                <a:lnTo>
                  <a:pt x="78445" y="20139"/>
                </a:lnTo>
                <a:lnTo>
                  <a:pt x="79148" y="20548"/>
                </a:lnTo>
                <a:lnTo>
                  <a:pt x="79844" y="20957"/>
                </a:lnTo>
                <a:lnTo>
                  <a:pt x="80540" y="21381"/>
                </a:lnTo>
                <a:lnTo>
                  <a:pt x="81229" y="21797"/>
                </a:lnTo>
                <a:lnTo>
                  <a:pt x="81897" y="22227"/>
                </a:lnTo>
                <a:lnTo>
                  <a:pt x="82600" y="22665"/>
                </a:lnTo>
                <a:lnTo>
                  <a:pt x="83296" y="23103"/>
                </a:lnTo>
                <a:lnTo>
                  <a:pt x="83985" y="23541"/>
                </a:lnTo>
                <a:lnTo>
                  <a:pt x="84674" y="23972"/>
                </a:lnTo>
                <a:lnTo>
                  <a:pt x="85356" y="24416"/>
                </a:lnTo>
                <a:lnTo>
                  <a:pt x="86038" y="24854"/>
                </a:lnTo>
                <a:lnTo>
                  <a:pt x="86720" y="25299"/>
                </a:lnTo>
                <a:lnTo>
                  <a:pt x="87395" y="25759"/>
                </a:lnTo>
                <a:lnTo>
                  <a:pt x="88105" y="26232"/>
                </a:lnTo>
                <a:lnTo>
                  <a:pt x="88801" y="26713"/>
                </a:lnTo>
                <a:lnTo>
                  <a:pt x="89483" y="27180"/>
                </a:lnTo>
                <a:lnTo>
                  <a:pt x="90136" y="27646"/>
                </a:lnTo>
                <a:lnTo>
                  <a:pt x="90789" y="28105"/>
                </a:lnTo>
                <a:lnTo>
                  <a:pt x="91421" y="28565"/>
                </a:lnTo>
                <a:lnTo>
                  <a:pt x="92052" y="29017"/>
                </a:lnTo>
                <a:lnTo>
                  <a:pt x="92677" y="29476"/>
                </a:lnTo>
                <a:lnTo>
                  <a:pt x="93294" y="29928"/>
                </a:lnTo>
                <a:lnTo>
                  <a:pt x="93911" y="30388"/>
                </a:lnTo>
                <a:lnTo>
                  <a:pt x="94536" y="30854"/>
                </a:lnTo>
                <a:lnTo>
                  <a:pt x="95160" y="31321"/>
                </a:lnTo>
                <a:lnTo>
                  <a:pt x="95799" y="31795"/>
                </a:lnTo>
                <a:lnTo>
                  <a:pt x="96438" y="32268"/>
                </a:lnTo>
                <a:lnTo>
                  <a:pt x="97091" y="32763"/>
                </a:lnTo>
                <a:lnTo>
                  <a:pt x="97765" y="33259"/>
                </a:lnTo>
                <a:lnTo>
                  <a:pt x="98390" y="33732"/>
                </a:lnTo>
                <a:lnTo>
                  <a:pt x="99021" y="34228"/>
                </a:lnTo>
                <a:lnTo>
                  <a:pt x="99653" y="34737"/>
                </a:lnTo>
                <a:lnTo>
                  <a:pt x="100277" y="35247"/>
                </a:lnTo>
                <a:lnTo>
                  <a:pt x="100895" y="35749"/>
                </a:lnTo>
                <a:lnTo>
                  <a:pt x="101512" y="36259"/>
                </a:lnTo>
                <a:lnTo>
                  <a:pt x="102129" y="36754"/>
                </a:lnTo>
                <a:lnTo>
                  <a:pt x="102725" y="37220"/>
                </a:lnTo>
                <a:lnTo>
                  <a:pt x="114682" y="47742"/>
                </a:lnTo>
                <a:lnTo>
                  <a:pt x="114911" y="47964"/>
                </a:lnTo>
                <a:lnTo>
                  <a:pt x="115134" y="48194"/>
                </a:lnTo>
                <a:lnTo>
                  <a:pt x="115342" y="48424"/>
                </a:lnTo>
                <a:lnTo>
                  <a:pt x="115543" y="48653"/>
                </a:lnTo>
                <a:lnTo>
                  <a:pt x="115744" y="48883"/>
                </a:lnTo>
                <a:lnTo>
                  <a:pt x="115930" y="49106"/>
                </a:lnTo>
                <a:lnTo>
                  <a:pt x="116117" y="49321"/>
                </a:lnTo>
                <a:lnTo>
                  <a:pt x="116318" y="49515"/>
                </a:lnTo>
                <a:lnTo>
                  <a:pt x="116892" y="50082"/>
                </a:lnTo>
                <a:lnTo>
                  <a:pt x="117509" y="50706"/>
                </a:lnTo>
                <a:lnTo>
                  <a:pt x="118148" y="51366"/>
                </a:lnTo>
                <a:lnTo>
                  <a:pt x="118787" y="52055"/>
                </a:lnTo>
                <a:lnTo>
                  <a:pt x="119433" y="52752"/>
                </a:lnTo>
                <a:lnTo>
                  <a:pt x="120036" y="53441"/>
                </a:lnTo>
                <a:lnTo>
                  <a:pt x="120330" y="53778"/>
                </a:lnTo>
                <a:lnTo>
                  <a:pt x="120610" y="54115"/>
                </a:lnTo>
                <a:lnTo>
                  <a:pt x="120883" y="54438"/>
                </a:lnTo>
                <a:lnTo>
                  <a:pt x="121127" y="54740"/>
                </a:lnTo>
                <a:lnTo>
                  <a:pt x="121708" y="55457"/>
                </a:lnTo>
                <a:lnTo>
                  <a:pt x="122218" y="56096"/>
                </a:lnTo>
                <a:lnTo>
                  <a:pt x="122454" y="56397"/>
                </a:lnTo>
                <a:lnTo>
                  <a:pt x="122677" y="56699"/>
                </a:lnTo>
                <a:lnTo>
                  <a:pt x="122892" y="56993"/>
                </a:lnTo>
                <a:lnTo>
                  <a:pt x="123107" y="57280"/>
                </a:lnTo>
                <a:lnTo>
                  <a:pt x="123316" y="57582"/>
                </a:lnTo>
                <a:lnTo>
                  <a:pt x="123517" y="57890"/>
                </a:lnTo>
                <a:lnTo>
                  <a:pt x="123725" y="58199"/>
                </a:lnTo>
                <a:lnTo>
                  <a:pt x="123933" y="58529"/>
                </a:lnTo>
                <a:lnTo>
                  <a:pt x="124141" y="58874"/>
                </a:lnTo>
                <a:lnTo>
                  <a:pt x="124363" y="59240"/>
                </a:lnTo>
                <a:lnTo>
                  <a:pt x="124593" y="59642"/>
                </a:lnTo>
                <a:lnTo>
                  <a:pt x="124837" y="60065"/>
                </a:lnTo>
                <a:lnTo>
                  <a:pt x="124988" y="60345"/>
                </a:lnTo>
                <a:lnTo>
                  <a:pt x="125146" y="60682"/>
                </a:lnTo>
                <a:lnTo>
                  <a:pt x="125325" y="61048"/>
                </a:lnTo>
                <a:lnTo>
                  <a:pt x="125505" y="61457"/>
                </a:lnTo>
                <a:lnTo>
                  <a:pt x="125691" y="61895"/>
                </a:lnTo>
                <a:lnTo>
                  <a:pt x="125878" y="62362"/>
                </a:lnTo>
                <a:lnTo>
                  <a:pt x="126050" y="62850"/>
                </a:lnTo>
                <a:lnTo>
                  <a:pt x="126222" y="63338"/>
                </a:lnTo>
                <a:lnTo>
                  <a:pt x="126380" y="63840"/>
                </a:lnTo>
                <a:lnTo>
                  <a:pt x="126524" y="64342"/>
                </a:lnTo>
                <a:lnTo>
                  <a:pt x="126581" y="64587"/>
                </a:lnTo>
                <a:lnTo>
                  <a:pt x="126639" y="64838"/>
                </a:lnTo>
                <a:lnTo>
                  <a:pt x="126696" y="65082"/>
                </a:lnTo>
                <a:lnTo>
                  <a:pt x="126739" y="65319"/>
                </a:lnTo>
                <a:lnTo>
                  <a:pt x="126782" y="65548"/>
                </a:lnTo>
                <a:lnTo>
                  <a:pt x="126811" y="65778"/>
                </a:lnTo>
                <a:lnTo>
                  <a:pt x="126832" y="66000"/>
                </a:lnTo>
                <a:lnTo>
                  <a:pt x="126847" y="66216"/>
                </a:lnTo>
                <a:lnTo>
                  <a:pt x="126854" y="66424"/>
                </a:lnTo>
                <a:lnTo>
                  <a:pt x="126854" y="66625"/>
                </a:lnTo>
                <a:lnTo>
                  <a:pt x="126840" y="66811"/>
                </a:lnTo>
                <a:lnTo>
                  <a:pt x="126811" y="66991"/>
                </a:lnTo>
                <a:lnTo>
                  <a:pt x="126739" y="67400"/>
                </a:lnTo>
                <a:lnTo>
                  <a:pt x="126660" y="67795"/>
                </a:lnTo>
                <a:lnTo>
                  <a:pt x="126574" y="68189"/>
                </a:lnTo>
                <a:lnTo>
                  <a:pt x="126473" y="68563"/>
                </a:lnTo>
                <a:lnTo>
                  <a:pt x="126380" y="68943"/>
                </a:lnTo>
                <a:lnTo>
                  <a:pt x="126273" y="69309"/>
                </a:lnTo>
                <a:lnTo>
                  <a:pt x="126158" y="69675"/>
                </a:lnTo>
                <a:lnTo>
                  <a:pt x="126036" y="70027"/>
                </a:lnTo>
                <a:lnTo>
                  <a:pt x="125907" y="70371"/>
                </a:lnTo>
                <a:lnTo>
                  <a:pt x="125770" y="70716"/>
                </a:lnTo>
                <a:lnTo>
                  <a:pt x="125634" y="71053"/>
                </a:lnTo>
                <a:lnTo>
                  <a:pt x="125490" y="71383"/>
                </a:lnTo>
                <a:lnTo>
                  <a:pt x="125332" y="71713"/>
                </a:lnTo>
                <a:lnTo>
                  <a:pt x="125182" y="72036"/>
                </a:lnTo>
                <a:lnTo>
                  <a:pt x="125017" y="72352"/>
                </a:lnTo>
                <a:lnTo>
                  <a:pt x="124851" y="72668"/>
                </a:lnTo>
                <a:lnTo>
                  <a:pt x="124679" y="72984"/>
                </a:lnTo>
                <a:lnTo>
                  <a:pt x="124500" y="73285"/>
                </a:lnTo>
                <a:lnTo>
                  <a:pt x="124313" y="73594"/>
                </a:lnTo>
                <a:lnTo>
                  <a:pt x="124127" y="73895"/>
                </a:lnTo>
                <a:lnTo>
                  <a:pt x="123940" y="74189"/>
                </a:lnTo>
                <a:lnTo>
                  <a:pt x="123739" y="74491"/>
                </a:lnTo>
                <a:lnTo>
                  <a:pt x="123545" y="74792"/>
                </a:lnTo>
                <a:lnTo>
                  <a:pt x="123337" y="75087"/>
                </a:lnTo>
                <a:lnTo>
                  <a:pt x="122928" y="75668"/>
                </a:lnTo>
                <a:lnTo>
                  <a:pt x="122490" y="76264"/>
                </a:lnTo>
                <a:lnTo>
                  <a:pt x="122052" y="76845"/>
                </a:lnTo>
                <a:lnTo>
                  <a:pt x="121600" y="77433"/>
                </a:lnTo>
                <a:lnTo>
                  <a:pt x="121349" y="77749"/>
                </a:lnTo>
                <a:lnTo>
                  <a:pt x="121105" y="78051"/>
                </a:lnTo>
                <a:lnTo>
                  <a:pt x="120976" y="78201"/>
                </a:lnTo>
                <a:lnTo>
                  <a:pt x="120840" y="78338"/>
                </a:lnTo>
                <a:lnTo>
                  <a:pt x="120703" y="78481"/>
                </a:lnTo>
                <a:lnTo>
                  <a:pt x="120552" y="78610"/>
                </a:lnTo>
                <a:lnTo>
                  <a:pt x="120473" y="78725"/>
                </a:lnTo>
                <a:lnTo>
                  <a:pt x="120294" y="78926"/>
                </a:lnTo>
                <a:lnTo>
                  <a:pt x="120043" y="79206"/>
                </a:lnTo>
                <a:lnTo>
                  <a:pt x="119720" y="79551"/>
                </a:lnTo>
                <a:lnTo>
                  <a:pt x="119347" y="79953"/>
                </a:lnTo>
                <a:lnTo>
                  <a:pt x="118930" y="80398"/>
                </a:lnTo>
                <a:lnTo>
                  <a:pt x="118478" y="80871"/>
                </a:lnTo>
                <a:lnTo>
                  <a:pt x="118012" y="81352"/>
                </a:lnTo>
                <a:lnTo>
                  <a:pt x="117538" y="81840"/>
                </a:lnTo>
                <a:lnTo>
                  <a:pt x="117064" y="82321"/>
                </a:lnTo>
                <a:lnTo>
                  <a:pt x="116612" y="82788"/>
                </a:lnTo>
                <a:lnTo>
                  <a:pt x="116196" y="83218"/>
                </a:lnTo>
                <a:lnTo>
                  <a:pt x="115808" y="83606"/>
                </a:lnTo>
                <a:lnTo>
                  <a:pt x="115471" y="83943"/>
                </a:lnTo>
                <a:lnTo>
                  <a:pt x="115206" y="84209"/>
                </a:lnTo>
                <a:lnTo>
                  <a:pt x="115012" y="84388"/>
                </a:lnTo>
                <a:lnTo>
                  <a:pt x="114775" y="84618"/>
                </a:lnTo>
                <a:lnTo>
                  <a:pt x="114538" y="84855"/>
                </a:lnTo>
                <a:lnTo>
                  <a:pt x="114308" y="85070"/>
                </a:lnTo>
                <a:lnTo>
                  <a:pt x="114079" y="85292"/>
                </a:lnTo>
                <a:lnTo>
                  <a:pt x="113849" y="85515"/>
                </a:lnTo>
                <a:lnTo>
                  <a:pt x="113612" y="85744"/>
                </a:lnTo>
                <a:lnTo>
                  <a:pt x="113383" y="85974"/>
                </a:lnTo>
                <a:lnTo>
                  <a:pt x="113146" y="86218"/>
                </a:lnTo>
                <a:lnTo>
                  <a:pt x="111639" y="87560"/>
                </a:lnTo>
                <a:lnTo>
                  <a:pt x="111488" y="87704"/>
                </a:lnTo>
                <a:lnTo>
                  <a:pt x="111387" y="87797"/>
                </a:lnTo>
                <a:lnTo>
                  <a:pt x="111301" y="87883"/>
                </a:lnTo>
                <a:lnTo>
                  <a:pt x="111151" y="87998"/>
                </a:lnTo>
                <a:lnTo>
                  <a:pt x="110892" y="88213"/>
                </a:lnTo>
                <a:lnTo>
                  <a:pt x="110562" y="88479"/>
                </a:lnTo>
                <a:lnTo>
                  <a:pt x="110196" y="88795"/>
                </a:lnTo>
                <a:lnTo>
                  <a:pt x="109794" y="89146"/>
                </a:lnTo>
                <a:lnTo>
                  <a:pt x="109363" y="89534"/>
                </a:lnTo>
                <a:lnTo>
                  <a:pt x="108911" y="89929"/>
                </a:lnTo>
                <a:lnTo>
                  <a:pt x="108445" y="90338"/>
                </a:lnTo>
                <a:lnTo>
                  <a:pt x="107971" y="90754"/>
                </a:lnTo>
                <a:lnTo>
                  <a:pt x="107505" y="91156"/>
                </a:lnTo>
                <a:lnTo>
                  <a:pt x="107060" y="91551"/>
                </a:lnTo>
                <a:lnTo>
                  <a:pt x="106629" y="91917"/>
                </a:lnTo>
                <a:lnTo>
                  <a:pt x="106234" y="92254"/>
                </a:lnTo>
                <a:lnTo>
                  <a:pt x="105868" y="92548"/>
                </a:lnTo>
                <a:lnTo>
                  <a:pt x="105560" y="92785"/>
                </a:lnTo>
                <a:lnTo>
                  <a:pt x="105430" y="92886"/>
                </a:lnTo>
                <a:lnTo>
                  <a:pt x="105308" y="92972"/>
                </a:lnTo>
                <a:lnTo>
                  <a:pt x="105201" y="93036"/>
                </a:lnTo>
                <a:lnTo>
                  <a:pt x="105107" y="93087"/>
                </a:lnTo>
                <a:lnTo>
                  <a:pt x="105029" y="93173"/>
                </a:lnTo>
                <a:lnTo>
                  <a:pt x="104892" y="93302"/>
                </a:lnTo>
                <a:lnTo>
                  <a:pt x="104713" y="93460"/>
                </a:lnTo>
                <a:lnTo>
                  <a:pt x="104490" y="93646"/>
                </a:lnTo>
                <a:lnTo>
                  <a:pt x="103930" y="94106"/>
                </a:lnTo>
                <a:lnTo>
                  <a:pt x="103241" y="94666"/>
                </a:lnTo>
                <a:lnTo>
                  <a:pt x="102445" y="95297"/>
                </a:lnTo>
                <a:lnTo>
                  <a:pt x="101576" y="95986"/>
                </a:lnTo>
                <a:lnTo>
                  <a:pt x="100651" y="96711"/>
                </a:lnTo>
                <a:lnTo>
                  <a:pt x="99696" y="97450"/>
                </a:lnTo>
                <a:lnTo>
                  <a:pt x="98741" y="98182"/>
                </a:lnTo>
                <a:lnTo>
                  <a:pt x="97808" y="98893"/>
                </a:lnTo>
                <a:lnTo>
                  <a:pt x="96926" y="99568"/>
                </a:lnTo>
                <a:lnTo>
                  <a:pt x="96115" y="100178"/>
                </a:lnTo>
                <a:lnTo>
                  <a:pt x="95411" y="100694"/>
                </a:lnTo>
                <a:lnTo>
                  <a:pt x="94823" y="101111"/>
                </a:lnTo>
                <a:lnTo>
                  <a:pt x="94586" y="101283"/>
                </a:lnTo>
                <a:lnTo>
                  <a:pt x="94392" y="101419"/>
                </a:lnTo>
                <a:lnTo>
                  <a:pt x="94241" y="101505"/>
                </a:lnTo>
                <a:lnTo>
                  <a:pt x="94134" y="101570"/>
                </a:lnTo>
                <a:lnTo>
                  <a:pt x="93897" y="101764"/>
                </a:lnTo>
                <a:lnTo>
                  <a:pt x="93524" y="102044"/>
                </a:lnTo>
                <a:lnTo>
                  <a:pt x="93036" y="102395"/>
                </a:lnTo>
                <a:lnTo>
                  <a:pt x="92462" y="102804"/>
                </a:lnTo>
                <a:lnTo>
                  <a:pt x="91801" y="103264"/>
                </a:lnTo>
                <a:lnTo>
                  <a:pt x="91105" y="103759"/>
                </a:lnTo>
                <a:lnTo>
                  <a:pt x="90359" y="104268"/>
                </a:lnTo>
                <a:lnTo>
                  <a:pt x="89605" y="104785"/>
                </a:lnTo>
                <a:lnTo>
                  <a:pt x="88844" y="105302"/>
                </a:lnTo>
                <a:lnTo>
                  <a:pt x="88105" y="105797"/>
                </a:lnTo>
                <a:lnTo>
                  <a:pt x="87409" y="106264"/>
                </a:lnTo>
                <a:lnTo>
                  <a:pt x="86770" y="106680"/>
                </a:lnTo>
                <a:lnTo>
                  <a:pt x="86210" y="107032"/>
                </a:lnTo>
                <a:lnTo>
                  <a:pt x="85744" y="107326"/>
                </a:lnTo>
                <a:lnTo>
                  <a:pt x="85543" y="107441"/>
                </a:lnTo>
                <a:lnTo>
                  <a:pt x="85392" y="107527"/>
                </a:lnTo>
                <a:lnTo>
                  <a:pt x="85256" y="107591"/>
                </a:lnTo>
                <a:lnTo>
                  <a:pt x="85170" y="107635"/>
                </a:lnTo>
                <a:lnTo>
                  <a:pt x="85098" y="107706"/>
                </a:lnTo>
                <a:lnTo>
                  <a:pt x="84962" y="107807"/>
                </a:lnTo>
                <a:lnTo>
                  <a:pt x="84782" y="107929"/>
                </a:lnTo>
                <a:lnTo>
                  <a:pt x="84552" y="108087"/>
                </a:lnTo>
                <a:lnTo>
                  <a:pt x="83971" y="108453"/>
                </a:lnTo>
                <a:lnTo>
                  <a:pt x="83232" y="108919"/>
                </a:lnTo>
                <a:lnTo>
                  <a:pt x="82371" y="109443"/>
                </a:lnTo>
                <a:lnTo>
                  <a:pt x="81416" y="110010"/>
                </a:lnTo>
                <a:lnTo>
                  <a:pt x="80397" y="110606"/>
                </a:lnTo>
                <a:lnTo>
                  <a:pt x="79328" y="111230"/>
                </a:lnTo>
                <a:lnTo>
                  <a:pt x="78251" y="111847"/>
                </a:lnTo>
                <a:lnTo>
                  <a:pt x="77196" y="112458"/>
                </a:lnTo>
                <a:lnTo>
                  <a:pt x="76177" y="113024"/>
                </a:lnTo>
                <a:lnTo>
                  <a:pt x="75229" y="113548"/>
                </a:lnTo>
                <a:lnTo>
                  <a:pt x="74375" y="114015"/>
                </a:lnTo>
                <a:lnTo>
                  <a:pt x="73658" y="114395"/>
                </a:lnTo>
                <a:lnTo>
                  <a:pt x="73349" y="114560"/>
                </a:lnTo>
                <a:lnTo>
                  <a:pt x="73091" y="114682"/>
                </a:lnTo>
                <a:lnTo>
                  <a:pt x="72868" y="114790"/>
                </a:lnTo>
                <a:lnTo>
                  <a:pt x="72696" y="114862"/>
                </a:lnTo>
                <a:lnTo>
                  <a:pt x="72438" y="115020"/>
                </a:lnTo>
                <a:lnTo>
                  <a:pt x="72179" y="115178"/>
                </a:lnTo>
                <a:lnTo>
                  <a:pt x="71899" y="115328"/>
                </a:lnTo>
                <a:lnTo>
                  <a:pt x="71612" y="115486"/>
                </a:lnTo>
                <a:lnTo>
                  <a:pt x="71009" y="115780"/>
                </a:lnTo>
                <a:lnTo>
                  <a:pt x="70385" y="116075"/>
                </a:lnTo>
                <a:lnTo>
                  <a:pt x="69761" y="116369"/>
                </a:lnTo>
                <a:lnTo>
                  <a:pt x="69136" y="116656"/>
                </a:lnTo>
                <a:lnTo>
                  <a:pt x="68541" y="116929"/>
                </a:lnTo>
                <a:lnTo>
                  <a:pt x="67974" y="117209"/>
                </a:lnTo>
                <a:lnTo>
                  <a:pt x="67679" y="117359"/>
                </a:lnTo>
                <a:lnTo>
                  <a:pt x="67378" y="117496"/>
                </a:lnTo>
                <a:lnTo>
                  <a:pt x="67076" y="117639"/>
                </a:lnTo>
                <a:lnTo>
                  <a:pt x="66775" y="117769"/>
                </a:lnTo>
                <a:lnTo>
                  <a:pt x="66481" y="117912"/>
                </a:lnTo>
                <a:lnTo>
                  <a:pt x="66172" y="118041"/>
                </a:lnTo>
                <a:lnTo>
                  <a:pt x="65871" y="118170"/>
                </a:lnTo>
                <a:lnTo>
                  <a:pt x="65576" y="118314"/>
                </a:lnTo>
                <a:lnTo>
                  <a:pt x="65311" y="118436"/>
                </a:lnTo>
                <a:lnTo>
                  <a:pt x="65017" y="118580"/>
                </a:lnTo>
                <a:lnTo>
                  <a:pt x="64686" y="118730"/>
                </a:lnTo>
                <a:lnTo>
                  <a:pt x="64342" y="118888"/>
                </a:lnTo>
                <a:lnTo>
                  <a:pt x="64005" y="119046"/>
                </a:lnTo>
                <a:lnTo>
                  <a:pt x="63674" y="119175"/>
                </a:lnTo>
                <a:lnTo>
                  <a:pt x="63366" y="119290"/>
                </a:lnTo>
                <a:lnTo>
                  <a:pt x="63100" y="119376"/>
                </a:lnTo>
                <a:lnTo>
                  <a:pt x="62756" y="119556"/>
                </a:lnTo>
                <a:lnTo>
                  <a:pt x="62368" y="119728"/>
                </a:lnTo>
                <a:lnTo>
                  <a:pt x="61959" y="119907"/>
                </a:lnTo>
                <a:lnTo>
                  <a:pt x="61536" y="120080"/>
                </a:lnTo>
                <a:lnTo>
                  <a:pt x="61098" y="120252"/>
                </a:lnTo>
                <a:lnTo>
                  <a:pt x="60674" y="120417"/>
                </a:lnTo>
                <a:lnTo>
                  <a:pt x="60258" y="120568"/>
                </a:lnTo>
                <a:lnTo>
                  <a:pt x="59885" y="120725"/>
                </a:lnTo>
                <a:lnTo>
                  <a:pt x="59533" y="120869"/>
                </a:lnTo>
                <a:lnTo>
                  <a:pt x="59052" y="121056"/>
                </a:lnTo>
                <a:lnTo>
                  <a:pt x="58478" y="121285"/>
                </a:lnTo>
                <a:lnTo>
                  <a:pt x="57825" y="121558"/>
                </a:lnTo>
                <a:lnTo>
                  <a:pt x="57093" y="121845"/>
                </a:lnTo>
                <a:lnTo>
                  <a:pt x="56311" y="122161"/>
                </a:lnTo>
                <a:lnTo>
                  <a:pt x="55507" y="122484"/>
                </a:lnTo>
                <a:lnTo>
                  <a:pt x="54696" y="122814"/>
                </a:lnTo>
                <a:lnTo>
                  <a:pt x="53878" y="123130"/>
                </a:lnTo>
                <a:lnTo>
                  <a:pt x="53088" y="123446"/>
                </a:lnTo>
                <a:lnTo>
                  <a:pt x="52349" y="123733"/>
                </a:lnTo>
                <a:lnTo>
                  <a:pt x="51674" y="123998"/>
                </a:lnTo>
                <a:lnTo>
                  <a:pt x="51072" y="124221"/>
                </a:lnTo>
                <a:lnTo>
                  <a:pt x="50569" y="124400"/>
                </a:lnTo>
                <a:lnTo>
                  <a:pt x="50196" y="124529"/>
                </a:lnTo>
                <a:lnTo>
                  <a:pt x="49945" y="124601"/>
                </a:lnTo>
                <a:lnTo>
                  <a:pt x="49830" y="124659"/>
                </a:lnTo>
                <a:lnTo>
                  <a:pt x="49643" y="124752"/>
                </a:lnTo>
                <a:lnTo>
                  <a:pt x="49385" y="124867"/>
                </a:lnTo>
                <a:lnTo>
                  <a:pt x="49069" y="124989"/>
                </a:lnTo>
                <a:lnTo>
                  <a:pt x="48294" y="125283"/>
                </a:lnTo>
                <a:lnTo>
                  <a:pt x="47426" y="125606"/>
                </a:lnTo>
                <a:lnTo>
                  <a:pt x="46529" y="125914"/>
                </a:lnTo>
                <a:lnTo>
                  <a:pt x="45703" y="126216"/>
                </a:lnTo>
                <a:lnTo>
                  <a:pt x="45021" y="126453"/>
                </a:lnTo>
                <a:lnTo>
                  <a:pt x="44576" y="126596"/>
                </a:lnTo>
                <a:lnTo>
                  <a:pt x="43464" y="126970"/>
                </a:lnTo>
                <a:lnTo>
                  <a:pt x="42373" y="127328"/>
                </a:lnTo>
                <a:lnTo>
                  <a:pt x="41289" y="127673"/>
                </a:lnTo>
                <a:lnTo>
                  <a:pt x="40213" y="128010"/>
                </a:lnTo>
                <a:lnTo>
                  <a:pt x="39151" y="128340"/>
                </a:lnTo>
                <a:lnTo>
                  <a:pt x="38074" y="128663"/>
                </a:lnTo>
                <a:lnTo>
                  <a:pt x="37005" y="128965"/>
                </a:lnTo>
                <a:lnTo>
                  <a:pt x="35928" y="129252"/>
                </a:lnTo>
                <a:lnTo>
                  <a:pt x="35390" y="129388"/>
                </a:lnTo>
                <a:lnTo>
                  <a:pt x="34844" y="129532"/>
                </a:lnTo>
                <a:lnTo>
                  <a:pt x="34299" y="129661"/>
                </a:lnTo>
                <a:lnTo>
                  <a:pt x="33761" y="129783"/>
                </a:lnTo>
                <a:lnTo>
                  <a:pt x="33208" y="129912"/>
                </a:lnTo>
                <a:lnTo>
                  <a:pt x="32648" y="130034"/>
                </a:lnTo>
                <a:lnTo>
                  <a:pt x="32103" y="130149"/>
                </a:lnTo>
                <a:lnTo>
                  <a:pt x="31543" y="130264"/>
                </a:lnTo>
                <a:lnTo>
                  <a:pt x="30976" y="130371"/>
                </a:lnTo>
                <a:lnTo>
                  <a:pt x="30402" y="130465"/>
                </a:lnTo>
                <a:lnTo>
                  <a:pt x="29835" y="130565"/>
                </a:lnTo>
                <a:lnTo>
                  <a:pt x="29253" y="130666"/>
                </a:lnTo>
                <a:lnTo>
                  <a:pt x="28672" y="130752"/>
                </a:lnTo>
                <a:lnTo>
                  <a:pt x="28076" y="130838"/>
                </a:lnTo>
                <a:lnTo>
                  <a:pt x="27481" y="130910"/>
                </a:lnTo>
                <a:lnTo>
                  <a:pt x="26878" y="130982"/>
                </a:lnTo>
                <a:lnTo>
                  <a:pt x="26454" y="131032"/>
                </a:lnTo>
                <a:lnTo>
                  <a:pt x="26017" y="131082"/>
                </a:lnTo>
                <a:lnTo>
                  <a:pt x="25586" y="131132"/>
                </a:lnTo>
                <a:lnTo>
                  <a:pt x="25155" y="131175"/>
                </a:lnTo>
                <a:lnTo>
                  <a:pt x="24718" y="131218"/>
                </a:lnTo>
                <a:lnTo>
                  <a:pt x="24287" y="131247"/>
                </a:lnTo>
                <a:lnTo>
                  <a:pt x="23849" y="131283"/>
                </a:lnTo>
                <a:lnTo>
                  <a:pt x="23411" y="131312"/>
                </a:lnTo>
                <a:lnTo>
                  <a:pt x="22966" y="131340"/>
                </a:lnTo>
                <a:lnTo>
                  <a:pt x="22536" y="131362"/>
                </a:lnTo>
                <a:lnTo>
                  <a:pt x="22098" y="131376"/>
                </a:lnTo>
                <a:lnTo>
                  <a:pt x="21653" y="131398"/>
                </a:lnTo>
                <a:lnTo>
                  <a:pt x="21222" y="131405"/>
                </a:lnTo>
                <a:lnTo>
                  <a:pt x="20785" y="131412"/>
                </a:lnTo>
                <a:lnTo>
                  <a:pt x="20347" y="131412"/>
                </a:lnTo>
                <a:lnTo>
                  <a:pt x="19923" y="131405"/>
                </a:lnTo>
                <a:lnTo>
                  <a:pt x="19701" y="131405"/>
                </a:lnTo>
                <a:lnTo>
                  <a:pt x="19493" y="131398"/>
                </a:lnTo>
                <a:lnTo>
                  <a:pt x="19285" y="131376"/>
                </a:lnTo>
                <a:lnTo>
                  <a:pt x="19076" y="131362"/>
                </a:lnTo>
                <a:lnTo>
                  <a:pt x="18883" y="131340"/>
                </a:lnTo>
                <a:lnTo>
                  <a:pt x="18682" y="131312"/>
                </a:lnTo>
                <a:lnTo>
                  <a:pt x="18488" y="131283"/>
                </a:lnTo>
                <a:lnTo>
                  <a:pt x="18294" y="131247"/>
                </a:lnTo>
                <a:lnTo>
                  <a:pt x="17921" y="131175"/>
                </a:lnTo>
                <a:lnTo>
                  <a:pt x="17555" y="131082"/>
                </a:lnTo>
                <a:lnTo>
                  <a:pt x="17203" y="130974"/>
                </a:lnTo>
                <a:lnTo>
                  <a:pt x="16859" y="130852"/>
                </a:lnTo>
                <a:lnTo>
                  <a:pt x="16529" y="130723"/>
                </a:lnTo>
                <a:lnTo>
                  <a:pt x="16213" y="130580"/>
                </a:lnTo>
                <a:lnTo>
                  <a:pt x="15897" y="130436"/>
                </a:lnTo>
                <a:lnTo>
                  <a:pt x="15596" y="130271"/>
                </a:lnTo>
                <a:lnTo>
                  <a:pt x="15301" y="130099"/>
                </a:lnTo>
                <a:lnTo>
                  <a:pt x="15007" y="129919"/>
                </a:lnTo>
                <a:lnTo>
                  <a:pt x="14727" y="129726"/>
                </a:lnTo>
                <a:lnTo>
                  <a:pt x="14447" y="129532"/>
                </a:lnTo>
                <a:lnTo>
                  <a:pt x="14210" y="129352"/>
                </a:lnTo>
                <a:lnTo>
                  <a:pt x="13974" y="129173"/>
                </a:lnTo>
                <a:lnTo>
                  <a:pt x="13758" y="128972"/>
                </a:lnTo>
                <a:lnTo>
                  <a:pt x="13529" y="128778"/>
                </a:lnTo>
                <a:lnTo>
                  <a:pt x="13306" y="128570"/>
                </a:lnTo>
                <a:lnTo>
                  <a:pt x="13091" y="128355"/>
                </a:lnTo>
                <a:lnTo>
                  <a:pt x="12875" y="128132"/>
                </a:lnTo>
                <a:lnTo>
                  <a:pt x="12660" y="127910"/>
                </a:lnTo>
                <a:lnTo>
                  <a:pt x="12459" y="127673"/>
                </a:lnTo>
                <a:lnTo>
                  <a:pt x="12251" y="127436"/>
                </a:lnTo>
                <a:lnTo>
                  <a:pt x="12057" y="127192"/>
                </a:lnTo>
                <a:lnTo>
                  <a:pt x="11856" y="126941"/>
                </a:lnTo>
                <a:lnTo>
                  <a:pt x="11663" y="126682"/>
                </a:lnTo>
                <a:lnTo>
                  <a:pt x="11469" y="126417"/>
                </a:lnTo>
                <a:lnTo>
                  <a:pt x="11282" y="126144"/>
                </a:lnTo>
                <a:lnTo>
                  <a:pt x="11096" y="125871"/>
                </a:lnTo>
                <a:lnTo>
                  <a:pt x="10916" y="125592"/>
                </a:lnTo>
                <a:lnTo>
                  <a:pt x="10737" y="125304"/>
                </a:lnTo>
                <a:lnTo>
                  <a:pt x="10557" y="125003"/>
                </a:lnTo>
                <a:lnTo>
                  <a:pt x="10385" y="124709"/>
                </a:lnTo>
                <a:lnTo>
                  <a:pt x="10213" y="124407"/>
                </a:lnTo>
                <a:lnTo>
                  <a:pt x="10041" y="124092"/>
                </a:lnTo>
                <a:lnTo>
                  <a:pt x="9883" y="123783"/>
                </a:lnTo>
                <a:lnTo>
                  <a:pt x="9718" y="123460"/>
                </a:lnTo>
                <a:lnTo>
                  <a:pt x="9560" y="123130"/>
                </a:lnTo>
                <a:lnTo>
                  <a:pt x="9402" y="122807"/>
                </a:lnTo>
                <a:lnTo>
                  <a:pt x="9244" y="122470"/>
                </a:lnTo>
                <a:lnTo>
                  <a:pt x="9093" y="122132"/>
                </a:lnTo>
                <a:lnTo>
                  <a:pt x="8792" y="121436"/>
                </a:lnTo>
                <a:lnTo>
                  <a:pt x="8505" y="120725"/>
                </a:lnTo>
                <a:lnTo>
                  <a:pt x="8268" y="120108"/>
                </a:lnTo>
                <a:lnTo>
                  <a:pt x="8031" y="119469"/>
                </a:lnTo>
                <a:lnTo>
                  <a:pt x="7794" y="118824"/>
                </a:lnTo>
                <a:lnTo>
                  <a:pt x="7564" y="118142"/>
                </a:lnTo>
                <a:lnTo>
                  <a:pt x="7335" y="117453"/>
                </a:lnTo>
                <a:lnTo>
                  <a:pt x="7112" y="116742"/>
                </a:lnTo>
                <a:lnTo>
                  <a:pt x="6890" y="116017"/>
                </a:lnTo>
                <a:lnTo>
                  <a:pt x="6667" y="115292"/>
                </a:lnTo>
                <a:lnTo>
                  <a:pt x="6452" y="114539"/>
                </a:lnTo>
                <a:lnTo>
                  <a:pt x="6244" y="113785"/>
                </a:lnTo>
                <a:lnTo>
                  <a:pt x="6029" y="113017"/>
                </a:lnTo>
                <a:lnTo>
                  <a:pt x="5820" y="112242"/>
                </a:lnTo>
                <a:lnTo>
                  <a:pt x="5627" y="111460"/>
                </a:lnTo>
                <a:lnTo>
                  <a:pt x="5419" y="110670"/>
                </a:lnTo>
                <a:lnTo>
                  <a:pt x="5232" y="109888"/>
                </a:lnTo>
                <a:lnTo>
                  <a:pt x="5031" y="109091"/>
                </a:lnTo>
                <a:lnTo>
                  <a:pt x="4665" y="107505"/>
                </a:lnTo>
                <a:lnTo>
                  <a:pt x="4320" y="105912"/>
                </a:lnTo>
                <a:lnTo>
                  <a:pt x="3983" y="104340"/>
                </a:lnTo>
                <a:lnTo>
                  <a:pt x="3667" y="102790"/>
                </a:lnTo>
                <a:lnTo>
                  <a:pt x="3373" y="101268"/>
                </a:lnTo>
                <a:lnTo>
                  <a:pt x="3108" y="99797"/>
                </a:lnTo>
                <a:lnTo>
                  <a:pt x="2856" y="98376"/>
                </a:lnTo>
                <a:lnTo>
                  <a:pt x="2627" y="97027"/>
                </a:lnTo>
                <a:lnTo>
                  <a:pt x="2505" y="96216"/>
                </a:lnTo>
                <a:lnTo>
                  <a:pt x="2375" y="95405"/>
                </a:lnTo>
                <a:lnTo>
                  <a:pt x="2253" y="94594"/>
                </a:lnTo>
                <a:lnTo>
                  <a:pt x="2139" y="93776"/>
                </a:lnTo>
                <a:lnTo>
                  <a:pt x="2017" y="92965"/>
                </a:lnTo>
                <a:lnTo>
                  <a:pt x="1916" y="92146"/>
                </a:lnTo>
                <a:lnTo>
                  <a:pt x="1808" y="91328"/>
                </a:lnTo>
                <a:lnTo>
                  <a:pt x="1701" y="90510"/>
                </a:lnTo>
                <a:lnTo>
                  <a:pt x="1600" y="89699"/>
                </a:lnTo>
                <a:lnTo>
                  <a:pt x="1500" y="88874"/>
                </a:lnTo>
                <a:lnTo>
                  <a:pt x="1414" y="88055"/>
                </a:lnTo>
                <a:lnTo>
                  <a:pt x="1320" y="87230"/>
                </a:lnTo>
                <a:lnTo>
                  <a:pt x="1234" y="86412"/>
                </a:lnTo>
                <a:lnTo>
                  <a:pt x="1148" y="85594"/>
                </a:lnTo>
                <a:lnTo>
                  <a:pt x="1069" y="84768"/>
                </a:lnTo>
                <a:lnTo>
                  <a:pt x="990" y="83950"/>
                </a:lnTo>
                <a:lnTo>
                  <a:pt x="911" y="83075"/>
                </a:lnTo>
                <a:lnTo>
                  <a:pt x="840" y="82206"/>
                </a:lnTo>
                <a:lnTo>
                  <a:pt x="775" y="81338"/>
                </a:lnTo>
                <a:lnTo>
                  <a:pt x="703" y="80477"/>
                </a:lnTo>
                <a:lnTo>
                  <a:pt x="646" y="79601"/>
                </a:lnTo>
                <a:lnTo>
                  <a:pt x="588" y="78740"/>
                </a:lnTo>
                <a:lnTo>
                  <a:pt x="531" y="77878"/>
                </a:lnTo>
                <a:lnTo>
                  <a:pt x="488" y="77017"/>
                </a:lnTo>
                <a:lnTo>
                  <a:pt x="438" y="76156"/>
                </a:lnTo>
                <a:lnTo>
                  <a:pt x="387" y="75288"/>
                </a:lnTo>
                <a:lnTo>
                  <a:pt x="337" y="74419"/>
                </a:lnTo>
                <a:lnTo>
                  <a:pt x="294" y="73558"/>
                </a:lnTo>
                <a:lnTo>
                  <a:pt x="244" y="72689"/>
                </a:lnTo>
                <a:lnTo>
                  <a:pt x="194" y="71814"/>
                </a:lnTo>
                <a:lnTo>
                  <a:pt x="151" y="70945"/>
                </a:lnTo>
                <a:lnTo>
                  <a:pt x="100" y="70070"/>
                </a:lnTo>
                <a:lnTo>
                  <a:pt x="72" y="69481"/>
                </a:lnTo>
                <a:lnTo>
                  <a:pt x="50" y="68893"/>
                </a:lnTo>
                <a:lnTo>
                  <a:pt x="21" y="68311"/>
                </a:lnTo>
                <a:lnTo>
                  <a:pt x="14" y="67730"/>
                </a:lnTo>
                <a:lnTo>
                  <a:pt x="7" y="67134"/>
                </a:lnTo>
                <a:lnTo>
                  <a:pt x="0" y="66553"/>
                </a:lnTo>
                <a:lnTo>
                  <a:pt x="0" y="65957"/>
                </a:lnTo>
                <a:lnTo>
                  <a:pt x="0" y="65376"/>
                </a:lnTo>
                <a:lnTo>
                  <a:pt x="21" y="64206"/>
                </a:lnTo>
                <a:lnTo>
                  <a:pt x="57" y="63029"/>
                </a:lnTo>
                <a:lnTo>
                  <a:pt x="100" y="61859"/>
                </a:lnTo>
                <a:lnTo>
                  <a:pt x="158" y="60689"/>
                </a:lnTo>
                <a:lnTo>
                  <a:pt x="222" y="59519"/>
                </a:lnTo>
                <a:lnTo>
                  <a:pt x="301" y="58350"/>
                </a:lnTo>
                <a:lnTo>
                  <a:pt x="387" y="57180"/>
                </a:lnTo>
                <a:lnTo>
                  <a:pt x="466" y="56017"/>
                </a:lnTo>
                <a:lnTo>
                  <a:pt x="567" y="54854"/>
                </a:lnTo>
                <a:lnTo>
                  <a:pt x="660" y="53692"/>
                </a:lnTo>
                <a:lnTo>
                  <a:pt x="753" y="52529"/>
                </a:lnTo>
                <a:lnTo>
                  <a:pt x="854" y="51374"/>
                </a:lnTo>
                <a:lnTo>
                  <a:pt x="911" y="50541"/>
                </a:lnTo>
                <a:lnTo>
                  <a:pt x="983" y="49716"/>
                </a:lnTo>
                <a:lnTo>
                  <a:pt x="1062" y="48883"/>
                </a:lnTo>
                <a:lnTo>
                  <a:pt x="1148" y="48065"/>
                </a:lnTo>
                <a:lnTo>
                  <a:pt x="1242" y="47232"/>
                </a:lnTo>
                <a:lnTo>
                  <a:pt x="1328" y="46414"/>
                </a:lnTo>
                <a:lnTo>
                  <a:pt x="1428" y="45589"/>
                </a:lnTo>
                <a:lnTo>
                  <a:pt x="1536" y="44771"/>
                </a:lnTo>
                <a:lnTo>
                  <a:pt x="1643" y="43952"/>
                </a:lnTo>
                <a:lnTo>
                  <a:pt x="1751" y="43127"/>
                </a:lnTo>
                <a:lnTo>
                  <a:pt x="1859" y="42316"/>
                </a:lnTo>
                <a:lnTo>
                  <a:pt x="1974" y="41491"/>
                </a:lnTo>
                <a:lnTo>
                  <a:pt x="2074" y="40680"/>
                </a:lnTo>
                <a:lnTo>
                  <a:pt x="2182" y="39869"/>
                </a:lnTo>
                <a:lnTo>
                  <a:pt x="2297" y="39058"/>
                </a:lnTo>
                <a:lnTo>
                  <a:pt x="2404" y="38240"/>
                </a:lnTo>
                <a:lnTo>
                  <a:pt x="2483" y="37701"/>
                </a:lnTo>
                <a:lnTo>
                  <a:pt x="2555" y="37156"/>
                </a:lnTo>
                <a:lnTo>
                  <a:pt x="2634" y="36603"/>
                </a:lnTo>
                <a:lnTo>
                  <a:pt x="2727" y="36058"/>
                </a:lnTo>
                <a:lnTo>
                  <a:pt x="2813" y="35498"/>
                </a:lnTo>
                <a:lnTo>
                  <a:pt x="2907" y="34938"/>
                </a:lnTo>
                <a:lnTo>
                  <a:pt x="3007" y="34385"/>
                </a:lnTo>
                <a:lnTo>
                  <a:pt x="3108" y="33833"/>
                </a:lnTo>
                <a:lnTo>
                  <a:pt x="3208" y="33273"/>
                </a:lnTo>
                <a:lnTo>
                  <a:pt x="3308" y="32720"/>
                </a:lnTo>
                <a:lnTo>
                  <a:pt x="3416" y="32175"/>
                </a:lnTo>
                <a:lnTo>
                  <a:pt x="3524" y="31622"/>
                </a:lnTo>
                <a:lnTo>
                  <a:pt x="3631" y="31077"/>
                </a:lnTo>
                <a:lnTo>
                  <a:pt x="3746" y="30546"/>
                </a:lnTo>
                <a:lnTo>
                  <a:pt x="3854" y="30015"/>
                </a:lnTo>
                <a:lnTo>
                  <a:pt x="3969" y="29483"/>
                </a:lnTo>
                <a:lnTo>
                  <a:pt x="4084" y="28945"/>
                </a:lnTo>
                <a:lnTo>
                  <a:pt x="4198" y="28421"/>
                </a:lnTo>
                <a:lnTo>
                  <a:pt x="4313" y="27890"/>
                </a:lnTo>
                <a:lnTo>
                  <a:pt x="4428" y="27366"/>
                </a:lnTo>
                <a:lnTo>
                  <a:pt x="4543" y="26842"/>
                </a:lnTo>
                <a:lnTo>
                  <a:pt x="4658" y="26318"/>
                </a:lnTo>
                <a:lnTo>
                  <a:pt x="4780" y="25787"/>
                </a:lnTo>
                <a:lnTo>
                  <a:pt x="4902" y="25256"/>
                </a:lnTo>
                <a:lnTo>
                  <a:pt x="4995" y="24840"/>
                </a:lnTo>
                <a:lnTo>
                  <a:pt x="5110" y="24330"/>
                </a:lnTo>
                <a:lnTo>
                  <a:pt x="5239" y="23756"/>
                </a:lnTo>
                <a:lnTo>
                  <a:pt x="5375" y="23146"/>
                </a:lnTo>
                <a:lnTo>
                  <a:pt x="5526" y="22550"/>
                </a:lnTo>
                <a:lnTo>
                  <a:pt x="5670" y="22012"/>
                </a:lnTo>
                <a:lnTo>
                  <a:pt x="5741" y="21768"/>
                </a:lnTo>
                <a:lnTo>
                  <a:pt x="5806" y="21553"/>
                </a:lnTo>
                <a:lnTo>
                  <a:pt x="5871" y="21366"/>
                </a:lnTo>
                <a:lnTo>
                  <a:pt x="5935" y="21208"/>
                </a:lnTo>
                <a:lnTo>
                  <a:pt x="6000" y="20857"/>
                </a:lnTo>
                <a:lnTo>
                  <a:pt x="6093" y="20469"/>
                </a:lnTo>
                <a:lnTo>
                  <a:pt x="6201" y="20074"/>
                </a:lnTo>
                <a:lnTo>
                  <a:pt x="6316" y="19665"/>
                </a:lnTo>
                <a:lnTo>
                  <a:pt x="6430" y="19249"/>
                </a:lnTo>
                <a:lnTo>
                  <a:pt x="6553" y="18847"/>
                </a:lnTo>
                <a:lnTo>
                  <a:pt x="6667" y="18467"/>
                </a:lnTo>
                <a:lnTo>
                  <a:pt x="6775" y="18108"/>
                </a:lnTo>
                <a:lnTo>
                  <a:pt x="6890" y="17735"/>
                </a:lnTo>
                <a:lnTo>
                  <a:pt x="7005" y="17354"/>
                </a:lnTo>
                <a:lnTo>
                  <a:pt x="7119" y="16988"/>
                </a:lnTo>
                <a:lnTo>
                  <a:pt x="7234" y="16615"/>
                </a:lnTo>
                <a:lnTo>
                  <a:pt x="7342" y="16249"/>
                </a:lnTo>
                <a:lnTo>
                  <a:pt x="7457" y="15883"/>
                </a:lnTo>
                <a:lnTo>
                  <a:pt x="7572" y="15517"/>
                </a:lnTo>
                <a:lnTo>
                  <a:pt x="7686" y="15144"/>
                </a:lnTo>
                <a:lnTo>
                  <a:pt x="7902" y="14469"/>
                </a:lnTo>
                <a:lnTo>
                  <a:pt x="8131" y="13744"/>
                </a:lnTo>
                <a:lnTo>
                  <a:pt x="8375" y="12976"/>
                </a:lnTo>
                <a:lnTo>
                  <a:pt x="8641" y="12215"/>
                </a:lnTo>
                <a:lnTo>
                  <a:pt x="8770" y="11828"/>
                </a:lnTo>
                <a:lnTo>
                  <a:pt x="8907" y="11455"/>
                </a:lnTo>
                <a:lnTo>
                  <a:pt x="9050" y="11089"/>
                </a:lnTo>
                <a:lnTo>
                  <a:pt x="9186" y="10737"/>
                </a:lnTo>
                <a:lnTo>
                  <a:pt x="9330" y="10400"/>
                </a:lnTo>
                <a:lnTo>
                  <a:pt x="9474" y="10077"/>
                </a:lnTo>
                <a:lnTo>
                  <a:pt x="9617" y="9775"/>
                </a:lnTo>
                <a:lnTo>
                  <a:pt x="9753" y="9495"/>
                </a:lnTo>
                <a:lnTo>
                  <a:pt x="9811" y="9337"/>
                </a:lnTo>
                <a:lnTo>
                  <a:pt x="9883" y="9165"/>
                </a:lnTo>
                <a:lnTo>
                  <a:pt x="9954" y="8986"/>
                </a:lnTo>
                <a:lnTo>
                  <a:pt x="10033" y="8799"/>
                </a:lnTo>
                <a:lnTo>
                  <a:pt x="10227" y="8397"/>
                </a:lnTo>
                <a:lnTo>
                  <a:pt x="10435" y="7974"/>
                </a:lnTo>
                <a:lnTo>
                  <a:pt x="10679" y="7543"/>
                </a:lnTo>
                <a:lnTo>
                  <a:pt x="10938" y="7091"/>
                </a:lnTo>
                <a:lnTo>
                  <a:pt x="11203" y="6646"/>
                </a:lnTo>
                <a:lnTo>
                  <a:pt x="11483" y="6194"/>
                </a:lnTo>
                <a:lnTo>
                  <a:pt x="11763" y="5756"/>
                </a:lnTo>
                <a:lnTo>
                  <a:pt x="12050" y="5340"/>
                </a:lnTo>
                <a:lnTo>
                  <a:pt x="12323" y="4945"/>
                </a:lnTo>
                <a:lnTo>
                  <a:pt x="12588" y="4572"/>
                </a:lnTo>
                <a:lnTo>
                  <a:pt x="12847" y="4249"/>
                </a:lnTo>
                <a:lnTo>
                  <a:pt x="13084" y="3948"/>
                </a:lnTo>
                <a:lnTo>
                  <a:pt x="13191" y="3825"/>
                </a:lnTo>
                <a:lnTo>
                  <a:pt x="13299" y="3711"/>
                </a:lnTo>
                <a:lnTo>
                  <a:pt x="13392" y="3617"/>
                </a:lnTo>
                <a:lnTo>
                  <a:pt x="13478" y="3524"/>
                </a:lnTo>
                <a:lnTo>
                  <a:pt x="13830" y="3201"/>
                </a:lnTo>
                <a:lnTo>
                  <a:pt x="14124" y="2907"/>
                </a:lnTo>
                <a:lnTo>
                  <a:pt x="14404" y="2634"/>
                </a:lnTo>
                <a:lnTo>
                  <a:pt x="14684" y="2383"/>
                </a:lnTo>
                <a:lnTo>
                  <a:pt x="14820" y="2261"/>
                </a:lnTo>
                <a:lnTo>
                  <a:pt x="14971" y="2139"/>
                </a:lnTo>
                <a:lnTo>
                  <a:pt x="15129" y="2010"/>
                </a:lnTo>
                <a:lnTo>
                  <a:pt x="15301" y="1881"/>
                </a:lnTo>
                <a:lnTo>
                  <a:pt x="15488" y="1751"/>
                </a:lnTo>
                <a:lnTo>
                  <a:pt x="15696" y="1608"/>
                </a:lnTo>
                <a:lnTo>
                  <a:pt x="15919" y="1471"/>
                </a:lnTo>
                <a:lnTo>
                  <a:pt x="16163" y="1321"/>
                </a:lnTo>
                <a:lnTo>
                  <a:pt x="16349" y="1213"/>
                </a:lnTo>
                <a:lnTo>
                  <a:pt x="16550" y="1098"/>
                </a:lnTo>
                <a:lnTo>
                  <a:pt x="16744" y="991"/>
                </a:lnTo>
                <a:lnTo>
                  <a:pt x="16959" y="897"/>
                </a:lnTo>
                <a:lnTo>
                  <a:pt x="17175" y="797"/>
                </a:lnTo>
                <a:lnTo>
                  <a:pt x="17390" y="696"/>
                </a:lnTo>
                <a:lnTo>
                  <a:pt x="17612" y="610"/>
                </a:lnTo>
                <a:lnTo>
                  <a:pt x="17842" y="524"/>
                </a:lnTo>
                <a:lnTo>
                  <a:pt x="18072" y="452"/>
                </a:lnTo>
                <a:lnTo>
                  <a:pt x="18316" y="381"/>
                </a:lnTo>
                <a:lnTo>
                  <a:pt x="18560" y="309"/>
                </a:lnTo>
                <a:lnTo>
                  <a:pt x="18804" y="251"/>
                </a:lnTo>
                <a:lnTo>
                  <a:pt x="19055" y="208"/>
                </a:lnTo>
                <a:lnTo>
                  <a:pt x="19299" y="172"/>
                </a:lnTo>
                <a:lnTo>
                  <a:pt x="19550" y="136"/>
                </a:lnTo>
                <a:lnTo>
                  <a:pt x="19816" y="122"/>
                </a:lnTo>
                <a:lnTo>
                  <a:pt x="19952" y="79"/>
                </a:lnTo>
                <a:lnTo>
                  <a:pt x="20139" y="50"/>
                </a:lnTo>
                <a:lnTo>
                  <a:pt x="20340" y="22"/>
                </a:lnTo>
                <a:lnTo>
                  <a:pt x="20591" y="7"/>
                </a:lnTo>
                <a:close/>
              </a:path>
            </a:pathLst>
          </a:custGeom>
          <a:gradFill>
            <a:gsLst>
              <a:gs pos="0">
                <a:srgbClr val="FFFFFF">
                  <a:alpha val="50000"/>
                </a:srgbClr>
              </a:gs>
              <a:gs pos="60000">
                <a:srgbClr val="FFFFFF"/>
              </a:gs>
            </a:gsLst>
            <a:lin ang="2700000"/>
          </a:gradFill>
        </p:spPr>
        <p:txBody>
          <a:bodyPr vert="horz" wrap="square" lIns="91440" tIns="45720" rIns="91440" bIns="45720" anchor="t">
            <a:prstTxWarp prst="textNoShape">
              <a:avLst/>
            </a:prstTxWarp>
            <a:noAutofit/>
          </a:bodyPr>
          <a:lstStyle/>
          <a:p>
            <a:pPr marL="0" marR="0" indent="0" algn="l" fontAlgn="auto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/>
          </a:p>
        </p:txBody>
      </p:sp>
      <p:sp>
        <p:nvSpPr>
          <p:cNvPr id="8" name="TextBox 8"/>
          <p:cNvSpPr txBox="1"/>
          <p:nvPr/>
        </p:nvSpPr>
        <p:spPr>
          <a:xfrm>
            <a:off x="660400" y="128587"/>
            <a:ext cx="10858500" cy="90011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marL="0" algn="l">
              <a:lnSpc>
                <a:spcPct val="90000"/>
              </a:lnSpc>
              <a:spcBef>
                <a:spcPct val="0"/>
              </a:spcBef>
              <a:defRPr/>
            </a:pPr>
            <a:r>
              <a:rPr lang="zh-CN" altLang="en-US" sz="2800" b="1" i="0" u="none" baseline="0">
                <a:solidFill>
                  <a:srgbClr val="000000"/>
                </a:solidFill>
                <a:latin typeface="微软雅黑"/>
                <a:ea typeface="微软雅黑"/>
              </a:rPr>
              <a:t>Example: Sales Overview Dashboard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10795000" y="6540500"/>
            <a:ext cx="1270000" cy="1905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rtlCol="0" anchor="t"/>
          <a:lstStyle/>
          <a:p>
            <a:pPr algn="r">
              <a:defRPr/>
            </a:pPr>
            <a:r>
              <a:rPr lang="en-US" sz="800" b="0" i="0" u="none" baseline="0">
                <a:solidFill>
                  <a:srgbClr val="808080"/>
                </a:solidFill>
                <a:latin typeface="Microsoft YaHei"/>
                <a:ea typeface="Microsoft YaHei"/>
              </a:rPr>
              <a:t>内容由AI生成</a:t>
            </a:r>
            <a:endParaRPr lang="en-US" sz="110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xmlns="" id="{6729B6E3-A134-D372-1746-7318A8518787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79136" y="113665"/>
            <a:ext cx="2185863" cy="625157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title"/>
          </p:nvPr>
        </p:nvSpPr>
        <p:spPr>
          <a:xfrm>
            <a:off x="660400" y="128587"/>
            <a:ext cx="10858500" cy="900112"/>
          </a:xfrm>
        </p:spPr>
        <p:txBody>
          <a:bodyPr vert="horz" lIns="91440" tIns="45720" rIns="91440" bIns="45720" anchor="b">
            <a:normAutofit/>
          </a:bodyPr>
          <a:lstStyle/>
          <a:p>
            <a:pPr algn="l">
              <a:lnSpc>
                <a:spcPct val="90000"/>
              </a:lnSpc>
              <a:spcBef>
                <a:spcPct val="0"/>
              </a:spcBef>
            </a:pPr>
            <a:r>
              <a:rPr lang="en-US" altLang="zh-CN" sz="2800" b="1" dirty="0" smtClean="0">
                <a:solidFill>
                  <a:srgbClr val="000000"/>
                </a:solidFill>
                <a:latin typeface="微软雅黑"/>
                <a:ea typeface="微软雅黑"/>
              </a:rPr>
              <a:t>Executive Sales Page Layout</a:t>
            </a:r>
            <a:endParaRPr lang="zh-CN" altLang="en-US" sz="2800" b="1" i="0" u="none" baseline="0" dirty="0">
              <a:solidFill>
                <a:srgbClr val="000000"/>
              </a:solidFill>
              <a:latin typeface="微软雅黑"/>
              <a:ea typeface="微软雅黑"/>
            </a:endParaRPr>
          </a:p>
        </p:txBody>
      </p:sp>
      <p:sp>
        <p:nvSpPr>
          <p:cNvPr id="6" name="AutoShape 6"/>
          <p:cNvSpPr/>
          <p:nvPr/>
        </p:nvSpPr>
        <p:spPr>
          <a:xfrm>
            <a:off x="10795000" y="6540500"/>
            <a:ext cx="1270000" cy="1905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rtlCol="0" anchor="t"/>
          <a:lstStyle/>
          <a:p>
            <a:pPr algn="r">
              <a:defRPr/>
            </a:pPr>
            <a:r>
              <a:rPr lang="en-US" sz="800" b="0" i="0" u="none" baseline="0">
                <a:solidFill>
                  <a:srgbClr val="808080"/>
                </a:solidFill>
                <a:latin typeface="Microsoft YaHei"/>
                <a:ea typeface="Microsoft YaHei"/>
              </a:rPr>
              <a:t>内容由AI生成</a:t>
            </a:r>
            <a:endParaRPr lang="en-US" sz="110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74346" y="1145287"/>
            <a:ext cx="9614707" cy="5560313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xmlns="" id="{6729B6E3-A134-D372-1746-7318A8518787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79136" y="113665"/>
            <a:ext cx="2185863" cy="6251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710686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title"/>
          </p:nvPr>
        </p:nvSpPr>
        <p:spPr>
          <a:xfrm>
            <a:off x="660400" y="128587"/>
            <a:ext cx="10858500" cy="900112"/>
          </a:xfrm>
        </p:spPr>
        <p:txBody>
          <a:bodyPr vert="horz" lIns="91440" tIns="45720" rIns="91440" bIns="45720" anchor="b">
            <a:normAutofit/>
          </a:bodyPr>
          <a:lstStyle/>
          <a:p>
            <a:pPr algn="l">
              <a:lnSpc>
                <a:spcPct val="90000"/>
              </a:lnSpc>
              <a:spcBef>
                <a:spcPct val="0"/>
              </a:spcBef>
            </a:pPr>
            <a:r>
              <a:rPr lang="zh-CN" altLang="en-US" sz="2800" b="1" i="0" u="none" baseline="0" dirty="0" smtClean="0">
                <a:solidFill>
                  <a:srgbClr val="000000"/>
                </a:solidFill>
                <a:latin typeface="微软雅黑"/>
                <a:ea typeface="微软雅黑"/>
              </a:rPr>
              <a:t>S</a:t>
            </a:r>
            <a:r>
              <a:rPr lang="en-US" altLang="zh-CN" sz="2800" b="1" i="0" u="none" baseline="0" dirty="0" smtClean="0">
                <a:solidFill>
                  <a:srgbClr val="000000"/>
                </a:solidFill>
                <a:latin typeface="微软雅黑"/>
                <a:ea typeface="微软雅黑"/>
              </a:rPr>
              <a:t>ales Performance</a:t>
            </a:r>
            <a:r>
              <a:rPr lang="zh-CN" altLang="en-US" sz="2800" b="1" i="0" u="none" baseline="0" dirty="0" smtClean="0">
                <a:solidFill>
                  <a:srgbClr val="000000"/>
                </a:solidFill>
                <a:latin typeface="微软雅黑"/>
                <a:ea typeface="微软雅黑"/>
              </a:rPr>
              <a:t> </a:t>
            </a:r>
            <a:r>
              <a:rPr lang="zh-CN" altLang="en-US" sz="2800" b="1" i="0" u="none" baseline="0" dirty="0">
                <a:solidFill>
                  <a:srgbClr val="000000"/>
                </a:solidFill>
                <a:latin typeface="微软雅黑"/>
                <a:ea typeface="微软雅黑"/>
              </a:rPr>
              <a:t>Page Layout</a:t>
            </a:r>
          </a:p>
        </p:txBody>
      </p:sp>
      <p:sp>
        <p:nvSpPr>
          <p:cNvPr id="6" name="AutoShape 6"/>
          <p:cNvSpPr/>
          <p:nvPr/>
        </p:nvSpPr>
        <p:spPr>
          <a:xfrm>
            <a:off x="10795000" y="6540500"/>
            <a:ext cx="1270000" cy="1905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rtlCol="0" anchor="t"/>
          <a:lstStyle/>
          <a:p>
            <a:pPr algn="r">
              <a:defRPr/>
            </a:pPr>
            <a:r>
              <a:rPr lang="en-US" sz="800" b="0" i="0" u="none" baseline="0">
                <a:solidFill>
                  <a:srgbClr val="808080"/>
                </a:solidFill>
                <a:latin typeface="Microsoft YaHei"/>
                <a:ea typeface="Microsoft YaHei"/>
              </a:rPr>
              <a:t>内容由AI生成</a:t>
            </a:r>
            <a:endParaRPr lang="en-US" sz="110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74346" y="1145287"/>
            <a:ext cx="9614707" cy="5560313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xmlns="" id="{6729B6E3-A134-D372-1746-7318A8518787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79136" y="113665"/>
            <a:ext cx="2185863" cy="6251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941209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FFC717">
                <a:lumMod val="40000"/>
                <a:lumOff val="60000"/>
              </a:srgbClr>
            </a:gs>
            <a:gs pos="100000">
              <a:srgbClr val="FFC717">
                <a:alpha val="0"/>
                <a:lumMod val="20000"/>
                <a:lumOff val="80000"/>
              </a:srgbClr>
            </a:gs>
          </a:gsLst>
          <a:lin ang="162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660400" y="2999530"/>
            <a:ext cx="10858500" cy="3134570"/>
          </a:xfrm>
          <a:prstGeom prst="rect">
            <a:avLst/>
          </a:prstGeom>
          <a:blipFill>
            <a:blip r:embed="rId2"/>
            <a:stretch>
              <a:fillRect t="-65691" b="-65160"/>
            </a:stretch>
          </a:blipFill>
          <a:ln cap="flat" cmpd="sng">
            <a:prstDash val="solid"/>
          </a:ln>
        </p:spPr>
        <p:txBody>
          <a:bodyPr rot="0" vert="horz" wrap="square" lIns="91440" tIns="45720" rIns="91440" bIns="45720" anchor="t">
            <a:noAutofit/>
          </a:bodyPr>
          <a:lstStyle/>
          <a:p>
            <a:pPr marL="0" algn="ctr"/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1198496" y="1379530"/>
            <a:ext cx="3600000" cy="4030670"/>
          </a:xfrm>
          <a:prstGeom prst="roundRect">
            <a:avLst>
              <a:gd name="adj" fmla="val 4077"/>
            </a:avLst>
          </a:prstGeom>
          <a:gradFill>
            <a:gsLst>
              <a:gs pos="0">
                <a:srgbClr val="F54E1A">
                  <a:lumMod val="60000"/>
                  <a:lumOff val="40000"/>
                </a:srgbClr>
              </a:gs>
              <a:gs pos="60000">
                <a:srgbClr val="F54E1A"/>
              </a:gs>
            </a:gsLst>
            <a:lin ang="2700000"/>
          </a:gradFill>
          <a:ln cap="rnd" cmpd="sng">
            <a:prstDash val="solid"/>
          </a:ln>
          <a:effectLst>
            <a:outerShdw blurRad="254000" dist="127000" dir="5400000" algn="ctr" rotWithShape="0">
              <a:schemeClr val="accent1">
                <a:alpha val="20000"/>
              </a:schemeClr>
            </a:outerShdw>
          </a:effectLst>
        </p:spPr>
        <p:txBody>
          <a:bodyPr rot="0" vert="horz" wrap="square" lIns="91440" tIns="45720" rIns="91440" bIns="45720" anchor="ctr">
            <a:noAutofit/>
          </a:bodyPr>
          <a:lstStyle/>
          <a:p>
            <a:pPr marL="342900" indent="-342900" algn="ctr"/>
            <a:endParaRPr/>
          </a:p>
        </p:txBody>
      </p:sp>
      <p:cxnSp>
        <p:nvCxnSpPr>
          <p:cNvPr id="4" name="Connector 4"/>
          <p:cNvCxnSpPr/>
          <p:nvPr/>
        </p:nvCxnSpPr>
        <p:spPr>
          <a:xfrm>
            <a:off x="2818496" y="2245947"/>
            <a:ext cx="360000" cy="0"/>
          </a:xfrm>
          <a:prstGeom prst="line">
            <a:avLst/>
          </a:prstGeom>
          <a:ln w="25400" cap="flat" cmpd="sng">
            <a:solidFill>
              <a:srgbClr val="FFFFFF"/>
            </a:solidFill>
            <a:prstDash val="solid"/>
          </a:ln>
        </p:spPr>
      </p:cxnSp>
      <p:sp>
        <p:nvSpPr>
          <p:cNvPr id="5" name="TextBox 5"/>
          <p:cNvSpPr txBox="1"/>
          <p:nvPr/>
        </p:nvSpPr>
        <p:spPr>
          <a:xfrm>
            <a:off x="1329743" y="1735248"/>
            <a:ext cx="3337508" cy="369332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b">
            <a:spAutoFit/>
          </a:bodyPr>
          <a:lstStyle/>
          <a:p>
            <a:pPr marL="0" algn="ctr">
              <a:defRPr/>
            </a:pPr>
            <a:r>
              <a:rPr lang="zh-CN" altLang="en-US" sz="1800" b="1" i="0" u="none" baseline="0">
                <a:solidFill>
                  <a:srgbClr val="FFFFFF"/>
                </a:solidFill>
                <a:latin typeface="微软雅黑"/>
                <a:ea typeface="微软雅黑"/>
              </a:rPr>
              <a:t>Page Breakdown</a:t>
            </a:r>
            <a:endParaRPr lang="en-US" sz="1100"/>
          </a:p>
        </p:txBody>
      </p:sp>
      <p:sp>
        <p:nvSpPr>
          <p:cNvPr id="6" name="TextBox 6"/>
          <p:cNvSpPr txBox="1"/>
          <p:nvPr/>
        </p:nvSpPr>
        <p:spPr>
          <a:xfrm>
            <a:off x="1329743" y="2387373"/>
            <a:ext cx="3337508" cy="2263140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t">
            <a:spAutoFit/>
          </a:bodyPr>
          <a:lstStyle/>
          <a:p>
            <a:pPr marL="0" algn="ctr">
              <a:lnSpc>
                <a:spcPct val="150000"/>
              </a:lnSpc>
              <a:defRPr/>
            </a:pPr>
            <a:r>
              <a:rPr lang="zh-CN" altLang="en-US" sz="1400" b="0" i="0" u="none" baseline="0" dirty="0">
                <a:solidFill>
                  <a:srgbClr val="FFFFFF"/>
                </a:solidFill>
                <a:latin typeface="微软雅黑"/>
                <a:ea typeface="微软雅黑"/>
              </a:rPr>
              <a:t>Purpose: Understand customer behavior. KPIs: CLV, Repeat Rate, Frequency. Visuals: Bar chart, scatter plot. Question: Which customers drive most value? Insight: Small group contributes large share. Recommendation: Launch loyalty program.</a:t>
            </a:r>
            <a:endParaRPr lang="en-US" sz="1100" dirty="0"/>
          </a:p>
        </p:txBody>
      </p:sp>
      <p:sp>
        <p:nvSpPr>
          <p:cNvPr id="7" name="Freeform 7"/>
          <p:cNvSpPr/>
          <p:nvPr/>
        </p:nvSpPr>
        <p:spPr>
          <a:xfrm>
            <a:off x="2741464" y="5181600"/>
            <a:ext cx="514063" cy="131413"/>
          </a:xfrm>
          <a:custGeom>
            <a:avLst/>
            <a:gdLst/>
            <a:ahLst/>
            <a:cxnLst/>
            <a:rect l="l" t="t" r="r" b="b"/>
            <a:pathLst>
              <a:path w="514063" h="131413">
                <a:moveTo>
                  <a:pt x="408080" y="1"/>
                </a:moveTo>
                <a:lnTo>
                  <a:pt x="408374" y="1"/>
                </a:lnTo>
                <a:lnTo>
                  <a:pt x="408697" y="8"/>
                </a:lnTo>
                <a:lnTo>
                  <a:pt x="409049" y="15"/>
                </a:lnTo>
                <a:lnTo>
                  <a:pt x="409802" y="59"/>
                </a:lnTo>
                <a:lnTo>
                  <a:pt x="410621" y="123"/>
                </a:lnTo>
                <a:lnTo>
                  <a:pt x="411475" y="195"/>
                </a:lnTo>
                <a:lnTo>
                  <a:pt x="412357" y="288"/>
                </a:lnTo>
                <a:lnTo>
                  <a:pt x="413240" y="389"/>
                </a:lnTo>
                <a:lnTo>
                  <a:pt x="414116" y="496"/>
                </a:lnTo>
                <a:lnTo>
                  <a:pt x="414948" y="604"/>
                </a:lnTo>
                <a:lnTo>
                  <a:pt x="415738" y="704"/>
                </a:lnTo>
                <a:lnTo>
                  <a:pt x="416456" y="805"/>
                </a:lnTo>
                <a:lnTo>
                  <a:pt x="417080" y="898"/>
                </a:lnTo>
                <a:lnTo>
                  <a:pt x="417597" y="977"/>
                </a:lnTo>
                <a:lnTo>
                  <a:pt x="417977" y="1049"/>
                </a:lnTo>
                <a:lnTo>
                  <a:pt x="418788" y="1207"/>
                </a:lnTo>
                <a:lnTo>
                  <a:pt x="419585" y="1372"/>
                </a:lnTo>
                <a:lnTo>
                  <a:pt x="420389" y="1544"/>
                </a:lnTo>
                <a:lnTo>
                  <a:pt x="421192" y="1724"/>
                </a:lnTo>
                <a:lnTo>
                  <a:pt x="421989" y="1917"/>
                </a:lnTo>
                <a:lnTo>
                  <a:pt x="422793" y="2118"/>
                </a:lnTo>
                <a:lnTo>
                  <a:pt x="423589" y="2326"/>
                </a:lnTo>
                <a:lnTo>
                  <a:pt x="424393" y="2549"/>
                </a:lnTo>
                <a:lnTo>
                  <a:pt x="425190" y="2771"/>
                </a:lnTo>
                <a:lnTo>
                  <a:pt x="425994" y="3001"/>
                </a:lnTo>
                <a:lnTo>
                  <a:pt x="426790" y="3238"/>
                </a:lnTo>
                <a:lnTo>
                  <a:pt x="427587" y="3482"/>
                </a:lnTo>
                <a:lnTo>
                  <a:pt x="428384" y="3740"/>
                </a:lnTo>
                <a:lnTo>
                  <a:pt x="429180" y="3992"/>
                </a:lnTo>
                <a:lnTo>
                  <a:pt x="429977" y="4257"/>
                </a:lnTo>
                <a:lnTo>
                  <a:pt x="430774" y="4530"/>
                </a:lnTo>
                <a:lnTo>
                  <a:pt x="431563" y="4795"/>
                </a:lnTo>
                <a:lnTo>
                  <a:pt x="432353" y="5075"/>
                </a:lnTo>
                <a:lnTo>
                  <a:pt x="433142" y="5362"/>
                </a:lnTo>
                <a:lnTo>
                  <a:pt x="433917" y="5649"/>
                </a:lnTo>
                <a:lnTo>
                  <a:pt x="434707" y="5937"/>
                </a:lnTo>
                <a:lnTo>
                  <a:pt x="435489" y="6238"/>
                </a:lnTo>
                <a:lnTo>
                  <a:pt x="436271" y="6539"/>
                </a:lnTo>
                <a:lnTo>
                  <a:pt x="437039" y="6841"/>
                </a:lnTo>
                <a:lnTo>
                  <a:pt x="438582" y="7451"/>
                </a:lnTo>
                <a:lnTo>
                  <a:pt x="440111" y="8075"/>
                </a:lnTo>
                <a:lnTo>
                  <a:pt x="441633" y="8707"/>
                </a:lnTo>
                <a:lnTo>
                  <a:pt x="443125" y="9338"/>
                </a:lnTo>
                <a:lnTo>
                  <a:pt x="443369" y="9439"/>
                </a:lnTo>
                <a:lnTo>
                  <a:pt x="443635" y="9547"/>
                </a:lnTo>
                <a:lnTo>
                  <a:pt x="443915" y="9654"/>
                </a:lnTo>
                <a:lnTo>
                  <a:pt x="444195" y="9762"/>
                </a:lnTo>
                <a:lnTo>
                  <a:pt x="444467" y="9877"/>
                </a:lnTo>
                <a:lnTo>
                  <a:pt x="444726" y="9992"/>
                </a:lnTo>
                <a:lnTo>
                  <a:pt x="444963" y="10114"/>
                </a:lnTo>
                <a:lnTo>
                  <a:pt x="445185" y="10236"/>
                </a:lnTo>
                <a:lnTo>
                  <a:pt x="445357" y="10286"/>
                </a:lnTo>
                <a:lnTo>
                  <a:pt x="445551" y="10350"/>
                </a:lnTo>
                <a:lnTo>
                  <a:pt x="445745" y="10415"/>
                </a:lnTo>
                <a:lnTo>
                  <a:pt x="445946" y="10487"/>
                </a:lnTo>
                <a:lnTo>
                  <a:pt x="446362" y="10659"/>
                </a:lnTo>
                <a:lnTo>
                  <a:pt x="446778" y="10846"/>
                </a:lnTo>
                <a:lnTo>
                  <a:pt x="447209" y="11032"/>
                </a:lnTo>
                <a:lnTo>
                  <a:pt x="447618" y="11212"/>
                </a:lnTo>
                <a:lnTo>
                  <a:pt x="448013" y="11391"/>
                </a:lnTo>
                <a:lnTo>
                  <a:pt x="448379" y="11542"/>
                </a:lnTo>
                <a:lnTo>
                  <a:pt x="448932" y="11772"/>
                </a:lnTo>
                <a:lnTo>
                  <a:pt x="449499" y="12008"/>
                </a:lnTo>
                <a:lnTo>
                  <a:pt x="450073" y="12252"/>
                </a:lnTo>
                <a:lnTo>
                  <a:pt x="450654" y="12511"/>
                </a:lnTo>
                <a:lnTo>
                  <a:pt x="451250" y="12776"/>
                </a:lnTo>
                <a:lnTo>
                  <a:pt x="451845" y="13035"/>
                </a:lnTo>
                <a:lnTo>
                  <a:pt x="452456" y="13315"/>
                </a:lnTo>
                <a:lnTo>
                  <a:pt x="453051" y="13587"/>
                </a:lnTo>
                <a:lnTo>
                  <a:pt x="453654" y="13867"/>
                </a:lnTo>
                <a:lnTo>
                  <a:pt x="454243" y="14147"/>
                </a:lnTo>
                <a:lnTo>
                  <a:pt x="454838" y="14427"/>
                </a:lnTo>
                <a:lnTo>
                  <a:pt x="455420" y="14693"/>
                </a:lnTo>
                <a:lnTo>
                  <a:pt x="455987" y="14972"/>
                </a:lnTo>
                <a:lnTo>
                  <a:pt x="456539" y="15245"/>
                </a:lnTo>
                <a:lnTo>
                  <a:pt x="457078" y="15518"/>
                </a:lnTo>
                <a:lnTo>
                  <a:pt x="457594" y="15776"/>
                </a:lnTo>
                <a:lnTo>
                  <a:pt x="458341" y="16157"/>
                </a:lnTo>
                <a:lnTo>
                  <a:pt x="459087" y="16544"/>
                </a:lnTo>
                <a:lnTo>
                  <a:pt x="459841" y="16932"/>
                </a:lnTo>
                <a:lnTo>
                  <a:pt x="460580" y="17319"/>
                </a:lnTo>
                <a:lnTo>
                  <a:pt x="461319" y="17714"/>
                </a:lnTo>
                <a:lnTo>
                  <a:pt x="462044" y="18109"/>
                </a:lnTo>
                <a:lnTo>
                  <a:pt x="462776" y="18511"/>
                </a:lnTo>
                <a:lnTo>
                  <a:pt x="463508" y="18913"/>
                </a:lnTo>
                <a:lnTo>
                  <a:pt x="464233" y="19322"/>
                </a:lnTo>
                <a:lnTo>
                  <a:pt x="464944" y="19731"/>
                </a:lnTo>
                <a:lnTo>
                  <a:pt x="465654" y="20140"/>
                </a:lnTo>
                <a:lnTo>
                  <a:pt x="466357" y="20549"/>
                </a:lnTo>
                <a:lnTo>
                  <a:pt x="467054" y="20958"/>
                </a:lnTo>
                <a:lnTo>
                  <a:pt x="467750" y="21382"/>
                </a:lnTo>
                <a:lnTo>
                  <a:pt x="468439" y="21798"/>
                </a:lnTo>
                <a:lnTo>
                  <a:pt x="469106" y="22228"/>
                </a:lnTo>
                <a:lnTo>
                  <a:pt x="469810" y="22666"/>
                </a:lnTo>
                <a:lnTo>
                  <a:pt x="470506" y="23104"/>
                </a:lnTo>
                <a:lnTo>
                  <a:pt x="471195" y="23542"/>
                </a:lnTo>
                <a:lnTo>
                  <a:pt x="471884" y="23973"/>
                </a:lnTo>
                <a:lnTo>
                  <a:pt x="472566" y="24417"/>
                </a:lnTo>
                <a:lnTo>
                  <a:pt x="473247" y="24855"/>
                </a:lnTo>
                <a:lnTo>
                  <a:pt x="473929" y="25300"/>
                </a:lnTo>
                <a:lnTo>
                  <a:pt x="474604" y="25760"/>
                </a:lnTo>
                <a:lnTo>
                  <a:pt x="475314" y="26233"/>
                </a:lnTo>
                <a:lnTo>
                  <a:pt x="476011" y="26714"/>
                </a:lnTo>
                <a:lnTo>
                  <a:pt x="476692" y="27181"/>
                </a:lnTo>
                <a:lnTo>
                  <a:pt x="477345" y="27647"/>
                </a:lnTo>
                <a:lnTo>
                  <a:pt x="477999" y="28106"/>
                </a:lnTo>
                <a:lnTo>
                  <a:pt x="478630" y="28566"/>
                </a:lnTo>
                <a:lnTo>
                  <a:pt x="479262" y="29018"/>
                </a:lnTo>
                <a:lnTo>
                  <a:pt x="479886" y="29477"/>
                </a:lnTo>
                <a:lnTo>
                  <a:pt x="480503" y="29929"/>
                </a:lnTo>
                <a:lnTo>
                  <a:pt x="481121" y="30389"/>
                </a:lnTo>
                <a:lnTo>
                  <a:pt x="481745" y="30855"/>
                </a:lnTo>
                <a:lnTo>
                  <a:pt x="482369" y="31322"/>
                </a:lnTo>
                <a:lnTo>
                  <a:pt x="483008" y="31796"/>
                </a:lnTo>
                <a:lnTo>
                  <a:pt x="483647" y="32269"/>
                </a:lnTo>
                <a:lnTo>
                  <a:pt x="484300" y="32764"/>
                </a:lnTo>
                <a:lnTo>
                  <a:pt x="484975" y="33260"/>
                </a:lnTo>
                <a:lnTo>
                  <a:pt x="485599" y="33733"/>
                </a:lnTo>
                <a:lnTo>
                  <a:pt x="486231" y="34229"/>
                </a:lnTo>
                <a:lnTo>
                  <a:pt x="486862" y="34738"/>
                </a:lnTo>
                <a:lnTo>
                  <a:pt x="487487" y="35248"/>
                </a:lnTo>
                <a:lnTo>
                  <a:pt x="488104" y="35750"/>
                </a:lnTo>
                <a:lnTo>
                  <a:pt x="488721" y="36260"/>
                </a:lnTo>
                <a:lnTo>
                  <a:pt x="489338" y="36755"/>
                </a:lnTo>
                <a:lnTo>
                  <a:pt x="489934" y="37221"/>
                </a:lnTo>
                <a:lnTo>
                  <a:pt x="501891" y="47743"/>
                </a:lnTo>
                <a:lnTo>
                  <a:pt x="502121" y="47965"/>
                </a:lnTo>
                <a:lnTo>
                  <a:pt x="502343" y="48195"/>
                </a:lnTo>
                <a:lnTo>
                  <a:pt x="502551" y="48425"/>
                </a:lnTo>
                <a:lnTo>
                  <a:pt x="502752" y="48654"/>
                </a:lnTo>
                <a:lnTo>
                  <a:pt x="502953" y="48884"/>
                </a:lnTo>
                <a:lnTo>
                  <a:pt x="503140" y="49107"/>
                </a:lnTo>
                <a:lnTo>
                  <a:pt x="503326" y="49322"/>
                </a:lnTo>
                <a:lnTo>
                  <a:pt x="503527" y="49516"/>
                </a:lnTo>
                <a:lnTo>
                  <a:pt x="504101" y="50083"/>
                </a:lnTo>
                <a:lnTo>
                  <a:pt x="504719" y="50707"/>
                </a:lnTo>
                <a:lnTo>
                  <a:pt x="505357" y="51367"/>
                </a:lnTo>
                <a:lnTo>
                  <a:pt x="505996" y="52056"/>
                </a:lnTo>
                <a:lnTo>
                  <a:pt x="506642" y="52753"/>
                </a:lnTo>
                <a:lnTo>
                  <a:pt x="507245" y="53442"/>
                </a:lnTo>
                <a:lnTo>
                  <a:pt x="507539" y="53779"/>
                </a:lnTo>
                <a:lnTo>
                  <a:pt x="507819" y="54116"/>
                </a:lnTo>
                <a:lnTo>
                  <a:pt x="508092" y="54439"/>
                </a:lnTo>
                <a:lnTo>
                  <a:pt x="508336" y="54741"/>
                </a:lnTo>
                <a:lnTo>
                  <a:pt x="508917" y="55458"/>
                </a:lnTo>
                <a:lnTo>
                  <a:pt x="509427" y="56097"/>
                </a:lnTo>
                <a:lnTo>
                  <a:pt x="509664" y="56398"/>
                </a:lnTo>
                <a:lnTo>
                  <a:pt x="509886" y="56700"/>
                </a:lnTo>
                <a:lnTo>
                  <a:pt x="510101" y="56994"/>
                </a:lnTo>
                <a:lnTo>
                  <a:pt x="510317" y="57281"/>
                </a:lnTo>
                <a:lnTo>
                  <a:pt x="510525" y="57583"/>
                </a:lnTo>
                <a:lnTo>
                  <a:pt x="510726" y="57891"/>
                </a:lnTo>
                <a:lnTo>
                  <a:pt x="510934" y="58200"/>
                </a:lnTo>
                <a:lnTo>
                  <a:pt x="511142" y="58530"/>
                </a:lnTo>
                <a:lnTo>
                  <a:pt x="511350" y="58875"/>
                </a:lnTo>
                <a:lnTo>
                  <a:pt x="511573" y="59241"/>
                </a:lnTo>
                <a:lnTo>
                  <a:pt x="511802" y="59643"/>
                </a:lnTo>
                <a:lnTo>
                  <a:pt x="512046" y="60066"/>
                </a:lnTo>
                <a:lnTo>
                  <a:pt x="512197" y="60346"/>
                </a:lnTo>
                <a:lnTo>
                  <a:pt x="512355" y="60683"/>
                </a:lnTo>
                <a:lnTo>
                  <a:pt x="512534" y="61049"/>
                </a:lnTo>
                <a:lnTo>
                  <a:pt x="512714" y="61458"/>
                </a:lnTo>
                <a:lnTo>
                  <a:pt x="512900" y="61896"/>
                </a:lnTo>
                <a:lnTo>
                  <a:pt x="513087" y="62363"/>
                </a:lnTo>
                <a:lnTo>
                  <a:pt x="513259" y="62851"/>
                </a:lnTo>
                <a:lnTo>
                  <a:pt x="513432" y="63339"/>
                </a:lnTo>
                <a:lnTo>
                  <a:pt x="513589" y="63841"/>
                </a:lnTo>
                <a:lnTo>
                  <a:pt x="513733" y="64343"/>
                </a:lnTo>
                <a:lnTo>
                  <a:pt x="513790" y="64588"/>
                </a:lnTo>
                <a:lnTo>
                  <a:pt x="513848" y="64839"/>
                </a:lnTo>
                <a:lnTo>
                  <a:pt x="513905" y="65083"/>
                </a:lnTo>
                <a:lnTo>
                  <a:pt x="513948" y="65320"/>
                </a:lnTo>
                <a:lnTo>
                  <a:pt x="513991" y="65549"/>
                </a:lnTo>
                <a:lnTo>
                  <a:pt x="514020" y="65779"/>
                </a:lnTo>
                <a:lnTo>
                  <a:pt x="514042" y="66001"/>
                </a:lnTo>
                <a:lnTo>
                  <a:pt x="514056" y="66217"/>
                </a:lnTo>
                <a:lnTo>
                  <a:pt x="514063" y="66425"/>
                </a:lnTo>
                <a:lnTo>
                  <a:pt x="514063" y="66626"/>
                </a:lnTo>
                <a:lnTo>
                  <a:pt x="514049" y="66812"/>
                </a:lnTo>
                <a:lnTo>
                  <a:pt x="514020" y="66992"/>
                </a:lnTo>
                <a:lnTo>
                  <a:pt x="513948" y="67401"/>
                </a:lnTo>
                <a:lnTo>
                  <a:pt x="513869" y="67796"/>
                </a:lnTo>
                <a:lnTo>
                  <a:pt x="513783" y="68190"/>
                </a:lnTo>
                <a:lnTo>
                  <a:pt x="513683" y="68564"/>
                </a:lnTo>
                <a:lnTo>
                  <a:pt x="513589" y="68944"/>
                </a:lnTo>
                <a:lnTo>
                  <a:pt x="513482" y="69310"/>
                </a:lnTo>
                <a:lnTo>
                  <a:pt x="513367" y="69676"/>
                </a:lnTo>
                <a:lnTo>
                  <a:pt x="513245" y="70028"/>
                </a:lnTo>
                <a:lnTo>
                  <a:pt x="513116" y="70372"/>
                </a:lnTo>
                <a:lnTo>
                  <a:pt x="512979" y="70717"/>
                </a:lnTo>
                <a:lnTo>
                  <a:pt x="512843" y="71054"/>
                </a:lnTo>
                <a:lnTo>
                  <a:pt x="512699" y="71384"/>
                </a:lnTo>
                <a:lnTo>
                  <a:pt x="512542" y="71714"/>
                </a:lnTo>
                <a:lnTo>
                  <a:pt x="512391" y="72037"/>
                </a:lnTo>
                <a:lnTo>
                  <a:pt x="512226" y="72353"/>
                </a:lnTo>
                <a:lnTo>
                  <a:pt x="512061" y="72669"/>
                </a:lnTo>
                <a:lnTo>
                  <a:pt x="511888" y="72985"/>
                </a:lnTo>
                <a:lnTo>
                  <a:pt x="511709" y="73286"/>
                </a:lnTo>
                <a:lnTo>
                  <a:pt x="511522" y="73595"/>
                </a:lnTo>
                <a:lnTo>
                  <a:pt x="511336" y="73896"/>
                </a:lnTo>
                <a:lnTo>
                  <a:pt x="511149" y="74190"/>
                </a:lnTo>
                <a:lnTo>
                  <a:pt x="510948" y="74492"/>
                </a:lnTo>
                <a:lnTo>
                  <a:pt x="510755" y="74793"/>
                </a:lnTo>
                <a:lnTo>
                  <a:pt x="510546" y="75088"/>
                </a:lnTo>
                <a:lnTo>
                  <a:pt x="510137" y="75669"/>
                </a:lnTo>
                <a:lnTo>
                  <a:pt x="509699" y="76265"/>
                </a:lnTo>
                <a:lnTo>
                  <a:pt x="509262" y="76846"/>
                </a:lnTo>
                <a:lnTo>
                  <a:pt x="508810" y="77434"/>
                </a:lnTo>
                <a:lnTo>
                  <a:pt x="508558" y="77750"/>
                </a:lnTo>
                <a:lnTo>
                  <a:pt x="508314" y="78052"/>
                </a:lnTo>
                <a:lnTo>
                  <a:pt x="508185" y="78202"/>
                </a:lnTo>
                <a:lnTo>
                  <a:pt x="508049" y="78339"/>
                </a:lnTo>
                <a:lnTo>
                  <a:pt x="507912" y="78482"/>
                </a:lnTo>
                <a:lnTo>
                  <a:pt x="507762" y="78611"/>
                </a:lnTo>
                <a:lnTo>
                  <a:pt x="507683" y="78726"/>
                </a:lnTo>
                <a:lnTo>
                  <a:pt x="507503" y="78927"/>
                </a:lnTo>
                <a:lnTo>
                  <a:pt x="507252" y="79207"/>
                </a:lnTo>
                <a:lnTo>
                  <a:pt x="506929" y="79552"/>
                </a:lnTo>
                <a:lnTo>
                  <a:pt x="506556" y="79954"/>
                </a:lnTo>
                <a:lnTo>
                  <a:pt x="506140" y="80399"/>
                </a:lnTo>
                <a:lnTo>
                  <a:pt x="505688" y="80872"/>
                </a:lnTo>
                <a:lnTo>
                  <a:pt x="505221" y="81353"/>
                </a:lnTo>
                <a:lnTo>
                  <a:pt x="504747" y="81841"/>
                </a:lnTo>
                <a:lnTo>
                  <a:pt x="504274" y="82322"/>
                </a:lnTo>
                <a:lnTo>
                  <a:pt x="503822" y="82789"/>
                </a:lnTo>
                <a:lnTo>
                  <a:pt x="503405" y="83219"/>
                </a:lnTo>
                <a:lnTo>
                  <a:pt x="503018" y="83607"/>
                </a:lnTo>
                <a:lnTo>
                  <a:pt x="502680" y="83944"/>
                </a:lnTo>
                <a:lnTo>
                  <a:pt x="502415" y="84210"/>
                </a:lnTo>
                <a:lnTo>
                  <a:pt x="502221" y="84389"/>
                </a:lnTo>
                <a:lnTo>
                  <a:pt x="501984" y="84619"/>
                </a:lnTo>
                <a:lnTo>
                  <a:pt x="501747" y="84856"/>
                </a:lnTo>
                <a:lnTo>
                  <a:pt x="501518" y="85071"/>
                </a:lnTo>
                <a:lnTo>
                  <a:pt x="501288" y="85293"/>
                </a:lnTo>
                <a:lnTo>
                  <a:pt x="501058" y="85516"/>
                </a:lnTo>
                <a:lnTo>
                  <a:pt x="500822" y="85745"/>
                </a:lnTo>
                <a:lnTo>
                  <a:pt x="500592" y="85975"/>
                </a:lnTo>
                <a:lnTo>
                  <a:pt x="500355" y="86219"/>
                </a:lnTo>
                <a:lnTo>
                  <a:pt x="498848" y="87561"/>
                </a:lnTo>
                <a:lnTo>
                  <a:pt x="498697" y="87705"/>
                </a:lnTo>
                <a:lnTo>
                  <a:pt x="498597" y="87798"/>
                </a:lnTo>
                <a:lnTo>
                  <a:pt x="498511" y="87884"/>
                </a:lnTo>
                <a:lnTo>
                  <a:pt x="498360" y="87999"/>
                </a:lnTo>
                <a:lnTo>
                  <a:pt x="498101" y="88214"/>
                </a:lnTo>
                <a:lnTo>
                  <a:pt x="497771" y="88480"/>
                </a:lnTo>
                <a:lnTo>
                  <a:pt x="497405" y="88796"/>
                </a:lnTo>
                <a:lnTo>
                  <a:pt x="497003" y="89147"/>
                </a:lnTo>
                <a:lnTo>
                  <a:pt x="496573" y="89535"/>
                </a:lnTo>
                <a:lnTo>
                  <a:pt x="496121" y="89930"/>
                </a:lnTo>
                <a:lnTo>
                  <a:pt x="495654" y="90339"/>
                </a:lnTo>
                <a:lnTo>
                  <a:pt x="495180" y="90755"/>
                </a:lnTo>
                <a:lnTo>
                  <a:pt x="494714" y="91157"/>
                </a:lnTo>
                <a:lnTo>
                  <a:pt x="494269" y="91552"/>
                </a:lnTo>
                <a:lnTo>
                  <a:pt x="493838" y="91918"/>
                </a:lnTo>
                <a:lnTo>
                  <a:pt x="493444" y="92255"/>
                </a:lnTo>
                <a:lnTo>
                  <a:pt x="493077" y="92549"/>
                </a:lnTo>
                <a:lnTo>
                  <a:pt x="492769" y="92786"/>
                </a:lnTo>
                <a:lnTo>
                  <a:pt x="492640" y="92887"/>
                </a:lnTo>
                <a:lnTo>
                  <a:pt x="492518" y="92973"/>
                </a:lnTo>
                <a:lnTo>
                  <a:pt x="492410" y="93037"/>
                </a:lnTo>
                <a:lnTo>
                  <a:pt x="492317" y="93088"/>
                </a:lnTo>
                <a:lnTo>
                  <a:pt x="492238" y="93174"/>
                </a:lnTo>
                <a:lnTo>
                  <a:pt x="492101" y="93303"/>
                </a:lnTo>
                <a:lnTo>
                  <a:pt x="491922" y="93461"/>
                </a:lnTo>
                <a:lnTo>
                  <a:pt x="491700" y="93647"/>
                </a:lnTo>
                <a:lnTo>
                  <a:pt x="491140" y="94107"/>
                </a:lnTo>
                <a:lnTo>
                  <a:pt x="490451" y="94667"/>
                </a:lnTo>
                <a:lnTo>
                  <a:pt x="489654" y="95298"/>
                </a:lnTo>
                <a:lnTo>
                  <a:pt x="488786" y="95987"/>
                </a:lnTo>
                <a:lnTo>
                  <a:pt x="487860" y="96712"/>
                </a:lnTo>
                <a:lnTo>
                  <a:pt x="486905" y="97451"/>
                </a:lnTo>
                <a:lnTo>
                  <a:pt x="485951" y="98183"/>
                </a:lnTo>
                <a:lnTo>
                  <a:pt x="485018" y="98894"/>
                </a:lnTo>
                <a:lnTo>
                  <a:pt x="484135" y="99569"/>
                </a:lnTo>
                <a:lnTo>
                  <a:pt x="483324" y="100179"/>
                </a:lnTo>
                <a:lnTo>
                  <a:pt x="482621" y="100695"/>
                </a:lnTo>
                <a:lnTo>
                  <a:pt x="482032" y="101112"/>
                </a:lnTo>
                <a:lnTo>
                  <a:pt x="481795" y="101284"/>
                </a:lnTo>
                <a:lnTo>
                  <a:pt x="481601" y="101420"/>
                </a:lnTo>
                <a:lnTo>
                  <a:pt x="481451" y="101506"/>
                </a:lnTo>
                <a:lnTo>
                  <a:pt x="481343" y="101571"/>
                </a:lnTo>
                <a:lnTo>
                  <a:pt x="481106" y="101765"/>
                </a:lnTo>
                <a:lnTo>
                  <a:pt x="480733" y="102045"/>
                </a:lnTo>
                <a:lnTo>
                  <a:pt x="480245" y="102396"/>
                </a:lnTo>
                <a:lnTo>
                  <a:pt x="479671" y="102805"/>
                </a:lnTo>
                <a:lnTo>
                  <a:pt x="479011" y="103265"/>
                </a:lnTo>
                <a:lnTo>
                  <a:pt x="478314" y="103760"/>
                </a:lnTo>
                <a:lnTo>
                  <a:pt x="477568" y="104269"/>
                </a:lnTo>
                <a:lnTo>
                  <a:pt x="476814" y="104786"/>
                </a:lnTo>
                <a:lnTo>
                  <a:pt x="476054" y="105303"/>
                </a:lnTo>
                <a:lnTo>
                  <a:pt x="475314" y="105798"/>
                </a:lnTo>
                <a:lnTo>
                  <a:pt x="474618" y="106265"/>
                </a:lnTo>
                <a:lnTo>
                  <a:pt x="473979" y="106681"/>
                </a:lnTo>
                <a:lnTo>
                  <a:pt x="473420" y="107033"/>
                </a:lnTo>
                <a:lnTo>
                  <a:pt x="472953" y="107327"/>
                </a:lnTo>
                <a:lnTo>
                  <a:pt x="472752" y="107442"/>
                </a:lnTo>
                <a:lnTo>
                  <a:pt x="472601" y="107528"/>
                </a:lnTo>
                <a:lnTo>
                  <a:pt x="472465" y="107592"/>
                </a:lnTo>
                <a:lnTo>
                  <a:pt x="472379" y="107636"/>
                </a:lnTo>
                <a:lnTo>
                  <a:pt x="472307" y="107707"/>
                </a:lnTo>
                <a:lnTo>
                  <a:pt x="472171" y="107808"/>
                </a:lnTo>
                <a:lnTo>
                  <a:pt x="471991" y="107930"/>
                </a:lnTo>
                <a:lnTo>
                  <a:pt x="471762" y="108088"/>
                </a:lnTo>
                <a:lnTo>
                  <a:pt x="471180" y="108454"/>
                </a:lnTo>
                <a:lnTo>
                  <a:pt x="470441" y="108920"/>
                </a:lnTo>
                <a:lnTo>
                  <a:pt x="469580" y="109444"/>
                </a:lnTo>
                <a:lnTo>
                  <a:pt x="468625" y="110011"/>
                </a:lnTo>
                <a:lnTo>
                  <a:pt x="467606" y="110607"/>
                </a:lnTo>
                <a:lnTo>
                  <a:pt x="466537" y="111231"/>
                </a:lnTo>
                <a:lnTo>
                  <a:pt x="465460" y="111848"/>
                </a:lnTo>
                <a:lnTo>
                  <a:pt x="464405" y="112459"/>
                </a:lnTo>
                <a:lnTo>
                  <a:pt x="463386" y="113025"/>
                </a:lnTo>
                <a:lnTo>
                  <a:pt x="462439" y="113549"/>
                </a:lnTo>
                <a:lnTo>
                  <a:pt x="461585" y="114016"/>
                </a:lnTo>
                <a:lnTo>
                  <a:pt x="460867" y="114396"/>
                </a:lnTo>
                <a:lnTo>
                  <a:pt x="460558" y="114561"/>
                </a:lnTo>
                <a:lnTo>
                  <a:pt x="460300" y="114683"/>
                </a:lnTo>
                <a:lnTo>
                  <a:pt x="460078" y="114791"/>
                </a:lnTo>
                <a:lnTo>
                  <a:pt x="459905" y="114863"/>
                </a:lnTo>
                <a:lnTo>
                  <a:pt x="459647" y="115021"/>
                </a:lnTo>
                <a:lnTo>
                  <a:pt x="459389" y="115179"/>
                </a:lnTo>
                <a:lnTo>
                  <a:pt x="459109" y="115329"/>
                </a:lnTo>
                <a:lnTo>
                  <a:pt x="458822" y="115487"/>
                </a:lnTo>
                <a:lnTo>
                  <a:pt x="458219" y="115781"/>
                </a:lnTo>
                <a:lnTo>
                  <a:pt x="457594" y="116076"/>
                </a:lnTo>
                <a:lnTo>
                  <a:pt x="456970" y="116370"/>
                </a:lnTo>
                <a:lnTo>
                  <a:pt x="456345" y="116657"/>
                </a:lnTo>
                <a:lnTo>
                  <a:pt x="455750" y="116930"/>
                </a:lnTo>
                <a:lnTo>
                  <a:pt x="455183" y="117210"/>
                </a:lnTo>
                <a:lnTo>
                  <a:pt x="454889" y="117360"/>
                </a:lnTo>
                <a:lnTo>
                  <a:pt x="454587" y="117497"/>
                </a:lnTo>
                <a:lnTo>
                  <a:pt x="454286" y="117640"/>
                </a:lnTo>
                <a:lnTo>
                  <a:pt x="453984" y="117770"/>
                </a:lnTo>
                <a:lnTo>
                  <a:pt x="453690" y="117913"/>
                </a:lnTo>
                <a:lnTo>
                  <a:pt x="453381" y="118042"/>
                </a:lnTo>
                <a:lnTo>
                  <a:pt x="453080" y="118171"/>
                </a:lnTo>
                <a:lnTo>
                  <a:pt x="452786" y="118315"/>
                </a:lnTo>
                <a:lnTo>
                  <a:pt x="452520" y="118437"/>
                </a:lnTo>
                <a:lnTo>
                  <a:pt x="452226" y="118581"/>
                </a:lnTo>
                <a:lnTo>
                  <a:pt x="451896" y="118731"/>
                </a:lnTo>
                <a:lnTo>
                  <a:pt x="451551" y="118889"/>
                </a:lnTo>
                <a:lnTo>
                  <a:pt x="451214" y="119047"/>
                </a:lnTo>
                <a:lnTo>
                  <a:pt x="450884" y="119176"/>
                </a:lnTo>
                <a:lnTo>
                  <a:pt x="450575" y="119291"/>
                </a:lnTo>
                <a:lnTo>
                  <a:pt x="450310" y="119377"/>
                </a:lnTo>
                <a:lnTo>
                  <a:pt x="449965" y="119557"/>
                </a:lnTo>
                <a:lnTo>
                  <a:pt x="449578" y="119729"/>
                </a:lnTo>
                <a:lnTo>
                  <a:pt x="449168" y="119908"/>
                </a:lnTo>
                <a:lnTo>
                  <a:pt x="448745" y="120081"/>
                </a:lnTo>
                <a:lnTo>
                  <a:pt x="448307" y="120253"/>
                </a:lnTo>
                <a:lnTo>
                  <a:pt x="447884" y="120418"/>
                </a:lnTo>
                <a:lnTo>
                  <a:pt x="447467" y="120569"/>
                </a:lnTo>
                <a:lnTo>
                  <a:pt x="447094" y="120726"/>
                </a:lnTo>
                <a:lnTo>
                  <a:pt x="446743" y="120870"/>
                </a:lnTo>
                <a:lnTo>
                  <a:pt x="446262" y="121057"/>
                </a:lnTo>
                <a:lnTo>
                  <a:pt x="445688" y="121286"/>
                </a:lnTo>
                <a:lnTo>
                  <a:pt x="445034" y="121559"/>
                </a:lnTo>
                <a:lnTo>
                  <a:pt x="444302" y="121846"/>
                </a:lnTo>
                <a:lnTo>
                  <a:pt x="443520" y="122162"/>
                </a:lnTo>
                <a:lnTo>
                  <a:pt x="442716" y="122485"/>
                </a:lnTo>
                <a:lnTo>
                  <a:pt x="441905" y="122815"/>
                </a:lnTo>
                <a:lnTo>
                  <a:pt x="441087" y="123131"/>
                </a:lnTo>
                <a:lnTo>
                  <a:pt x="440298" y="123447"/>
                </a:lnTo>
                <a:lnTo>
                  <a:pt x="439558" y="123734"/>
                </a:lnTo>
                <a:lnTo>
                  <a:pt x="438884" y="123999"/>
                </a:lnTo>
                <a:lnTo>
                  <a:pt x="438281" y="124222"/>
                </a:lnTo>
                <a:lnTo>
                  <a:pt x="437778" y="124401"/>
                </a:lnTo>
                <a:lnTo>
                  <a:pt x="437405" y="124530"/>
                </a:lnTo>
                <a:lnTo>
                  <a:pt x="437154" y="124602"/>
                </a:lnTo>
                <a:lnTo>
                  <a:pt x="437039" y="124660"/>
                </a:lnTo>
                <a:lnTo>
                  <a:pt x="436853" y="124753"/>
                </a:lnTo>
                <a:lnTo>
                  <a:pt x="436594" y="124868"/>
                </a:lnTo>
                <a:lnTo>
                  <a:pt x="436278" y="124990"/>
                </a:lnTo>
                <a:lnTo>
                  <a:pt x="435503" y="125284"/>
                </a:lnTo>
                <a:lnTo>
                  <a:pt x="434635" y="125607"/>
                </a:lnTo>
                <a:lnTo>
                  <a:pt x="433738" y="125915"/>
                </a:lnTo>
                <a:lnTo>
                  <a:pt x="432912" y="126217"/>
                </a:lnTo>
                <a:lnTo>
                  <a:pt x="432231" y="126454"/>
                </a:lnTo>
                <a:lnTo>
                  <a:pt x="431786" y="126597"/>
                </a:lnTo>
                <a:lnTo>
                  <a:pt x="430673" y="126971"/>
                </a:lnTo>
                <a:lnTo>
                  <a:pt x="429582" y="127329"/>
                </a:lnTo>
                <a:lnTo>
                  <a:pt x="428499" y="127674"/>
                </a:lnTo>
                <a:lnTo>
                  <a:pt x="427422" y="128011"/>
                </a:lnTo>
                <a:lnTo>
                  <a:pt x="426360" y="128341"/>
                </a:lnTo>
                <a:lnTo>
                  <a:pt x="425283" y="128664"/>
                </a:lnTo>
                <a:lnTo>
                  <a:pt x="424214" y="128966"/>
                </a:lnTo>
                <a:lnTo>
                  <a:pt x="423137" y="129253"/>
                </a:lnTo>
                <a:lnTo>
                  <a:pt x="422599" y="129389"/>
                </a:lnTo>
                <a:lnTo>
                  <a:pt x="422054" y="129533"/>
                </a:lnTo>
                <a:lnTo>
                  <a:pt x="421508" y="129662"/>
                </a:lnTo>
                <a:lnTo>
                  <a:pt x="420970" y="129784"/>
                </a:lnTo>
                <a:lnTo>
                  <a:pt x="420417" y="129913"/>
                </a:lnTo>
                <a:lnTo>
                  <a:pt x="419857" y="130035"/>
                </a:lnTo>
                <a:lnTo>
                  <a:pt x="419312" y="130150"/>
                </a:lnTo>
                <a:lnTo>
                  <a:pt x="418752" y="130265"/>
                </a:lnTo>
                <a:lnTo>
                  <a:pt x="418185" y="130372"/>
                </a:lnTo>
                <a:lnTo>
                  <a:pt x="417611" y="130466"/>
                </a:lnTo>
                <a:lnTo>
                  <a:pt x="417044" y="130566"/>
                </a:lnTo>
                <a:lnTo>
                  <a:pt x="416463" y="130667"/>
                </a:lnTo>
                <a:lnTo>
                  <a:pt x="415881" y="130753"/>
                </a:lnTo>
                <a:lnTo>
                  <a:pt x="415286" y="130839"/>
                </a:lnTo>
                <a:lnTo>
                  <a:pt x="414690" y="130911"/>
                </a:lnTo>
                <a:lnTo>
                  <a:pt x="414087" y="130983"/>
                </a:lnTo>
                <a:lnTo>
                  <a:pt x="413664" y="131033"/>
                </a:lnTo>
                <a:lnTo>
                  <a:pt x="413226" y="131083"/>
                </a:lnTo>
                <a:lnTo>
                  <a:pt x="412795" y="131133"/>
                </a:lnTo>
                <a:lnTo>
                  <a:pt x="412365" y="131176"/>
                </a:lnTo>
                <a:lnTo>
                  <a:pt x="411927" y="131219"/>
                </a:lnTo>
                <a:lnTo>
                  <a:pt x="411496" y="131248"/>
                </a:lnTo>
                <a:lnTo>
                  <a:pt x="411058" y="131284"/>
                </a:lnTo>
                <a:lnTo>
                  <a:pt x="410621" y="131313"/>
                </a:lnTo>
                <a:lnTo>
                  <a:pt x="410176" y="131341"/>
                </a:lnTo>
                <a:lnTo>
                  <a:pt x="409745" y="131363"/>
                </a:lnTo>
                <a:lnTo>
                  <a:pt x="409307" y="131377"/>
                </a:lnTo>
                <a:lnTo>
                  <a:pt x="408862" y="131399"/>
                </a:lnTo>
                <a:lnTo>
                  <a:pt x="408432" y="131406"/>
                </a:lnTo>
                <a:lnTo>
                  <a:pt x="407994" y="131413"/>
                </a:lnTo>
                <a:lnTo>
                  <a:pt x="407556" y="131413"/>
                </a:lnTo>
                <a:lnTo>
                  <a:pt x="407133" y="131406"/>
                </a:lnTo>
                <a:lnTo>
                  <a:pt x="406910" y="131406"/>
                </a:lnTo>
                <a:lnTo>
                  <a:pt x="406702" y="131399"/>
                </a:lnTo>
                <a:lnTo>
                  <a:pt x="406494" y="131377"/>
                </a:lnTo>
                <a:lnTo>
                  <a:pt x="406286" y="131363"/>
                </a:lnTo>
                <a:lnTo>
                  <a:pt x="406092" y="131341"/>
                </a:lnTo>
                <a:lnTo>
                  <a:pt x="405891" y="131313"/>
                </a:lnTo>
                <a:lnTo>
                  <a:pt x="405697" y="131284"/>
                </a:lnTo>
                <a:lnTo>
                  <a:pt x="405503" y="131248"/>
                </a:lnTo>
                <a:lnTo>
                  <a:pt x="405130" y="131176"/>
                </a:lnTo>
                <a:lnTo>
                  <a:pt x="404764" y="131083"/>
                </a:lnTo>
                <a:lnTo>
                  <a:pt x="404412" y="130975"/>
                </a:lnTo>
                <a:lnTo>
                  <a:pt x="404068" y="130853"/>
                </a:lnTo>
                <a:lnTo>
                  <a:pt x="403738" y="130724"/>
                </a:lnTo>
                <a:lnTo>
                  <a:pt x="403422" y="130581"/>
                </a:lnTo>
                <a:lnTo>
                  <a:pt x="403106" y="130437"/>
                </a:lnTo>
                <a:lnTo>
                  <a:pt x="402805" y="130272"/>
                </a:lnTo>
                <a:lnTo>
                  <a:pt x="402511" y="130100"/>
                </a:lnTo>
                <a:lnTo>
                  <a:pt x="402216" y="129920"/>
                </a:lnTo>
                <a:lnTo>
                  <a:pt x="401936" y="129727"/>
                </a:lnTo>
                <a:lnTo>
                  <a:pt x="401656" y="129533"/>
                </a:lnTo>
                <a:lnTo>
                  <a:pt x="401420" y="129353"/>
                </a:lnTo>
                <a:lnTo>
                  <a:pt x="401183" y="129174"/>
                </a:lnTo>
                <a:lnTo>
                  <a:pt x="400967" y="128973"/>
                </a:lnTo>
                <a:lnTo>
                  <a:pt x="400738" y="128779"/>
                </a:lnTo>
                <a:lnTo>
                  <a:pt x="400515" y="128571"/>
                </a:lnTo>
                <a:lnTo>
                  <a:pt x="400300" y="128356"/>
                </a:lnTo>
                <a:lnTo>
                  <a:pt x="400085" y="128133"/>
                </a:lnTo>
                <a:lnTo>
                  <a:pt x="399869" y="127911"/>
                </a:lnTo>
                <a:lnTo>
                  <a:pt x="399668" y="127674"/>
                </a:lnTo>
                <a:lnTo>
                  <a:pt x="399460" y="127437"/>
                </a:lnTo>
                <a:lnTo>
                  <a:pt x="399267" y="127193"/>
                </a:lnTo>
                <a:lnTo>
                  <a:pt x="399066" y="126942"/>
                </a:lnTo>
                <a:lnTo>
                  <a:pt x="398872" y="126683"/>
                </a:lnTo>
                <a:lnTo>
                  <a:pt x="398678" y="126418"/>
                </a:lnTo>
                <a:lnTo>
                  <a:pt x="398491" y="126145"/>
                </a:lnTo>
                <a:lnTo>
                  <a:pt x="398305" y="125872"/>
                </a:lnTo>
                <a:lnTo>
                  <a:pt x="398125" y="125593"/>
                </a:lnTo>
                <a:lnTo>
                  <a:pt x="397946" y="125305"/>
                </a:lnTo>
                <a:lnTo>
                  <a:pt x="397767" y="125004"/>
                </a:lnTo>
                <a:lnTo>
                  <a:pt x="397594" y="124710"/>
                </a:lnTo>
                <a:lnTo>
                  <a:pt x="397422" y="124408"/>
                </a:lnTo>
                <a:lnTo>
                  <a:pt x="397250" y="124093"/>
                </a:lnTo>
                <a:lnTo>
                  <a:pt x="397092" y="123784"/>
                </a:lnTo>
                <a:lnTo>
                  <a:pt x="396927" y="123461"/>
                </a:lnTo>
                <a:lnTo>
                  <a:pt x="396769" y="123131"/>
                </a:lnTo>
                <a:lnTo>
                  <a:pt x="396611" y="122808"/>
                </a:lnTo>
                <a:lnTo>
                  <a:pt x="396453" y="122471"/>
                </a:lnTo>
                <a:lnTo>
                  <a:pt x="396302" y="122133"/>
                </a:lnTo>
                <a:lnTo>
                  <a:pt x="396001" y="121437"/>
                </a:lnTo>
                <a:lnTo>
                  <a:pt x="395714" y="120726"/>
                </a:lnTo>
                <a:lnTo>
                  <a:pt x="395477" y="120109"/>
                </a:lnTo>
                <a:lnTo>
                  <a:pt x="395240" y="119470"/>
                </a:lnTo>
                <a:lnTo>
                  <a:pt x="395003" y="118825"/>
                </a:lnTo>
                <a:lnTo>
                  <a:pt x="394774" y="118143"/>
                </a:lnTo>
                <a:lnTo>
                  <a:pt x="394544" y="117454"/>
                </a:lnTo>
                <a:lnTo>
                  <a:pt x="394322" y="116743"/>
                </a:lnTo>
                <a:lnTo>
                  <a:pt x="394099" y="116018"/>
                </a:lnTo>
                <a:lnTo>
                  <a:pt x="393877" y="115293"/>
                </a:lnTo>
                <a:lnTo>
                  <a:pt x="393661" y="114540"/>
                </a:lnTo>
                <a:lnTo>
                  <a:pt x="393453" y="113786"/>
                </a:lnTo>
                <a:lnTo>
                  <a:pt x="393238" y="113018"/>
                </a:lnTo>
                <a:lnTo>
                  <a:pt x="393030" y="112243"/>
                </a:lnTo>
                <a:lnTo>
                  <a:pt x="392836" y="111461"/>
                </a:lnTo>
                <a:lnTo>
                  <a:pt x="392628" y="110671"/>
                </a:lnTo>
                <a:lnTo>
                  <a:pt x="392441" y="109889"/>
                </a:lnTo>
                <a:lnTo>
                  <a:pt x="392240" y="109092"/>
                </a:lnTo>
                <a:lnTo>
                  <a:pt x="391874" y="107506"/>
                </a:lnTo>
                <a:lnTo>
                  <a:pt x="391530" y="105913"/>
                </a:lnTo>
                <a:lnTo>
                  <a:pt x="391192" y="104341"/>
                </a:lnTo>
                <a:lnTo>
                  <a:pt x="390877" y="102791"/>
                </a:lnTo>
                <a:lnTo>
                  <a:pt x="390582" y="101269"/>
                </a:lnTo>
                <a:lnTo>
                  <a:pt x="390317" y="99798"/>
                </a:lnTo>
                <a:lnTo>
                  <a:pt x="390066" y="98377"/>
                </a:lnTo>
                <a:lnTo>
                  <a:pt x="389836" y="97028"/>
                </a:lnTo>
                <a:lnTo>
                  <a:pt x="389714" y="96217"/>
                </a:lnTo>
                <a:lnTo>
                  <a:pt x="389585" y="95406"/>
                </a:lnTo>
                <a:lnTo>
                  <a:pt x="389463" y="94595"/>
                </a:lnTo>
                <a:lnTo>
                  <a:pt x="389348" y="93777"/>
                </a:lnTo>
                <a:lnTo>
                  <a:pt x="389226" y="92966"/>
                </a:lnTo>
                <a:lnTo>
                  <a:pt x="389125" y="92147"/>
                </a:lnTo>
                <a:lnTo>
                  <a:pt x="389018" y="91329"/>
                </a:lnTo>
                <a:lnTo>
                  <a:pt x="388910" y="90511"/>
                </a:lnTo>
                <a:lnTo>
                  <a:pt x="388810" y="89700"/>
                </a:lnTo>
                <a:lnTo>
                  <a:pt x="388709" y="88875"/>
                </a:lnTo>
                <a:lnTo>
                  <a:pt x="388623" y="88056"/>
                </a:lnTo>
                <a:lnTo>
                  <a:pt x="388530" y="87231"/>
                </a:lnTo>
                <a:lnTo>
                  <a:pt x="388444" y="86413"/>
                </a:lnTo>
                <a:lnTo>
                  <a:pt x="388357" y="85595"/>
                </a:lnTo>
                <a:lnTo>
                  <a:pt x="388279" y="84769"/>
                </a:lnTo>
                <a:lnTo>
                  <a:pt x="388200" y="83951"/>
                </a:lnTo>
                <a:lnTo>
                  <a:pt x="388121" y="83076"/>
                </a:lnTo>
                <a:lnTo>
                  <a:pt x="388049" y="82207"/>
                </a:lnTo>
                <a:lnTo>
                  <a:pt x="387984" y="81339"/>
                </a:lnTo>
                <a:lnTo>
                  <a:pt x="387912" y="80478"/>
                </a:lnTo>
                <a:lnTo>
                  <a:pt x="387855" y="79602"/>
                </a:lnTo>
                <a:lnTo>
                  <a:pt x="387798" y="78741"/>
                </a:lnTo>
                <a:lnTo>
                  <a:pt x="387740" y="77879"/>
                </a:lnTo>
                <a:lnTo>
                  <a:pt x="387697" y="77018"/>
                </a:lnTo>
                <a:lnTo>
                  <a:pt x="387647" y="76157"/>
                </a:lnTo>
                <a:lnTo>
                  <a:pt x="387597" y="75289"/>
                </a:lnTo>
                <a:lnTo>
                  <a:pt x="387546" y="74420"/>
                </a:lnTo>
                <a:lnTo>
                  <a:pt x="387503" y="73559"/>
                </a:lnTo>
                <a:lnTo>
                  <a:pt x="387453" y="72690"/>
                </a:lnTo>
                <a:lnTo>
                  <a:pt x="387403" y="71815"/>
                </a:lnTo>
                <a:lnTo>
                  <a:pt x="387360" y="70946"/>
                </a:lnTo>
                <a:lnTo>
                  <a:pt x="387310" y="70071"/>
                </a:lnTo>
                <a:lnTo>
                  <a:pt x="387281" y="69482"/>
                </a:lnTo>
                <a:lnTo>
                  <a:pt x="387259" y="68894"/>
                </a:lnTo>
                <a:lnTo>
                  <a:pt x="387231" y="68312"/>
                </a:lnTo>
                <a:lnTo>
                  <a:pt x="387223" y="67731"/>
                </a:lnTo>
                <a:lnTo>
                  <a:pt x="387216" y="67135"/>
                </a:lnTo>
                <a:lnTo>
                  <a:pt x="387209" y="66554"/>
                </a:lnTo>
                <a:lnTo>
                  <a:pt x="387209" y="65958"/>
                </a:lnTo>
                <a:lnTo>
                  <a:pt x="387209" y="65377"/>
                </a:lnTo>
                <a:lnTo>
                  <a:pt x="387231" y="64207"/>
                </a:lnTo>
                <a:lnTo>
                  <a:pt x="387267" y="63030"/>
                </a:lnTo>
                <a:lnTo>
                  <a:pt x="387310" y="61860"/>
                </a:lnTo>
                <a:lnTo>
                  <a:pt x="387367" y="60690"/>
                </a:lnTo>
                <a:lnTo>
                  <a:pt x="387432" y="59520"/>
                </a:lnTo>
                <a:lnTo>
                  <a:pt x="387511" y="58351"/>
                </a:lnTo>
                <a:lnTo>
                  <a:pt x="387597" y="57181"/>
                </a:lnTo>
                <a:lnTo>
                  <a:pt x="387676" y="56018"/>
                </a:lnTo>
                <a:lnTo>
                  <a:pt x="387776" y="54855"/>
                </a:lnTo>
                <a:lnTo>
                  <a:pt x="387869" y="53693"/>
                </a:lnTo>
                <a:lnTo>
                  <a:pt x="387963" y="52530"/>
                </a:lnTo>
                <a:lnTo>
                  <a:pt x="388063" y="51375"/>
                </a:lnTo>
                <a:lnTo>
                  <a:pt x="388121" y="50542"/>
                </a:lnTo>
                <a:lnTo>
                  <a:pt x="388192" y="49717"/>
                </a:lnTo>
                <a:lnTo>
                  <a:pt x="388271" y="48884"/>
                </a:lnTo>
                <a:lnTo>
                  <a:pt x="388357" y="48066"/>
                </a:lnTo>
                <a:lnTo>
                  <a:pt x="388451" y="47233"/>
                </a:lnTo>
                <a:lnTo>
                  <a:pt x="388537" y="46415"/>
                </a:lnTo>
                <a:lnTo>
                  <a:pt x="388637" y="45590"/>
                </a:lnTo>
                <a:lnTo>
                  <a:pt x="388745" y="44772"/>
                </a:lnTo>
                <a:lnTo>
                  <a:pt x="388853" y="43953"/>
                </a:lnTo>
                <a:lnTo>
                  <a:pt x="388960" y="43128"/>
                </a:lnTo>
                <a:lnTo>
                  <a:pt x="389068" y="42317"/>
                </a:lnTo>
                <a:lnTo>
                  <a:pt x="389183" y="41492"/>
                </a:lnTo>
                <a:lnTo>
                  <a:pt x="389283" y="40681"/>
                </a:lnTo>
                <a:lnTo>
                  <a:pt x="389391" y="39870"/>
                </a:lnTo>
                <a:lnTo>
                  <a:pt x="389506" y="39059"/>
                </a:lnTo>
                <a:lnTo>
                  <a:pt x="389613" y="38241"/>
                </a:lnTo>
                <a:lnTo>
                  <a:pt x="389692" y="37702"/>
                </a:lnTo>
                <a:lnTo>
                  <a:pt x="389764" y="37157"/>
                </a:lnTo>
                <a:lnTo>
                  <a:pt x="389843" y="36604"/>
                </a:lnTo>
                <a:lnTo>
                  <a:pt x="389936" y="36059"/>
                </a:lnTo>
                <a:lnTo>
                  <a:pt x="390023" y="35499"/>
                </a:lnTo>
                <a:lnTo>
                  <a:pt x="390116" y="34939"/>
                </a:lnTo>
                <a:lnTo>
                  <a:pt x="390216" y="34386"/>
                </a:lnTo>
                <a:lnTo>
                  <a:pt x="390317" y="33834"/>
                </a:lnTo>
                <a:lnTo>
                  <a:pt x="390417" y="33274"/>
                </a:lnTo>
                <a:lnTo>
                  <a:pt x="390518" y="32721"/>
                </a:lnTo>
                <a:lnTo>
                  <a:pt x="390625" y="32176"/>
                </a:lnTo>
                <a:lnTo>
                  <a:pt x="390733" y="31623"/>
                </a:lnTo>
                <a:lnTo>
                  <a:pt x="390841" y="31078"/>
                </a:lnTo>
                <a:lnTo>
                  <a:pt x="390956" y="30547"/>
                </a:lnTo>
                <a:lnTo>
                  <a:pt x="391063" y="30016"/>
                </a:lnTo>
                <a:lnTo>
                  <a:pt x="391178" y="29484"/>
                </a:lnTo>
                <a:lnTo>
                  <a:pt x="391293" y="28946"/>
                </a:lnTo>
                <a:lnTo>
                  <a:pt x="391408" y="28422"/>
                </a:lnTo>
                <a:lnTo>
                  <a:pt x="391523" y="27891"/>
                </a:lnTo>
                <a:lnTo>
                  <a:pt x="391637" y="27367"/>
                </a:lnTo>
                <a:lnTo>
                  <a:pt x="391752" y="26843"/>
                </a:lnTo>
                <a:lnTo>
                  <a:pt x="391867" y="26319"/>
                </a:lnTo>
                <a:lnTo>
                  <a:pt x="391989" y="25788"/>
                </a:lnTo>
                <a:lnTo>
                  <a:pt x="392111" y="25257"/>
                </a:lnTo>
                <a:lnTo>
                  <a:pt x="392204" y="24841"/>
                </a:lnTo>
                <a:lnTo>
                  <a:pt x="392319" y="24331"/>
                </a:lnTo>
                <a:lnTo>
                  <a:pt x="392448" y="23757"/>
                </a:lnTo>
                <a:lnTo>
                  <a:pt x="392585" y="23147"/>
                </a:lnTo>
                <a:lnTo>
                  <a:pt x="392735" y="22551"/>
                </a:lnTo>
                <a:lnTo>
                  <a:pt x="392879" y="22013"/>
                </a:lnTo>
                <a:lnTo>
                  <a:pt x="392951" y="21769"/>
                </a:lnTo>
                <a:lnTo>
                  <a:pt x="393015" y="21554"/>
                </a:lnTo>
                <a:lnTo>
                  <a:pt x="393080" y="21367"/>
                </a:lnTo>
                <a:lnTo>
                  <a:pt x="393145" y="21209"/>
                </a:lnTo>
                <a:lnTo>
                  <a:pt x="393209" y="20858"/>
                </a:lnTo>
                <a:lnTo>
                  <a:pt x="393302" y="20470"/>
                </a:lnTo>
                <a:lnTo>
                  <a:pt x="393410" y="20075"/>
                </a:lnTo>
                <a:lnTo>
                  <a:pt x="393525" y="19666"/>
                </a:lnTo>
                <a:lnTo>
                  <a:pt x="393640" y="19250"/>
                </a:lnTo>
                <a:lnTo>
                  <a:pt x="393762" y="18848"/>
                </a:lnTo>
                <a:lnTo>
                  <a:pt x="393877" y="18468"/>
                </a:lnTo>
                <a:lnTo>
                  <a:pt x="393984" y="18109"/>
                </a:lnTo>
                <a:lnTo>
                  <a:pt x="394099" y="17736"/>
                </a:lnTo>
                <a:lnTo>
                  <a:pt x="394214" y="17355"/>
                </a:lnTo>
                <a:lnTo>
                  <a:pt x="394329" y="16989"/>
                </a:lnTo>
                <a:lnTo>
                  <a:pt x="394444" y="16616"/>
                </a:lnTo>
                <a:lnTo>
                  <a:pt x="394551" y="16250"/>
                </a:lnTo>
                <a:lnTo>
                  <a:pt x="394666" y="15884"/>
                </a:lnTo>
                <a:lnTo>
                  <a:pt x="394781" y="15518"/>
                </a:lnTo>
                <a:lnTo>
                  <a:pt x="394896" y="15145"/>
                </a:lnTo>
                <a:lnTo>
                  <a:pt x="395111" y="14470"/>
                </a:lnTo>
                <a:lnTo>
                  <a:pt x="395341" y="13745"/>
                </a:lnTo>
                <a:lnTo>
                  <a:pt x="395585" y="12977"/>
                </a:lnTo>
                <a:lnTo>
                  <a:pt x="395850" y="12216"/>
                </a:lnTo>
                <a:lnTo>
                  <a:pt x="395979" y="11829"/>
                </a:lnTo>
                <a:lnTo>
                  <a:pt x="396116" y="11456"/>
                </a:lnTo>
                <a:lnTo>
                  <a:pt x="396259" y="11090"/>
                </a:lnTo>
                <a:lnTo>
                  <a:pt x="396396" y="10738"/>
                </a:lnTo>
                <a:lnTo>
                  <a:pt x="396539" y="10401"/>
                </a:lnTo>
                <a:lnTo>
                  <a:pt x="396683" y="10078"/>
                </a:lnTo>
                <a:lnTo>
                  <a:pt x="396826" y="9776"/>
                </a:lnTo>
                <a:lnTo>
                  <a:pt x="396963" y="9496"/>
                </a:lnTo>
                <a:lnTo>
                  <a:pt x="397020" y="9338"/>
                </a:lnTo>
                <a:lnTo>
                  <a:pt x="397092" y="9166"/>
                </a:lnTo>
                <a:lnTo>
                  <a:pt x="397164" y="8987"/>
                </a:lnTo>
                <a:lnTo>
                  <a:pt x="397243" y="8800"/>
                </a:lnTo>
                <a:lnTo>
                  <a:pt x="397436" y="8398"/>
                </a:lnTo>
                <a:lnTo>
                  <a:pt x="397645" y="7975"/>
                </a:lnTo>
                <a:lnTo>
                  <a:pt x="397889" y="7544"/>
                </a:lnTo>
                <a:lnTo>
                  <a:pt x="398147" y="7092"/>
                </a:lnTo>
                <a:lnTo>
                  <a:pt x="398412" y="6647"/>
                </a:lnTo>
                <a:lnTo>
                  <a:pt x="398692" y="6195"/>
                </a:lnTo>
                <a:lnTo>
                  <a:pt x="398972" y="5757"/>
                </a:lnTo>
                <a:lnTo>
                  <a:pt x="399259" y="5341"/>
                </a:lnTo>
                <a:lnTo>
                  <a:pt x="399532" y="4946"/>
                </a:lnTo>
                <a:lnTo>
                  <a:pt x="399798" y="4573"/>
                </a:lnTo>
                <a:lnTo>
                  <a:pt x="400056" y="4250"/>
                </a:lnTo>
                <a:lnTo>
                  <a:pt x="400293" y="3949"/>
                </a:lnTo>
                <a:lnTo>
                  <a:pt x="400401" y="3826"/>
                </a:lnTo>
                <a:lnTo>
                  <a:pt x="400508" y="3712"/>
                </a:lnTo>
                <a:lnTo>
                  <a:pt x="400601" y="3618"/>
                </a:lnTo>
                <a:lnTo>
                  <a:pt x="400688" y="3525"/>
                </a:lnTo>
                <a:lnTo>
                  <a:pt x="401039" y="3202"/>
                </a:lnTo>
                <a:lnTo>
                  <a:pt x="401334" y="2908"/>
                </a:lnTo>
                <a:lnTo>
                  <a:pt x="401613" y="2635"/>
                </a:lnTo>
                <a:lnTo>
                  <a:pt x="401893" y="2384"/>
                </a:lnTo>
                <a:lnTo>
                  <a:pt x="402030" y="2262"/>
                </a:lnTo>
                <a:lnTo>
                  <a:pt x="402180" y="2140"/>
                </a:lnTo>
                <a:lnTo>
                  <a:pt x="402338" y="2011"/>
                </a:lnTo>
                <a:lnTo>
                  <a:pt x="402511" y="1882"/>
                </a:lnTo>
                <a:lnTo>
                  <a:pt x="402697" y="1752"/>
                </a:lnTo>
                <a:lnTo>
                  <a:pt x="402905" y="1609"/>
                </a:lnTo>
                <a:lnTo>
                  <a:pt x="403128" y="1472"/>
                </a:lnTo>
                <a:lnTo>
                  <a:pt x="403372" y="1322"/>
                </a:lnTo>
                <a:lnTo>
                  <a:pt x="403558" y="1214"/>
                </a:lnTo>
                <a:lnTo>
                  <a:pt x="403759" y="1099"/>
                </a:lnTo>
                <a:lnTo>
                  <a:pt x="403953" y="992"/>
                </a:lnTo>
                <a:lnTo>
                  <a:pt x="404168" y="898"/>
                </a:lnTo>
                <a:lnTo>
                  <a:pt x="404384" y="798"/>
                </a:lnTo>
                <a:lnTo>
                  <a:pt x="404599" y="697"/>
                </a:lnTo>
                <a:lnTo>
                  <a:pt x="404822" y="611"/>
                </a:lnTo>
                <a:lnTo>
                  <a:pt x="405051" y="525"/>
                </a:lnTo>
                <a:lnTo>
                  <a:pt x="405281" y="453"/>
                </a:lnTo>
                <a:lnTo>
                  <a:pt x="405525" y="382"/>
                </a:lnTo>
                <a:lnTo>
                  <a:pt x="405769" y="310"/>
                </a:lnTo>
                <a:lnTo>
                  <a:pt x="406013" y="252"/>
                </a:lnTo>
                <a:lnTo>
                  <a:pt x="406264" y="209"/>
                </a:lnTo>
                <a:lnTo>
                  <a:pt x="406508" y="173"/>
                </a:lnTo>
                <a:lnTo>
                  <a:pt x="406759" y="137"/>
                </a:lnTo>
                <a:lnTo>
                  <a:pt x="407025" y="123"/>
                </a:lnTo>
                <a:lnTo>
                  <a:pt x="407161" y="80"/>
                </a:lnTo>
                <a:lnTo>
                  <a:pt x="407348" y="51"/>
                </a:lnTo>
                <a:lnTo>
                  <a:pt x="407549" y="23"/>
                </a:lnTo>
                <a:lnTo>
                  <a:pt x="407800" y="8"/>
                </a:lnTo>
                <a:close/>
                <a:moveTo>
                  <a:pt x="214476" y="1"/>
                </a:moveTo>
                <a:lnTo>
                  <a:pt x="214770" y="1"/>
                </a:lnTo>
                <a:lnTo>
                  <a:pt x="215093" y="8"/>
                </a:lnTo>
                <a:lnTo>
                  <a:pt x="215445" y="15"/>
                </a:lnTo>
                <a:lnTo>
                  <a:pt x="216198" y="59"/>
                </a:lnTo>
                <a:lnTo>
                  <a:pt x="217016" y="123"/>
                </a:lnTo>
                <a:lnTo>
                  <a:pt x="217870" y="195"/>
                </a:lnTo>
                <a:lnTo>
                  <a:pt x="218753" y="288"/>
                </a:lnTo>
                <a:lnTo>
                  <a:pt x="219636" y="389"/>
                </a:lnTo>
                <a:lnTo>
                  <a:pt x="220512" y="496"/>
                </a:lnTo>
                <a:lnTo>
                  <a:pt x="221344" y="604"/>
                </a:lnTo>
                <a:lnTo>
                  <a:pt x="222134" y="704"/>
                </a:lnTo>
                <a:lnTo>
                  <a:pt x="222851" y="805"/>
                </a:lnTo>
                <a:lnTo>
                  <a:pt x="223476" y="898"/>
                </a:lnTo>
                <a:lnTo>
                  <a:pt x="223992" y="977"/>
                </a:lnTo>
                <a:lnTo>
                  <a:pt x="224373" y="1049"/>
                </a:lnTo>
                <a:lnTo>
                  <a:pt x="225184" y="1207"/>
                </a:lnTo>
                <a:lnTo>
                  <a:pt x="225980" y="1372"/>
                </a:lnTo>
                <a:lnTo>
                  <a:pt x="226784" y="1544"/>
                </a:lnTo>
                <a:lnTo>
                  <a:pt x="227588" y="1724"/>
                </a:lnTo>
                <a:lnTo>
                  <a:pt x="228385" y="1917"/>
                </a:lnTo>
                <a:lnTo>
                  <a:pt x="229189" y="2118"/>
                </a:lnTo>
                <a:lnTo>
                  <a:pt x="229985" y="2326"/>
                </a:lnTo>
                <a:lnTo>
                  <a:pt x="230789" y="2549"/>
                </a:lnTo>
                <a:lnTo>
                  <a:pt x="231586" y="2771"/>
                </a:lnTo>
                <a:lnTo>
                  <a:pt x="232390" y="3001"/>
                </a:lnTo>
                <a:lnTo>
                  <a:pt x="233186" y="3238"/>
                </a:lnTo>
                <a:lnTo>
                  <a:pt x="233983" y="3482"/>
                </a:lnTo>
                <a:lnTo>
                  <a:pt x="234779" y="3740"/>
                </a:lnTo>
                <a:lnTo>
                  <a:pt x="235576" y="3992"/>
                </a:lnTo>
                <a:lnTo>
                  <a:pt x="236373" y="4257"/>
                </a:lnTo>
                <a:lnTo>
                  <a:pt x="237169" y="4530"/>
                </a:lnTo>
                <a:lnTo>
                  <a:pt x="237959" y="4795"/>
                </a:lnTo>
                <a:lnTo>
                  <a:pt x="238748" y="5075"/>
                </a:lnTo>
                <a:lnTo>
                  <a:pt x="239538" y="5362"/>
                </a:lnTo>
                <a:lnTo>
                  <a:pt x="240313" y="5649"/>
                </a:lnTo>
                <a:lnTo>
                  <a:pt x="241102" y="5937"/>
                </a:lnTo>
                <a:lnTo>
                  <a:pt x="241885" y="6238"/>
                </a:lnTo>
                <a:lnTo>
                  <a:pt x="242667" y="6539"/>
                </a:lnTo>
                <a:lnTo>
                  <a:pt x="243435" y="6841"/>
                </a:lnTo>
                <a:lnTo>
                  <a:pt x="244978" y="7451"/>
                </a:lnTo>
                <a:lnTo>
                  <a:pt x="246507" y="8075"/>
                </a:lnTo>
                <a:lnTo>
                  <a:pt x="248028" y="8707"/>
                </a:lnTo>
                <a:lnTo>
                  <a:pt x="249521" y="9338"/>
                </a:lnTo>
                <a:lnTo>
                  <a:pt x="249765" y="9439"/>
                </a:lnTo>
                <a:lnTo>
                  <a:pt x="250031" y="9547"/>
                </a:lnTo>
                <a:lnTo>
                  <a:pt x="250311" y="9654"/>
                </a:lnTo>
                <a:lnTo>
                  <a:pt x="250590" y="9762"/>
                </a:lnTo>
                <a:lnTo>
                  <a:pt x="250863" y="9877"/>
                </a:lnTo>
                <a:lnTo>
                  <a:pt x="251122" y="9992"/>
                </a:lnTo>
                <a:lnTo>
                  <a:pt x="251358" y="10114"/>
                </a:lnTo>
                <a:lnTo>
                  <a:pt x="251581" y="10236"/>
                </a:lnTo>
                <a:lnTo>
                  <a:pt x="251753" y="10286"/>
                </a:lnTo>
                <a:lnTo>
                  <a:pt x="251947" y="10350"/>
                </a:lnTo>
                <a:lnTo>
                  <a:pt x="252141" y="10415"/>
                </a:lnTo>
                <a:lnTo>
                  <a:pt x="252342" y="10487"/>
                </a:lnTo>
                <a:lnTo>
                  <a:pt x="252758" y="10659"/>
                </a:lnTo>
                <a:lnTo>
                  <a:pt x="253174" y="10846"/>
                </a:lnTo>
                <a:lnTo>
                  <a:pt x="253605" y="11032"/>
                </a:lnTo>
                <a:lnTo>
                  <a:pt x="254014" y="11212"/>
                </a:lnTo>
                <a:lnTo>
                  <a:pt x="254409" y="11391"/>
                </a:lnTo>
                <a:lnTo>
                  <a:pt x="254775" y="11542"/>
                </a:lnTo>
                <a:lnTo>
                  <a:pt x="255327" y="11772"/>
                </a:lnTo>
                <a:lnTo>
                  <a:pt x="255894" y="12008"/>
                </a:lnTo>
                <a:lnTo>
                  <a:pt x="256468" y="12252"/>
                </a:lnTo>
                <a:lnTo>
                  <a:pt x="257050" y="12511"/>
                </a:lnTo>
                <a:lnTo>
                  <a:pt x="257646" y="12776"/>
                </a:lnTo>
                <a:lnTo>
                  <a:pt x="258241" y="13035"/>
                </a:lnTo>
                <a:lnTo>
                  <a:pt x="258851" y="13315"/>
                </a:lnTo>
                <a:lnTo>
                  <a:pt x="259447" y="13587"/>
                </a:lnTo>
                <a:lnTo>
                  <a:pt x="260050" y="13867"/>
                </a:lnTo>
                <a:lnTo>
                  <a:pt x="260638" y="14147"/>
                </a:lnTo>
                <a:lnTo>
                  <a:pt x="261234" y="14427"/>
                </a:lnTo>
                <a:lnTo>
                  <a:pt x="261815" y="14693"/>
                </a:lnTo>
                <a:lnTo>
                  <a:pt x="262382" y="14972"/>
                </a:lnTo>
                <a:lnTo>
                  <a:pt x="262935" y="15245"/>
                </a:lnTo>
                <a:lnTo>
                  <a:pt x="263473" y="15518"/>
                </a:lnTo>
                <a:lnTo>
                  <a:pt x="263990" y="15776"/>
                </a:lnTo>
                <a:lnTo>
                  <a:pt x="264736" y="16157"/>
                </a:lnTo>
                <a:lnTo>
                  <a:pt x="265483" y="16544"/>
                </a:lnTo>
                <a:lnTo>
                  <a:pt x="266236" y="16932"/>
                </a:lnTo>
                <a:lnTo>
                  <a:pt x="266976" y="17319"/>
                </a:lnTo>
                <a:lnTo>
                  <a:pt x="267715" y="17714"/>
                </a:lnTo>
                <a:lnTo>
                  <a:pt x="268440" y="18109"/>
                </a:lnTo>
                <a:lnTo>
                  <a:pt x="269172" y="18511"/>
                </a:lnTo>
                <a:lnTo>
                  <a:pt x="269904" y="18913"/>
                </a:lnTo>
                <a:lnTo>
                  <a:pt x="270629" y="19322"/>
                </a:lnTo>
                <a:lnTo>
                  <a:pt x="271339" y="19731"/>
                </a:lnTo>
                <a:lnTo>
                  <a:pt x="272050" y="20140"/>
                </a:lnTo>
                <a:lnTo>
                  <a:pt x="272753" y="20549"/>
                </a:lnTo>
                <a:lnTo>
                  <a:pt x="273449" y="20958"/>
                </a:lnTo>
                <a:lnTo>
                  <a:pt x="274145" y="21382"/>
                </a:lnTo>
                <a:lnTo>
                  <a:pt x="274834" y="21798"/>
                </a:lnTo>
                <a:lnTo>
                  <a:pt x="275502" y="22228"/>
                </a:lnTo>
                <a:lnTo>
                  <a:pt x="276205" y="22666"/>
                </a:lnTo>
                <a:lnTo>
                  <a:pt x="276901" y="23104"/>
                </a:lnTo>
                <a:lnTo>
                  <a:pt x="277590" y="23542"/>
                </a:lnTo>
                <a:lnTo>
                  <a:pt x="278279" y="23973"/>
                </a:lnTo>
                <a:lnTo>
                  <a:pt x="278961" y="24417"/>
                </a:lnTo>
                <a:lnTo>
                  <a:pt x="279643" y="24855"/>
                </a:lnTo>
                <a:lnTo>
                  <a:pt x="280325" y="25300"/>
                </a:lnTo>
                <a:lnTo>
                  <a:pt x="281000" y="25760"/>
                </a:lnTo>
                <a:lnTo>
                  <a:pt x="281710" y="26233"/>
                </a:lnTo>
                <a:lnTo>
                  <a:pt x="282406" y="26714"/>
                </a:lnTo>
                <a:lnTo>
                  <a:pt x="283088" y="27181"/>
                </a:lnTo>
                <a:lnTo>
                  <a:pt x="283741" y="27647"/>
                </a:lnTo>
                <a:lnTo>
                  <a:pt x="284394" y="28106"/>
                </a:lnTo>
                <a:lnTo>
                  <a:pt x="285026" y="28566"/>
                </a:lnTo>
                <a:lnTo>
                  <a:pt x="285657" y="29018"/>
                </a:lnTo>
                <a:lnTo>
                  <a:pt x="286282" y="29477"/>
                </a:lnTo>
                <a:lnTo>
                  <a:pt x="286899" y="29929"/>
                </a:lnTo>
                <a:lnTo>
                  <a:pt x="287516" y="30389"/>
                </a:lnTo>
                <a:lnTo>
                  <a:pt x="288141" y="30855"/>
                </a:lnTo>
                <a:lnTo>
                  <a:pt x="288765" y="31322"/>
                </a:lnTo>
                <a:lnTo>
                  <a:pt x="289404" y="31796"/>
                </a:lnTo>
                <a:lnTo>
                  <a:pt x="290043" y="32269"/>
                </a:lnTo>
                <a:lnTo>
                  <a:pt x="290696" y="32764"/>
                </a:lnTo>
                <a:lnTo>
                  <a:pt x="291370" y="33260"/>
                </a:lnTo>
                <a:lnTo>
                  <a:pt x="291995" y="33733"/>
                </a:lnTo>
                <a:lnTo>
                  <a:pt x="292626" y="34229"/>
                </a:lnTo>
                <a:lnTo>
                  <a:pt x="293258" y="34738"/>
                </a:lnTo>
                <a:lnTo>
                  <a:pt x="293882" y="35248"/>
                </a:lnTo>
                <a:lnTo>
                  <a:pt x="294500" y="35750"/>
                </a:lnTo>
                <a:lnTo>
                  <a:pt x="295117" y="36260"/>
                </a:lnTo>
                <a:lnTo>
                  <a:pt x="295734" y="36755"/>
                </a:lnTo>
                <a:lnTo>
                  <a:pt x="296330" y="37221"/>
                </a:lnTo>
                <a:lnTo>
                  <a:pt x="308287" y="47743"/>
                </a:lnTo>
                <a:lnTo>
                  <a:pt x="308516" y="47965"/>
                </a:lnTo>
                <a:lnTo>
                  <a:pt x="308739" y="48195"/>
                </a:lnTo>
                <a:lnTo>
                  <a:pt x="308947" y="48425"/>
                </a:lnTo>
                <a:lnTo>
                  <a:pt x="309148" y="48654"/>
                </a:lnTo>
                <a:lnTo>
                  <a:pt x="309349" y="48884"/>
                </a:lnTo>
                <a:lnTo>
                  <a:pt x="309535" y="49107"/>
                </a:lnTo>
                <a:lnTo>
                  <a:pt x="309722" y="49322"/>
                </a:lnTo>
                <a:lnTo>
                  <a:pt x="309923" y="49516"/>
                </a:lnTo>
                <a:lnTo>
                  <a:pt x="310497" y="50083"/>
                </a:lnTo>
                <a:lnTo>
                  <a:pt x="311114" y="50707"/>
                </a:lnTo>
                <a:lnTo>
                  <a:pt x="311753" y="51367"/>
                </a:lnTo>
                <a:lnTo>
                  <a:pt x="312392" y="52056"/>
                </a:lnTo>
                <a:lnTo>
                  <a:pt x="313038" y="52753"/>
                </a:lnTo>
                <a:lnTo>
                  <a:pt x="313641" y="53442"/>
                </a:lnTo>
                <a:lnTo>
                  <a:pt x="313935" y="53779"/>
                </a:lnTo>
                <a:lnTo>
                  <a:pt x="314215" y="54116"/>
                </a:lnTo>
                <a:lnTo>
                  <a:pt x="314488" y="54439"/>
                </a:lnTo>
                <a:lnTo>
                  <a:pt x="314732" y="54741"/>
                </a:lnTo>
                <a:lnTo>
                  <a:pt x="315313" y="55458"/>
                </a:lnTo>
                <a:lnTo>
                  <a:pt x="315823" y="56097"/>
                </a:lnTo>
                <a:lnTo>
                  <a:pt x="316059" y="56398"/>
                </a:lnTo>
                <a:lnTo>
                  <a:pt x="316282" y="56700"/>
                </a:lnTo>
                <a:lnTo>
                  <a:pt x="316497" y="56994"/>
                </a:lnTo>
                <a:lnTo>
                  <a:pt x="316712" y="57281"/>
                </a:lnTo>
                <a:lnTo>
                  <a:pt x="316921" y="57583"/>
                </a:lnTo>
                <a:lnTo>
                  <a:pt x="317122" y="57891"/>
                </a:lnTo>
                <a:lnTo>
                  <a:pt x="317330" y="58200"/>
                </a:lnTo>
                <a:lnTo>
                  <a:pt x="317538" y="58530"/>
                </a:lnTo>
                <a:lnTo>
                  <a:pt x="317746" y="58875"/>
                </a:lnTo>
                <a:lnTo>
                  <a:pt x="317968" y="59241"/>
                </a:lnTo>
                <a:lnTo>
                  <a:pt x="318198" y="59643"/>
                </a:lnTo>
                <a:lnTo>
                  <a:pt x="318442" y="60066"/>
                </a:lnTo>
                <a:lnTo>
                  <a:pt x="318593" y="60346"/>
                </a:lnTo>
                <a:lnTo>
                  <a:pt x="318751" y="60683"/>
                </a:lnTo>
                <a:lnTo>
                  <a:pt x="318930" y="61049"/>
                </a:lnTo>
                <a:lnTo>
                  <a:pt x="319110" y="61458"/>
                </a:lnTo>
                <a:lnTo>
                  <a:pt x="319296" y="61896"/>
                </a:lnTo>
                <a:lnTo>
                  <a:pt x="319483" y="62363"/>
                </a:lnTo>
                <a:lnTo>
                  <a:pt x="319655" y="62851"/>
                </a:lnTo>
                <a:lnTo>
                  <a:pt x="319827" y="63339"/>
                </a:lnTo>
                <a:lnTo>
                  <a:pt x="319985" y="63841"/>
                </a:lnTo>
                <a:lnTo>
                  <a:pt x="320129" y="64343"/>
                </a:lnTo>
                <a:lnTo>
                  <a:pt x="320186" y="64588"/>
                </a:lnTo>
                <a:lnTo>
                  <a:pt x="320244" y="64839"/>
                </a:lnTo>
                <a:lnTo>
                  <a:pt x="320301" y="65083"/>
                </a:lnTo>
                <a:lnTo>
                  <a:pt x="320344" y="65320"/>
                </a:lnTo>
                <a:lnTo>
                  <a:pt x="320387" y="65549"/>
                </a:lnTo>
                <a:lnTo>
                  <a:pt x="320416" y="65779"/>
                </a:lnTo>
                <a:lnTo>
                  <a:pt x="320437" y="66001"/>
                </a:lnTo>
                <a:lnTo>
                  <a:pt x="320452" y="66217"/>
                </a:lnTo>
                <a:lnTo>
                  <a:pt x="320459" y="66425"/>
                </a:lnTo>
                <a:lnTo>
                  <a:pt x="320459" y="66626"/>
                </a:lnTo>
                <a:lnTo>
                  <a:pt x="320445" y="66812"/>
                </a:lnTo>
                <a:lnTo>
                  <a:pt x="320416" y="66992"/>
                </a:lnTo>
                <a:lnTo>
                  <a:pt x="320344" y="67401"/>
                </a:lnTo>
                <a:lnTo>
                  <a:pt x="320265" y="67796"/>
                </a:lnTo>
                <a:lnTo>
                  <a:pt x="320179" y="68190"/>
                </a:lnTo>
                <a:lnTo>
                  <a:pt x="320078" y="68564"/>
                </a:lnTo>
                <a:lnTo>
                  <a:pt x="319985" y="68944"/>
                </a:lnTo>
                <a:lnTo>
                  <a:pt x="319878" y="69310"/>
                </a:lnTo>
                <a:lnTo>
                  <a:pt x="319763" y="69676"/>
                </a:lnTo>
                <a:lnTo>
                  <a:pt x="319641" y="70028"/>
                </a:lnTo>
                <a:lnTo>
                  <a:pt x="319512" y="70372"/>
                </a:lnTo>
                <a:lnTo>
                  <a:pt x="319375" y="70717"/>
                </a:lnTo>
                <a:lnTo>
                  <a:pt x="319239" y="71054"/>
                </a:lnTo>
                <a:lnTo>
                  <a:pt x="319095" y="71384"/>
                </a:lnTo>
                <a:lnTo>
                  <a:pt x="318937" y="71714"/>
                </a:lnTo>
                <a:lnTo>
                  <a:pt x="318787" y="72037"/>
                </a:lnTo>
                <a:lnTo>
                  <a:pt x="318622" y="72353"/>
                </a:lnTo>
                <a:lnTo>
                  <a:pt x="318456" y="72669"/>
                </a:lnTo>
                <a:lnTo>
                  <a:pt x="318284" y="72985"/>
                </a:lnTo>
                <a:lnTo>
                  <a:pt x="318105" y="73286"/>
                </a:lnTo>
                <a:lnTo>
                  <a:pt x="317918" y="73595"/>
                </a:lnTo>
                <a:lnTo>
                  <a:pt x="317732" y="73896"/>
                </a:lnTo>
                <a:lnTo>
                  <a:pt x="317545" y="74190"/>
                </a:lnTo>
                <a:lnTo>
                  <a:pt x="317344" y="74492"/>
                </a:lnTo>
                <a:lnTo>
                  <a:pt x="317150" y="74793"/>
                </a:lnTo>
                <a:lnTo>
                  <a:pt x="316942" y="75088"/>
                </a:lnTo>
                <a:lnTo>
                  <a:pt x="316533" y="75669"/>
                </a:lnTo>
                <a:lnTo>
                  <a:pt x="316095" y="76265"/>
                </a:lnTo>
                <a:lnTo>
                  <a:pt x="315657" y="76846"/>
                </a:lnTo>
                <a:lnTo>
                  <a:pt x="315205" y="77434"/>
                </a:lnTo>
                <a:lnTo>
                  <a:pt x="314954" y="77750"/>
                </a:lnTo>
                <a:lnTo>
                  <a:pt x="314710" y="78052"/>
                </a:lnTo>
                <a:lnTo>
                  <a:pt x="314581" y="78202"/>
                </a:lnTo>
                <a:lnTo>
                  <a:pt x="314445" y="78339"/>
                </a:lnTo>
                <a:lnTo>
                  <a:pt x="314308" y="78482"/>
                </a:lnTo>
                <a:lnTo>
                  <a:pt x="314157" y="78611"/>
                </a:lnTo>
                <a:lnTo>
                  <a:pt x="314078" y="78726"/>
                </a:lnTo>
                <a:lnTo>
                  <a:pt x="313899" y="78927"/>
                </a:lnTo>
                <a:lnTo>
                  <a:pt x="313648" y="79207"/>
                </a:lnTo>
                <a:lnTo>
                  <a:pt x="313325" y="79552"/>
                </a:lnTo>
                <a:lnTo>
                  <a:pt x="312952" y="79954"/>
                </a:lnTo>
                <a:lnTo>
                  <a:pt x="312535" y="80399"/>
                </a:lnTo>
                <a:lnTo>
                  <a:pt x="312083" y="80872"/>
                </a:lnTo>
                <a:lnTo>
                  <a:pt x="311617" y="81353"/>
                </a:lnTo>
                <a:lnTo>
                  <a:pt x="311143" y="81841"/>
                </a:lnTo>
                <a:lnTo>
                  <a:pt x="310669" y="82322"/>
                </a:lnTo>
                <a:lnTo>
                  <a:pt x="310217" y="82789"/>
                </a:lnTo>
                <a:lnTo>
                  <a:pt x="309801" y="83219"/>
                </a:lnTo>
                <a:lnTo>
                  <a:pt x="309413" y="83607"/>
                </a:lnTo>
                <a:lnTo>
                  <a:pt x="309076" y="83944"/>
                </a:lnTo>
                <a:lnTo>
                  <a:pt x="308811" y="84210"/>
                </a:lnTo>
                <a:lnTo>
                  <a:pt x="308617" y="84389"/>
                </a:lnTo>
                <a:lnTo>
                  <a:pt x="308380" y="84619"/>
                </a:lnTo>
                <a:lnTo>
                  <a:pt x="308143" y="84856"/>
                </a:lnTo>
                <a:lnTo>
                  <a:pt x="307913" y="85071"/>
                </a:lnTo>
                <a:lnTo>
                  <a:pt x="307684" y="85293"/>
                </a:lnTo>
                <a:lnTo>
                  <a:pt x="307454" y="85516"/>
                </a:lnTo>
                <a:lnTo>
                  <a:pt x="307217" y="85745"/>
                </a:lnTo>
                <a:lnTo>
                  <a:pt x="306988" y="85975"/>
                </a:lnTo>
                <a:lnTo>
                  <a:pt x="306751" y="86219"/>
                </a:lnTo>
                <a:lnTo>
                  <a:pt x="305244" y="87561"/>
                </a:lnTo>
                <a:lnTo>
                  <a:pt x="305093" y="87705"/>
                </a:lnTo>
                <a:lnTo>
                  <a:pt x="304992" y="87798"/>
                </a:lnTo>
                <a:lnTo>
                  <a:pt x="304906" y="87884"/>
                </a:lnTo>
                <a:lnTo>
                  <a:pt x="304756" y="87999"/>
                </a:lnTo>
                <a:lnTo>
                  <a:pt x="304497" y="88214"/>
                </a:lnTo>
                <a:lnTo>
                  <a:pt x="304167" y="88480"/>
                </a:lnTo>
                <a:lnTo>
                  <a:pt x="303801" y="88796"/>
                </a:lnTo>
                <a:lnTo>
                  <a:pt x="303399" y="89147"/>
                </a:lnTo>
                <a:lnTo>
                  <a:pt x="302968" y="89535"/>
                </a:lnTo>
                <a:lnTo>
                  <a:pt x="302516" y="89930"/>
                </a:lnTo>
                <a:lnTo>
                  <a:pt x="302050" y="90339"/>
                </a:lnTo>
                <a:lnTo>
                  <a:pt x="301576" y="90755"/>
                </a:lnTo>
                <a:lnTo>
                  <a:pt x="301110" y="91157"/>
                </a:lnTo>
                <a:lnTo>
                  <a:pt x="300665" y="91552"/>
                </a:lnTo>
                <a:lnTo>
                  <a:pt x="300234" y="91918"/>
                </a:lnTo>
                <a:lnTo>
                  <a:pt x="299839" y="92255"/>
                </a:lnTo>
                <a:lnTo>
                  <a:pt x="299473" y="92549"/>
                </a:lnTo>
                <a:lnTo>
                  <a:pt x="299165" y="92786"/>
                </a:lnTo>
                <a:lnTo>
                  <a:pt x="299035" y="92887"/>
                </a:lnTo>
                <a:lnTo>
                  <a:pt x="298913" y="92973"/>
                </a:lnTo>
                <a:lnTo>
                  <a:pt x="298806" y="93037"/>
                </a:lnTo>
                <a:lnTo>
                  <a:pt x="298712" y="93088"/>
                </a:lnTo>
                <a:lnTo>
                  <a:pt x="298634" y="93174"/>
                </a:lnTo>
                <a:lnTo>
                  <a:pt x="298497" y="93303"/>
                </a:lnTo>
                <a:lnTo>
                  <a:pt x="298318" y="93461"/>
                </a:lnTo>
                <a:lnTo>
                  <a:pt x="298095" y="93647"/>
                </a:lnTo>
                <a:lnTo>
                  <a:pt x="297535" y="94107"/>
                </a:lnTo>
                <a:lnTo>
                  <a:pt x="296846" y="94667"/>
                </a:lnTo>
                <a:lnTo>
                  <a:pt x="296050" y="95298"/>
                </a:lnTo>
                <a:lnTo>
                  <a:pt x="295181" y="95987"/>
                </a:lnTo>
                <a:lnTo>
                  <a:pt x="294256" y="96712"/>
                </a:lnTo>
                <a:lnTo>
                  <a:pt x="293301" y="97451"/>
                </a:lnTo>
                <a:lnTo>
                  <a:pt x="292346" y="98183"/>
                </a:lnTo>
                <a:lnTo>
                  <a:pt x="291413" y="98894"/>
                </a:lnTo>
                <a:lnTo>
                  <a:pt x="290531" y="99569"/>
                </a:lnTo>
                <a:lnTo>
                  <a:pt x="289720" y="100179"/>
                </a:lnTo>
                <a:lnTo>
                  <a:pt x="289016" y="100695"/>
                </a:lnTo>
                <a:lnTo>
                  <a:pt x="288428" y="101112"/>
                </a:lnTo>
                <a:lnTo>
                  <a:pt x="288191" y="101284"/>
                </a:lnTo>
                <a:lnTo>
                  <a:pt x="287997" y="101420"/>
                </a:lnTo>
                <a:lnTo>
                  <a:pt x="287846" y="101506"/>
                </a:lnTo>
                <a:lnTo>
                  <a:pt x="287739" y="101571"/>
                </a:lnTo>
                <a:lnTo>
                  <a:pt x="287502" y="101765"/>
                </a:lnTo>
                <a:lnTo>
                  <a:pt x="287129" y="102045"/>
                </a:lnTo>
                <a:lnTo>
                  <a:pt x="286641" y="102396"/>
                </a:lnTo>
                <a:lnTo>
                  <a:pt x="286067" y="102805"/>
                </a:lnTo>
                <a:lnTo>
                  <a:pt x="285406" y="103265"/>
                </a:lnTo>
                <a:lnTo>
                  <a:pt x="284710" y="103760"/>
                </a:lnTo>
                <a:lnTo>
                  <a:pt x="283964" y="104269"/>
                </a:lnTo>
                <a:lnTo>
                  <a:pt x="283210" y="104786"/>
                </a:lnTo>
                <a:lnTo>
                  <a:pt x="282449" y="105303"/>
                </a:lnTo>
                <a:lnTo>
                  <a:pt x="281710" y="105798"/>
                </a:lnTo>
                <a:lnTo>
                  <a:pt x="281014" y="106265"/>
                </a:lnTo>
                <a:lnTo>
                  <a:pt x="280375" y="106681"/>
                </a:lnTo>
                <a:lnTo>
                  <a:pt x="279815" y="107033"/>
                </a:lnTo>
                <a:lnTo>
                  <a:pt x="279349" y="107327"/>
                </a:lnTo>
                <a:lnTo>
                  <a:pt x="279148" y="107442"/>
                </a:lnTo>
                <a:lnTo>
                  <a:pt x="278997" y="107528"/>
                </a:lnTo>
                <a:lnTo>
                  <a:pt x="278861" y="107592"/>
                </a:lnTo>
                <a:lnTo>
                  <a:pt x="278775" y="107636"/>
                </a:lnTo>
                <a:lnTo>
                  <a:pt x="278703" y="107707"/>
                </a:lnTo>
                <a:lnTo>
                  <a:pt x="278567" y="107808"/>
                </a:lnTo>
                <a:lnTo>
                  <a:pt x="278387" y="107930"/>
                </a:lnTo>
                <a:lnTo>
                  <a:pt x="278157" y="108088"/>
                </a:lnTo>
                <a:lnTo>
                  <a:pt x="277576" y="108454"/>
                </a:lnTo>
                <a:lnTo>
                  <a:pt x="276837" y="108920"/>
                </a:lnTo>
                <a:lnTo>
                  <a:pt x="275976" y="109444"/>
                </a:lnTo>
                <a:lnTo>
                  <a:pt x="275021" y="110011"/>
                </a:lnTo>
                <a:lnTo>
                  <a:pt x="274002" y="110607"/>
                </a:lnTo>
                <a:lnTo>
                  <a:pt x="272933" y="111231"/>
                </a:lnTo>
                <a:lnTo>
                  <a:pt x="271856" y="111848"/>
                </a:lnTo>
                <a:lnTo>
                  <a:pt x="270801" y="112459"/>
                </a:lnTo>
                <a:lnTo>
                  <a:pt x="269782" y="113025"/>
                </a:lnTo>
                <a:lnTo>
                  <a:pt x="268834" y="113549"/>
                </a:lnTo>
                <a:lnTo>
                  <a:pt x="267980" y="114016"/>
                </a:lnTo>
                <a:lnTo>
                  <a:pt x="267263" y="114396"/>
                </a:lnTo>
                <a:lnTo>
                  <a:pt x="266954" y="114561"/>
                </a:lnTo>
                <a:lnTo>
                  <a:pt x="266696" y="114683"/>
                </a:lnTo>
                <a:lnTo>
                  <a:pt x="266473" y="114791"/>
                </a:lnTo>
                <a:lnTo>
                  <a:pt x="266301" y="114863"/>
                </a:lnTo>
                <a:lnTo>
                  <a:pt x="266043" y="115021"/>
                </a:lnTo>
                <a:lnTo>
                  <a:pt x="265784" y="115179"/>
                </a:lnTo>
                <a:lnTo>
                  <a:pt x="265504" y="115329"/>
                </a:lnTo>
                <a:lnTo>
                  <a:pt x="265217" y="115487"/>
                </a:lnTo>
                <a:lnTo>
                  <a:pt x="264614" y="115781"/>
                </a:lnTo>
                <a:lnTo>
                  <a:pt x="263990" y="116076"/>
                </a:lnTo>
                <a:lnTo>
                  <a:pt x="263366" y="116370"/>
                </a:lnTo>
                <a:lnTo>
                  <a:pt x="262741" y="116657"/>
                </a:lnTo>
                <a:lnTo>
                  <a:pt x="262146" y="116930"/>
                </a:lnTo>
                <a:lnTo>
                  <a:pt x="261579" y="117210"/>
                </a:lnTo>
                <a:lnTo>
                  <a:pt x="261284" y="117360"/>
                </a:lnTo>
                <a:lnTo>
                  <a:pt x="260983" y="117497"/>
                </a:lnTo>
                <a:lnTo>
                  <a:pt x="260681" y="117640"/>
                </a:lnTo>
                <a:lnTo>
                  <a:pt x="260380" y="117770"/>
                </a:lnTo>
                <a:lnTo>
                  <a:pt x="260086" y="117913"/>
                </a:lnTo>
                <a:lnTo>
                  <a:pt x="259777" y="118042"/>
                </a:lnTo>
                <a:lnTo>
                  <a:pt x="259476" y="118171"/>
                </a:lnTo>
                <a:lnTo>
                  <a:pt x="259181" y="118315"/>
                </a:lnTo>
                <a:lnTo>
                  <a:pt x="258916" y="118437"/>
                </a:lnTo>
                <a:lnTo>
                  <a:pt x="258622" y="118581"/>
                </a:lnTo>
                <a:lnTo>
                  <a:pt x="258291" y="118731"/>
                </a:lnTo>
                <a:lnTo>
                  <a:pt x="257947" y="118889"/>
                </a:lnTo>
                <a:lnTo>
                  <a:pt x="257610" y="119047"/>
                </a:lnTo>
                <a:lnTo>
                  <a:pt x="257279" y="119176"/>
                </a:lnTo>
                <a:lnTo>
                  <a:pt x="256971" y="119291"/>
                </a:lnTo>
                <a:lnTo>
                  <a:pt x="256705" y="119377"/>
                </a:lnTo>
                <a:lnTo>
                  <a:pt x="256361" y="119557"/>
                </a:lnTo>
                <a:lnTo>
                  <a:pt x="255973" y="119729"/>
                </a:lnTo>
                <a:lnTo>
                  <a:pt x="255564" y="119908"/>
                </a:lnTo>
                <a:lnTo>
                  <a:pt x="255141" y="120081"/>
                </a:lnTo>
                <a:lnTo>
                  <a:pt x="254703" y="120253"/>
                </a:lnTo>
                <a:lnTo>
                  <a:pt x="254279" y="120418"/>
                </a:lnTo>
                <a:lnTo>
                  <a:pt x="253863" y="120569"/>
                </a:lnTo>
                <a:lnTo>
                  <a:pt x="253490" y="120726"/>
                </a:lnTo>
                <a:lnTo>
                  <a:pt x="253138" y="120870"/>
                </a:lnTo>
                <a:lnTo>
                  <a:pt x="252657" y="121057"/>
                </a:lnTo>
                <a:lnTo>
                  <a:pt x="252083" y="121286"/>
                </a:lnTo>
                <a:lnTo>
                  <a:pt x="251430" y="121559"/>
                </a:lnTo>
                <a:lnTo>
                  <a:pt x="250698" y="121846"/>
                </a:lnTo>
                <a:lnTo>
                  <a:pt x="249916" y="122162"/>
                </a:lnTo>
                <a:lnTo>
                  <a:pt x="249112" y="122485"/>
                </a:lnTo>
                <a:lnTo>
                  <a:pt x="248301" y="122815"/>
                </a:lnTo>
                <a:lnTo>
                  <a:pt x="247483" y="123131"/>
                </a:lnTo>
                <a:lnTo>
                  <a:pt x="246693" y="123447"/>
                </a:lnTo>
                <a:lnTo>
                  <a:pt x="245954" y="123734"/>
                </a:lnTo>
                <a:lnTo>
                  <a:pt x="245279" y="123999"/>
                </a:lnTo>
                <a:lnTo>
                  <a:pt x="244677" y="124222"/>
                </a:lnTo>
                <a:lnTo>
                  <a:pt x="244174" y="124401"/>
                </a:lnTo>
                <a:lnTo>
                  <a:pt x="243801" y="124530"/>
                </a:lnTo>
                <a:lnTo>
                  <a:pt x="243550" y="124602"/>
                </a:lnTo>
                <a:lnTo>
                  <a:pt x="243435" y="124660"/>
                </a:lnTo>
                <a:lnTo>
                  <a:pt x="243248" y="124753"/>
                </a:lnTo>
                <a:lnTo>
                  <a:pt x="242990" y="124868"/>
                </a:lnTo>
                <a:lnTo>
                  <a:pt x="242674" y="124990"/>
                </a:lnTo>
                <a:lnTo>
                  <a:pt x="241899" y="125284"/>
                </a:lnTo>
                <a:lnTo>
                  <a:pt x="241031" y="125607"/>
                </a:lnTo>
                <a:lnTo>
                  <a:pt x="240134" y="125915"/>
                </a:lnTo>
                <a:lnTo>
                  <a:pt x="239308" y="126217"/>
                </a:lnTo>
                <a:lnTo>
                  <a:pt x="238626" y="126454"/>
                </a:lnTo>
                <a:lnTo>
                  <a:pt x="238181" y="126597"/>
                </a:lnTo>
                <a:lnTo>
                  <a:pt x="237069" y="126971"/>
                </a:lnTo>
                <a:lnTo>
                  <a:pt x="235978" y="127329"/>
                </a:lnTo>
                <a:lnTo>
                  <a:pt x="234894" y="127674"/>
                </a:lnTo>
                <a:lnTo>
                  <a:pt x="233818" y="128011"/>
                </a:lnTo>
                <a:lnTo>
                  <a:pt x="232756" y="128341"/>
                </a:lnTo>
                <a:lnTo>
                  <a:pt x="231679" y="128664"/>
                </a:lnTo>
                <a:lnTo>
                  <a:pt x="230610" y="128966"/>
                </a:lnTo>
                <a:lnTo>
                  <a:pt x="229533" y="129253"/>
                </a:lnTo>
                <a:lnTo>
                  <a:pt x="228995" y="129389"/>
                </a:lnTo>
                <a:lnTo>
                  <a:pt x="228449" y="129533"/>
                </a:lnTo>
                <a:lnTo>
                  <a:pt x="227904" y="129662"/>
                </a:lnTo>
                <a:lnTo>
                  <a:pt x="227366" y="129784"/>
                </a:lnTo>
                <a:lnTo>
                  <a:pt x="226813" y="129913"/>
                </a:lnTo>
                <a:lnTo>
                  <a:pt x="226253" y="130035"/>
                </a:lnTo>
                <a:lnTo>
                  <a:pt x="225708" y="130150"/>
                </a:lnTo>
                <a:lnTo>
                  <a:pt x="225148" y="130265"/>
                </a:lnTo>
                <a:lnTo>
                  <a:pt x="224581" y="130372"/>
                </a:lnTo>
                <a:lnTo>
                  <a:pt x="224007" y="130466"/>
                </a:lnTo>
                <a:lnTo>
                  <a:pt x="223440" y="130566"/>
                </a:lnTo>
                <a:lnTo>
                  <a:pt x="222858" y="130667"/>
                </a:lnTo>
                <a:lnTo>
                  <a:pt x="222277" y="130753"/>
                </a:lnTo>
                <a:lnTo>
                  <a:pt x="221681" y="130839"/>
                </a:lnTo>
                <a:lnTo>
                  <a:pt x="221086" y="130911"/>
                </a:lnTo>
                <a:lnTo>
                  <a:pt x="220483" y="130983"/>
                </a:lnTo>
                <a:lnTo>
                  <a:pt x="220059" y="131033"/>
                </a:lnTo>
                <a:lnTo>
                  <a:pt x="219622" y="131083"/>
                </a:lnTo>
                <a:lnTo>
                  <a:pt x="219191" y="131133"/>
                </a:lnTo>
                <a:lnTo>
                  <a:pt x="218760" y="131176"/>
                </a:lnTo>
                <a:lnTo>
                  <a:pt x="218323" y="131219"/>
                </a:lnTo>
                <a:lnTo>
                  <a:pt x="217892" y="131248"/>
                </a:lnTo>
                <a:lnTo>
                  <a:pt x="217454" y="131284"/>
                </a:lnTo>
                <a:lnTo>
                  <a:pt x="217016" y="131313"/>
                </a:lnTo>
                <a:lnTo>
                  <a:pt x="216571" y="131341"/>
                </a:lnTo>
                <a:lnTo>
                  <a:pt x="216141" y="131363"/>
                </a:lnTo>
                <a:lnTo>
                  <a:pt x="215703" y="131377"/>
                </a:lnTo>
                <a:lnTo>
                  <a:pt x="215258" y="131399"/>
                </a:lnTo>
                <a:lnTo>
                  <a:pt x="214827" y="131406"/>
                </a:lnTo>
                <a:lnTo>
                  <a:pt x="214390" y="131413"/>
                </a:lnTo>
                <a:lnTo>
                  <a:pt x="213952" y="131413"/>
                </a:lnTo>
                <a:lnTo>
                  <a:pt x="213528" y="131406"/>
                </a:lnTo>
                <a:lnTo>
                  <a:pt x="213306" y="131406"/>
                </a:lnTo>
                <a:lnTo>
                  <a:pt x="213098" y="131399"/>
                </a:lnTo>
                <a:lnTo>
                  <a:pt x="212890" y="131377"/>
                </a:lnTo>
                <a:lnTo>
                  <a:pt x="212681" y="131363"/>
                </a:lnTo>
                <a:lnTo>
                  <a:pt x="212488" y="131341"/>
                </a:lnTo>
                <a:lnTo>
                  <a:pt x="212287" y="131313"/>
                </a:lnTo>
                <a:lnTo>
                  <a:pt x="212093" y="131284"/>
                </a:lnTo>
                <a:lnTo>
                  <a:pt x="211899" y="131248"/>
                </a:lnTo>
                <a:lnTo>
                  <a:pt x="211526" y="131176"/>
                </a:lnTo>
                <a:lnTo>
                  <a:pt x="211160" y="131083"/>
                </a:lnTo>
                <a:lnTo>
                  <a:pt x="210808" y="130975"/>
                </a:lnTo>
                <a:lnTo>
                  <a:pt x="210464" y="130853"/>
                </a:lnTo>
                <a:lnTo>
                  <a:pt x="210134" y="130724"/>
                </a:lnTo>
                <a:lnTo>
                  <a:pt x="209818" y="130581"/>
                </a:lnTo>
                <a:lnTo>
                  <a:pt x="209502" y="130437"/>
                </a:lnTo>
                <a:lnTo>
                  <a:pt x="209201" y="130272"/>
                </a:lnTo>
                <a:lnTo>
                  <a:pt x="208906" y="130100"/>
                </a:lnTo>
                <a:lnTo>
                  <a:pt x="208612" y="129920"/>
                </a:lnTo>
                <a:lnTo>
                  <a:pt x="208332" y="129727"/>
                </a:lnTo>
                <a:lnTo>
                  <a:pt x="208052" y="129533"/>
                </a:lnTo>
                <a:lnTo>
                  <a:pt x="207815" y="129353"/>
                </a:lnTo>
                <a:lnTo>
                  <a:pt x="207579" y="129174"/>
                </a:lnTo>
                <a:lnTo>
                  <a:pt x="207363" y="128973"/>
                </a:lnTo>
                <a:lnTo>
                  <a:pt x="207134" y="128779"/>
                </a:lnTo>
                <a:lnTo>
                  <a:pt x="206911" y="128571"/>
                </a:lnTo>
                <a:lnTo>
                  <a:pt x="206696" y="128356"/>
                </a:lnTo>
                <a:lnTo>
                  <a:pt x="206480" y="128133"/>
                </a:lnTo>
                <a:lnTo>
                  <a:pt x="206265" y="127911"/>
                </a:lnTo>
                <a:lnTo>
                  <a:pt x="206064" y="127674"/>
                </a:lnTo>
                <a:lnTo>
                  <a:pt x="205856" y="127437"/>
                </a:lnTo>
                <a:lnTo>
                  <a:pt x="205662" y="127193"/>
                </a:lnTo>
                <a:lnTo>
                  <a:pt x="205461" y="126942"/>
                </a:lnTo>
                <a:lnTo>
                  <a:pt x="205268" y="126683"/>
                </a:lnTo>
                <a:lnTo>
                  <a:pt x="205074" y="126418"/>
                </a:lnTo>
                <a:lnTo>
                  <a:pt x="204887" y="126145"/>
                </a:lnTo>
                <a:lnTo>
                  <a:pt x="204701" y="125872"/>
                </a:lnTo>
                <a:lnTo>
                  <a:pt x="204521" y="125593"/>
                </a:lnTo>
                <a:lnTo>
                  <a:pt x="204342" y="125305"/>
                </a:lnTo>
                <a:lnTo>
                  <a:pt x="204162" y="125004"/>
                </a:lnTo>
                <a:lnTo>
                  <a:pt x="203990" y="124710"/>
                </a:lnTo>
                <a:lnTo>
                  <a:pt x="203818" y="124408"/>
                </a:lnTo>
                <a:lnTo>
                  <a:pt x="203646" y="124093"/>
                </a:lnTo>
                <a:lnTo>
                  <a:pt x="203488" y="123784"/>
                </a:lnTo>
                <a:lnTo>
                  <a:pt x="203323" y="123461"/>
                </a:lnTo>
                <a:lnTo>
                  <a:pt x="203165" y="123131"/>
                </a:lnTo>
                <a:lnTo>
                  <a:pt x="203007" y="122808"/>
                </a:lnTo>
                <a:lnTo>
                  <a:pt x="202849" y="122471"/>
                </a:lnTo>
                <a:lnTo>
                  <a:pt x="202698" y="122133"/>
                </a:lnTo>
                <a:lnTo>
                  <a:pt x="202397" y="121437"/>
                </a:lnTo>
                <a:lnTo>
                  <a:pt x="202110" y="120726"/>
                </a:lnTo>
                <a:lnTo>
                  <a:pt x="201873" y="120109"/>
                </a:lnTo>
                <a:lnTo>
                  <a:pt x="201636" y="119470"/>
                </a:lnTo>
                <a:lnTo>
                  <a:pt x="201399" y="118825"/>
                </a:lnTo>
                <a:lnTo>
                  <a:pt x="201169" y="118143"/>
                </a:lnTo>
                <a:lnTo>
                  <a:pt x="200940" y="117454"/>
                </a:lnTo>
                <a:lnTo>
                  <a:pt x="200717" y="116743"/>
                </a:lnTo>
                <a:lnTo>
                  <a:pt x="200495" y="116018"/>
                </a:lnTo>
                <a:lnTo>
                  <a:pt x="200272" y="115293"/>
                </a:lnTo>
                <a:lnTo>
                  <a:pt x="200057" y="114540"/>
                </a:lnTo>
                <a:lnTo>
                  <a:pt x="199849" y="113786"/>
                </a:lnTo>
                <a:lnTo>
                  <a:pt x="199634" y="113018"/>
                </a:lnTo>
                <a:lnTo>
                  <a:pt x="199425" y="112243"/>
                </a:lnTo>
                <a:lnTo>
                  <a:pt x="199232" y="111461"/>
                </a:lnTo>
                <a:lnTo>
                  <a:pt x="199024" y="110671"/>
                </a:lnTo>
                <a:lnTo>
                  <a:pt x="198837" y="109889"/>
                </a:lnTo>
                <a:lnTo>
                  <a:pt x="198636" y="109092"/>
                </a:lnTo>
                <a:lnTo>
                  <a:pt x="198270" y="107506"/>
                </a:lnTo>
                <a:lnTo>
                  <a:pt x="197925" y="105913"/>
                </a:lnTo>
                <a:lnTo>
                  <a:pt x="197588" y="104341"/>
                </a:lnTo>
                <a:lnTo>
                  <a:pt x="197272" y="102791"/>
                </a:lnTo>
                <a:lnTo>
                  <a:pt x="196978" y="101269"/>
                </a:lnTo>
                <a:lnTo>
                  <a:pt x="196713" y="99798"/>
                </a:lnTo>
                <a:lnTo>
                  <a:pt x="196461" y="98377"/>
                </a:lnTo>
                <a:lnTo>
                  <a:pt x="196232" y="97028"/>
                </a:lnTo>
                <a:lnTo>
                  <a:pt x="196110" y="96217"/>
                </a:lnTo>
                <a:lnTo>
                  <a:pt x="195980" y="95406"/>
                </a:lnTo>
                <a:lnTo>
                  <a:pt x="195858" y="94595"/>
                </a:lnTo>
                <a:lnTo>
                  <a:pt x="195744" y="93777"/>
                </a:lnTo>
                <a:lnTo>
                  <a:pt x="195622" y="92966"/>
                </a:lnTo>
                <a:lnTo>
                  <a:pt x="195521" y="92147"/>
                </a:lnTo>
                <a:lnTo>
                  <a:pt x="195413" y="91329"/>
                </a:lnTo>
                <a:lnTo>
                  <a:pt x="195306" y="90511"/>
                </a:lnTo>
                <a:lnTo>
                  <a:pt x="195205" y="89700"/>
                </a:lnTo>
                <a:lnTo>
                  <a:pt x="195105" y="88875"/>
                </a:lnTo>
                <a:lnTo>
                  <a:pt x="195019" y="88056"/>
                </a:lnTo>
                <a:lnTo>
                  <a:pt x="194925" y="87231"/>
                </a:lnTo>
                <a:lnTo>
                  <a:pt x="194839" y="86413"/>
                </a:lnTo>
                <a:lnTo>
                  <a:pt x="194753" y="85595"/>
                </a:lnTo>
                <a:lnTo>
                  <a:pt x="194674" y="84769"/>
                </a:lnTo>
                <a:lnTo>
                  <a:pt x="194595" y="83951"/>
                </a:lnTo>
                <a:lnTo>
                  <a:pt x="194516" y="83076"/>
                </a:lnTo>
                <a:lnTo>
                  <a:pt x="194445" y="82207"/>
                </a:lnTo>
                <a:lnTo>
                  <a:pt x="194380" y="81339"/>
                </a:lnTo>
                <a:lnTo>
                  <a:pt x="194308" y="80478"/>
                </a:lnTo>
                <a:lnTo>
                  <a:pt x="194251" y="79602"/>
                </a:lnTo>
                <a:lnTo>
                  <a:pt x="194193" y="78741"/>
                </a:lnTo>
                <a:lnTo>
                  <a:pt x="194136" y="77879"/>
                </a:lnTo>
                <a:lnTo>
                  <a:pt x="194093" y="77018"/>
                </a:lnTo>
                <a:lnTo>
                  <a:pt x="194043" y="76157"/>
                </a:lnTo>
                <a:lnTo>
                  <a:pt x="193992" y="75289"/>
                </a:lnTo>
                <a:lnTo>
                  <a:pt x="193942" y="74420"/>
                </a:lnTo>
                <a:lnTo>
                  <a:pt x="193899" y="73559"/>
                </a:lnTo>
                <a:lnTo>
                  <a:pt x="193849" y="72690"/>
                </a:lnTo>
                <a:lnTo>
                  <a:pt x="193799" y="71815"/>
                </a:lnTo>
                <a:lnTo>
                  <a:pt x="193756" y="70946"/>
                </a:lnTo>
                <a:lnTo>
                  <a:pt x="193705" y="70071"/>
                </a:lnTo>
                <a:lnTo>
                  <a:pt x="193677" y="69482"/>
                </a:lnTo>
                <a:lnTo>
                  <a:pt x="193655" y="68894"/>
                </a:lnTo>
                <a:lnTo>
                  <a:pt x="193626" y="68312"/>
                </a:lnTo>
                <a:lnTo>
                  <a:pt x="193619" y="67731"/>
                </a:lnTo>
                <a:lnTo>
                  <a:pt x="193612" y="67135"/>
                </a:lnTo>
                <a:lnTo>
                  <a:pt x="193605" y="66554"/>
                </a:lnTo>
                <a:lnTo>
                  <a:pt x="193605" y="65958"/>
                </a:lnTo>
                <a:lnTo>
                  <a:pt x="193605" y="65377"/>
                </a:lnTo>
                <a:lnTo>
                  <a:pt x="193626" y="64207"/>
                </a:lnTo>
                <a:lnTo>
                  <a:pt x="193662" y="63030"/>
                </a:lnTo>
                <a:lnTo>
                  <a:pt x="193705" y="61860"/>
                </a:lnTo>
                <a:lnTo>
                  <a:pt x="193763" y="60690"/>
                </a:lnTo>
                <a:lnTo>
                  <a:pt x="193827" y="59520"/>
                </a:lnTo>
                <a:lnTo>
                  <a:pt x="193906" y="58351"/>
                </a:lnTo>
                <a:lnTo>
                  <a:pt x="193992" y="57181"/>
                </a:lnTo>
                <a:lnTo>
                  <a:pt x="194071" y="56018"/>
                </a:lnTo>
                <a:lnTo>
                  <a:pt x="194172" y="54855"/>
                </a:lnTo>
                <a:lnTo>
                  <a:pt x="194265" y="53693"/>
                </a:lnTo>
                <a:lnTo>
                  <a:pt x="194358" y="52530"/>
                </a:lnTo>
                <a:lnTo>
                  <a:pt x="194459" y="51375"/>
                </a:lnTo>
                <a:lnTo>
                  <a:pt x="194516" y="50542"/>
                </a:lnTo>
                <a:lnTo>
                  <a:pt x="194588" y="49717"/>
                </a:lnTo>
                <a:lnTo>
                  <a:pt x="194667" y="48884"/>
                </a:lnTo>
                <a:lnTo>
                  <a:pt x="194753" y="48066"/>
                </a:lnTo>
                <a:lnTo>
                  <a:pt x="194847" y="47233"/>
                </a:lnTo>
                <a:lnTo>
                  <a:pt x="194933" y="46415"/>
                </a:lnTo>
                <a:lnTo>
                  <a:pt x="195033" y="45590"/>
                </a:lnTo>
                <a:lnTo>
                  <a:pt x="195141" y="44772"/>
                </a:lnTo>
                <a:lnTo>
                  <a:pt x="195248" y="43953"/>
                </a:lnTo>
                <a:lnTo>
                  <a:pt x="195356" y="43128"/>
                </a:lnTo>
                <a:lnTo>
                  <a:pt x="195464" y="42317"/>
                </a:lnTo>
                <a:lnTo>
                  <a:pt x="195579" y="41492"/>
                </a:lnTo>
                <a:lnTo>
                  <a:pt x="195679" y="40681"/>
                </a:lnTo>
                <a:lnTo>
                  <a:pt x="195787" y="39870"/>
                </a:lnTo>
                <a:lnTo>
                  <a:pt x="195902" y="39059"/>
                </a:lnTo>
                <a:lnTo>
                  <a:pt x="196009" y="38241"/>
                </a:lnTo>
                <a:lnTo>
                  <a:pt x="196088" y="37702"/>
                </a:lnTo>
                <a:lnTo>
                  <a:pt x="196160" y="37157"/>
                </a:lnTo>
                <a:lnTo>
                  <a:pt x="196239" y="36604"/>
                </a:lnTo>
                <a:lnTo>
                  <a:pt x="196332" y="36059"/>
                </a:lnTo>
                <a:lnTo>
                  <a:pt x="196418" y="35499"/>
                </a:lnTo>
                <a:lnTo>
                  <a:pt x="196512" y="34939"/>
                </a:lnTo>
                <a:lnTo>
                  <a:pt x="196612" y="34386"/>
                </a:lnTo>
                <a:lnTo>
                  <a:pt x="196713" y="33834"/>
                </a:lnTo>
                <a:lnTo>
                  <a:pt x="196813" y="33274"/>
                </a:lnTo>
                <a:lnTo>
                  <a:pt x="196913" y="32721"/>
                </a:lnTo>
                <a:lnTo>
                  <a:pt x="197021" y="32176"/>
                </a:lnTo>
                <a:lnTo>
                  <a:pt x="197129" y="31623"/>
                </a:lnTo>
                <a:lnTo>
                  <a:pt x="197236" y="31078"/>
                </a:lnTo>
                <a:lnTo>
                  <a:pt x="197351" y="30547"/>
                </a:lnTo>
                <a:lnTo>
                  <a:pt x="197459" y="30016"/>
                </a:lnTo>
                <a:lnTo>
                  <a:pt x="197574" y="29484"/>
                </a:lnTo>
                <a:lnTo>
                  <a:pt x="197689" y="28946"/>
                </a:lnTo>
                <a:lnTo>
                  <a:pt x="197803" y="28422"/>
                </a:lnTo>
                <a:lnTo>
                  <a:pt x="197918" y="27891"/>
                </a:lnTo>
                <a:lnTo>
                  <a:pt x="198033" y="27367"/>
                </a:lnTo>
                <a:lnTo>
                  <a:pt x="198148" y="26843"/>
                </a:lnTo>
                <a:lnTo>
                  <a:pt x="198263" y="26319"/>
                </a:lnTo>
                <a:lnTo>
                  <a:pt x="198385" y="25788"/>
                </a:lnTo>
                <a:lnTo>
                  <a:pt x="198507" y="25257"/>
                </a:lnTo>
                <a:lnTo>
                  <a:pt x="198600" y="24841"/>
                </a:lnTo>
                <a:lnTo>
                  <a:pt x="198715" y="24331"/>
                </a:lnTo>
                <a:lnTo>
                  <a:pt x="198844" y="23757"/>
                </a:lnTo>
                <a:lnTo>
                  <a:pt x="198980" y="23147"/>
                </a:lnTo>
                <a:lnTo>
                  <a:pt x="199131" y="22551"/>
                </a:lnTo>
                <a:lnTo>
                  <a:pt x="199275" y="22013"/>
                </a:lnTo>
                <a:lnTo>
                  <a:pt x="199346" y="21769"/>
                </a:lnTo>
                <a:lnTo>
                  <a:pt x="199411" y="21554"/>
                </a:lnTo>
                <a:lnTo>
                  <a:pt x="199476" y="21367"/>
                </a:lnTo>
                <a:lnTo>
                  <a:pt x="199540" y="21209"/>
                </a:lnTo>
                <a:lnTo>
                  <a:pt x="199605" y="20858"/>
                </a:lnTo>
                <a:lnTo>
                  <a:pt x="199698" y="20470"/>
                </a:lnTo>
                <a:lnTo>
                  <a:pt x="199806" y="20075"/>
                </a:lnTo>
                <a:lnTo>
                  <a:pt x="199921" y="19666"/>
                </a:lnTo>
                <a:lnTo>
                  <a:pt x="200035" y="19250"/>
                </a:lnTo>
                <a:lnTo>
                  <a:pt x="200158" y="18848"/>
                </a:lnTo>
                <a:lnTo>
                  <a:pt x="200272" y="18468"/>
                </a:lnTo>
                <a:lnTo>
                  <a:pt x="200380" y="18109"/>
                </a:lnTo>
                <a:lnTo>
                  <a:pt x="200495" y="17736"/>
                </a:lnTo>
                <a:lnTo>
                  <a:pt x="200610" y="17355"/>
                </a:lnTo>
                <a:lnTo>
                  <a:pt x="200724" y="16989"/>
                </a:lnTo>
                <a:lnTo>
                  <a:pt x="200839" y="16616"/>
                </a:lnTo>
                <a:lnTo>
                  <a:pt x="200947" y="16250"/>
                </a:lnTo>
                <a:lnTo>
                  <a:pt x="201062" y="15884"/>
                </a:lnTo>
                <a:lnTo>
                  <a:pt x="201177" y="15518"/>
                </a:lnTo>
                <a:lnTo>
                  <a:pt x="201291" y="15145"/>
                </a:lnTo>
                <a:lnTo>
                  <a:pt x="201507" y="14470"/>
                </a:lnTo>
                <a:lnTo>
                  <a:pt x="201736" y="13745"/>
                </a:lnTo>
                <a:lnTo>
                  <a:pt x="201980" y="12977"/>
                </a:lnTo>
                <a:lnTo>
                  <a:pt x="202246" y="12216"/>
                </a:lnTo>
                <a:lnTo>
                  <a:pt x="202375" y="11829"/>
                </a:lnTo>
                <a:lnTo>
                  <a:pt x="202512" y="11456"/>
                </a:lnTo>
                <a:lnTo>
                  <a:pt x="202655" y="11090"/>
                </a:lnTo>
                <a:lnTo>
                  <a:pt x="202791" y="10738"/>
                </a:lnTo>
                <a:lnTo>
                  <a:pt x="202935" y="10401"/>
                </a:lnTo>
                <a:lnTo>
                  <a:pt x="203079" y="10078"/>
                </a:lnTo>
                <a:lnTo>
                  <a:pt x="203222" y="9776"/>
                </a:lnTo>
                <a:lnTo>
                  <a:pt x="203358" y="9496"/>
                </a:lnTo>
                <a:lnTo>
                  <a:pt x="203416" y="9338"/>
                </a:lnTo>
                <a:lnTo>
                  <a:pt x="203488" y="9166"/>
                </a:lnTo>
                <a:lnTo>
                  <a:pt x="203559" y="8987"/>
                </a:lnTo>
                <a:lnTo>
                  <a:pt x="203638" y="8800"/>
                </a:lnTo>
                <a:lnTo>
                  <a:pt x="203832" y="8398"/>
                </a:lnTo>
                <a:lnTo>
                  <a:pt x="204040" y="7975"/>
                </a:lnTo>
                <a:lnTo>
                  <a:pt x="204284" y="7544"/>
                </a:lnTo>
                <a:lnTo>
                  <a:pt x="204543" y="7092"/>
                </a:lnTo>
                <a:lnTo>
                  <a:pt x="204808" y="6647"/>
                </a:lnTo>
                <a:lnTo>
                  <a:pt x="205088" y="6195"/>
                </a:lnTo>
                <a:lnTo>
                  <a:pt x="205368" y="5757"/>
                </a:lnTo>
                <a:lnTo>
                  <a:pt x="205655" y="5341"/>
                </a:lnTo>
                <a:lnTo>
                  <a:pt x="205928" y="4946"/>
                </a:lnTo>
                <a:lnTo>
                  <a:pt x="206193" y="4573"/>
                </a:lnTo>
                <a:lnTo>
                  <a:pt x="206452" y="4250"/>
                </a:lnTo>
                <a:lnTo>
                  <a:pt x="206689" y="3949"/>
                </a:lnTo>
                <a:lnTo>
                  <a:pt x="206796" y="3826"/>
                </a:lnTo>
                <a:lnTo>
                  <a:pt x="206904" y="3712"/>
                </a:lnTo>
                <a:lnTo>
                  <a:pt x="206997" y="3618"/>
                </a:lnTo>
                <a:lnTo>
                  <a:pt x="207083" y="3525"/>
                </a:lnTo>
                <a:lnTo>
                  <a:pt x="207435" y="3202"/>
                </a:lnTo>
                <a:lnTo>
                  <a:pt x="207729" y="2908"/>
                </a:lnTo>
                <a:lnTo>
                  <a:pt x="208009" y="2635"/>
                </a:lnTo>
                <a:lnTo>
                  <a:pt x="208289" y="2384"/>
                </a:lnTo>
                <a:lnTo>
                  <a:pt x="208425" y="2262"/>
                </a:lnTo>
                <a:lnTo>
                  <a:pt x="208576" y="2140"/>
                </a:lnTo>
                <a:lnTo>
                  <a:pt x="208734" y="2011"/>
                </a:lnTo>
                <a:lnTo>
                  <a:pt x="208906" y="1882"/>
                </a:lnTo>
                <a:lnTo>
                  <a:pt x="209093" y="1752"/>
                </a:lnTo>
                <a:lnTo>
                  <a:pt x="209301" y="1609"/>
                </a:lnTo>
                <a:lnTo>
                  <a:pt x="209524" y="1472"/>
                </a:lnTo>
                <a:lnTo>
                  <a:pt x="209768" y="1322"/>
                </a:lnTo>
                <a:lnTo>
                  <a:pt x="209954" y="1214"/>
                </a:lnTo>
                <a:lnTo>
                  <a:pt x="210155" y="1099"/>
                </a:lnTo>
                <a:lnTo>
                  <a:pt x="210349" y="992"/>
                </a:lnTo>
                <a:lnTo>
                  <a:pt x="210564" y="898"/>
                </a:lnTo>
                <a:lnTo>
                  <a:pt x="210780" y="798"/>
                </a:lnTo>
                <a:lnTo>
                  <a:pt x="210995" y="697"/>
                </a:lnTo>
                <a:lnTo>
                  <a:pt x="211217" y="611"/>
                </a:lnTo>
                <a:lnTo>
                  <a:pt x="211447" y="525"/>
                </a:lnTo>
                <a:lnTo>
                  <a:pt x="211677" y="453"/>
                </a:lnTo>
                <a:lnTo>
                  <a:pt x="211921" y="382"/>
                </a:lnTo>
                <a:lnTo>
                  <a:pt x="212165" y="310"/>
                </a:lnTo>
                <a:lnTo>
                  <a:pt x="212409" y="252"/>
                </a:lnTo>
                <a:lnTo>
                  <a:pt x="212660" y="209"/>
                </a:lnTo>
                <a:lnTo>
                  <a:pt x="212904" y="173"/>
                </a:lnTo>
                <a:lnTo>
                  <a:pt x="213155" y="137"/>
                </a:lnTo>
                <a:lnTo>
                  <a:pt x="213421" y="123"/>
                </a:lnTo>
                <a:lnTo>
                  <a:pt x="213557" y="80"/>
                </a:lnTo>
                <a:lnTo>
                  <a:pt x="213744" y="51"/>
                </a:lnTo>
                <a:lnTo>
                  <a:pt x="213945" y="23"/>
                </a:lnTo>
                <a:lnTo>
                  <a:pt x="214196" y="8"/>
                </a:lnTo>
                <a:close/>
                <a:moveTo>
                  <a:pt x="20871" y="0"/>
                </a:moveTo>
                <a:lnTo>
                  <a:pt x="21165" y="0"/>
                </a:lnTo>
                <a:lnTo>
                  <a:pt x="21488" y="7"/>
                </a:lnTo>
                <a:lnTo>
                  <a:pt x="21840" y="14"/>
                </a:lnTo>
                <a:lnTo>
                  <a:pt x="22593" y="58"/>
                </a:lnTo>
                <a:lnTo>
                  <a:pt x="23411" y="122"/>
                </a:lnTo>
                <a:lnTo>
                  <a:pt x="24265" y="194"/>
                </a:lnTo>
                <a:lnTo>
                  <a:pt x="25148" y="287"/>
                </a:lnTo>
                <a:lnTo>
                  <a:pt x="26031" y="388"/>
                </a:lnTo>
                <a:lnTo>
                  <a:pt x="26907" y="495"/>
                </a:lnTo>
                <a:lnTo>
                  <a:pt x="27739" y="603"/>
                </a:lnTo>
                <a:lnTo>
                  <a:pt x="28529" y="703"/>
                </a:lnTo>
                <a:lnTo>
                  <a:pt x="29246" y="804"/>
                </a:lnTo>
                <a:lnTo>
                  <a:pt x="29871" y="897"/>
                </a:lnTo>
                <a:lnTo>
                  <a:pt x="30387" y="976"/>
                </a:lnTo>
                <a:lnTo>
                  <a:pt x="30768" y="1048"/>
                </a:lnTo>
                <a:lnTo>
                  <a:pt x="31579" y="1206"/>
                </a:lnTo>
                <a:lnTo>
                  <a:pt x="32375" y="1371"/>
                </a:lnTo>
                <a:lnTo>
                  <a:pt x="33179" y="1543"/>
                </a:lnTo>
                <a:lnTo>
                  <a:pt x="33983" y="1723"/>
                </a:lnTo>
                <a:lnTo>
                  <a:pt x="34780" y="1916"/>
                </a:lnTo>
                <a:lnTo>
                  <a:pt x="35584" y="2117"/>
                </a:lnTo>
                <a:lnTo>
                  <a:pt x="36380" y="2325"/>
                </a:lnTo>
                <a:lnTo>
                  <a:pt x="37184" y="2548"/>
                </a:lnTo>
                <a:lnTo>
                  <a:pt x="37981" y="2770"/>
                </a:lnTo>
                <a:lnTo>
                  <a:pt x="38785" y="3000"/>
                </a:lnTo>
                <a:lnTo>
                  <a:pt x="39581" y="3237"/>
                </a:lnTo>
                <a:lnTo>
                  <a:pt x="40378" y="3481"/>
                </a:lnTo>
                <a:lnTo>
                  <a:pt x="41174" y="3739"/>
                </a:lnTo>
                <a:lnTo>
                  <a:pt x="41971" y="3991"/>
                </a:lnTo>
                <a:lnTo>
                  <a:pt x="42768" y="4256"/>
                </a:lnTo>
                <a:lnTo>
                  <a:pt x="43564" y="4529"/>
                </a:lnTo>
                <a:lnTo>
                  <a:pt x="44354" y="4794"/>
                </a:lnTo>
                <a:lnTo>
                  <a:pt x="45143" y="5074"/>
                </a:lnTo>
                <a:lnTo>
                  <a:pt x="45933" y="5361"/>
                </a:lnTo>
                <a:lnTo>
                  <a:pt x="46708" y="5648"/>
                </a:lnTo>
                <a:lnTo>
                  <a:pt x="47497" y="5936"/>
                </a:lnTo>
                <a:lnTo>
                  <a:pt x="48280" y="6237"/>
                </a:lnTo>
                <a:lnTo>
                  <a:pt x="49062" y="6538"/>
                </a:lnTo>
                <a:lnTo>
                  <a:pt x="49830" y="6840"/>
                </a:lnTo>
                <a:lnTo>
                  <a:pt x="51373" y="7450"/>
                </a:lnTo>
                <a:lnTo>
                  <a:pt x="52902" y="8074"/>
                </a:lnTo>
                <a:lnTo>
                  <a:pt x="54423" y="8706"/>
                </a:lnTo>
                <a:lnTo>
                  <a:pt x="55916" y="9337"/>
                </a:lnTo>
                <a:lnTo>
                  <a:pt x="56160" y="9438"/>
                </a:lnTo>
                <a:lnTo>
                  <a:pt x="56426" y="9546"/>
                </a:lnTo>
                <a:lnTo>
                  <a:pt x="56706" y="9653"/>
                </a:lnTo>
                <a:lnTo>
                  <a:pt x="56985" y="9761"/>
                </a:lnTo>
                <a:lnTo>
                  <a:pt x="57258" y="9876"/>
                </a:lnTo>
                <a:lnTo>
                  <a:pt x="57517" y="9991"/>
                </a:lnTo>
                <a:lnTo>
                  <a:pt x="57753" y="10113"/>
                </a:lnTo>
                <a:lnTo>
                  <a:pt x="57976" y="10235"/>
                </a:lnTo>
                <a:lnTo>
                  <a:pt x="58148" y="10285"/>
                </a:lnTo>
                <a:lnTo>
                  <a:pt x="58342" y="10349"/>
                </a:lnTo>
                <a:lnTo>
                  <a:pt x="58536" y="10414"/>
                </a:lnTo>
                <a:lnTo>
                  <a:pt x="58737" y="10486"/>
                </a:lnTo>
                <a:lnTo>
                  <a:pt x="59153" y="10658"/>
                </a:lnTo>
                <a:lnTo>
                  <a:pt x="59569" y="10845"/>
                </a:lnTo>
                <a:lnTo>
                  <a:pt x="60000" y="11031"/>
                </a:lnTo>
                <a:lnTo>
                  <a:pt x="60409" y="11211"/>
                </a:lnTo>
                <a:lnTo>
                  <a:pt x="60804" y="11390"/>
                </a:lnTo>
                <a:lnTo>
                  <a:pt x="61170" y="11541"/>
                </a:lnTo>
                <a:lnTo>
                  <a:pt x="61722" y="11771"/>
                </a:lnTo>
                <a:lnTo>
                  <a:pt x="62289" y="12007"/>
                </a:lnTo>
                <a:lnTo>
                  <a:pt x="62863" y="12251"/>
                </a:lnTo>
                <a:lnTo>
                  <a:pt x="63445" y="12510"/>
                </a:lnTo>
                <a:lnTo>
                  <a:pt x="64041" y="12775"/>
                </a:lnTo>
                <a:lnTo>
                  <a:pt x="64636" y="13034"/>
                </a:lnTo>
                <a:lnTo>
                  <a:pt x="65246" y="13314"/>
                </a:lnTo>
                <a:lnTo>
                  <a:pt x="65842" y="13586"/>
                </a:lnTo>
                <a:lnTo>
                  <a:pt x="66445" y="13866"/>
                </a:lnTo>
                <a:lnTo>
                  <a:pt x="67033" y="14146"/>
                </a:lnTo>
                <a:lnTo>
                  <a:pt x="67629" y="14426"/>
                </a:lnTo>
                <a:lnTo>
                  <a:pt x="68210" y="14692"/>
                </a:lnTo>
                <a:lnTo>
                  <a:pt x="68777" y="14971"/>
                </a:lnTo>
                <a:lnTo>
                  <a:pt x="69330" y="15244"/>
                </a:lnTo>
                <a:lnTo>
                  <a:pt x="69868" y="15517"/>
                </a:lnTo>
                <a:lnTo>
                  <a:pt x="70385" y="15775"/>
                </a:lnTo>
                <a:lnTo>
                  <a:pt x="71131" y="16156"/>
                </a:lnTo>
                <a:lnTo>
                  <a:pt x="71878" y="16543"/>
                </a:lnTo>
                <a:lnTo>
                  <a:pt x="72631" y="16931"/>
                </a:lnTo>
                <a:lnTo>
                  <a:pt x="73371" y="17318"/>
                </a:lnTo>
                <a:lnTo>
                  <a:pt x="74110" y="17713"/>
                </a:lnTo>
                <a:lnTo>
                  <a:pt x="74835" y="18108"/>
                </a:lnTo>
                <a:lnTo>
                  <a:pt x="75567" y="18510"/>
                </a:lnTo>
                <a:lnTo>
                  <a:pt x="76299" y="18912"/>
                </a:lnTo>
                <a:lnTo>
                  <a:pt x="77024" y="19321"/>
                </a:lnTo>
                <a:lnTo>
                  <a:pt x="77734" y="19730"/>
                </a:lnTo>
                <a:lnTo>
                  <a:pt x="78445" y="20139"/>
                </a:lnTo>
                <a:lnTo>
                  <a:pt x="79148" y="20548"/>
                </a:lnTo>
                <a:lnTo>
                  <a:pt x="79844" y="20957"/>
                </a:lnTo>
                <a:lnTo>
                  <a:pt x="80540" y="21381"/>
                </a:lnTo>
                <a:lnTo>
                  <a:pt x="81229" y="21797"/>
                </a:lnTo>
                <a:lnTo>
                  <a:pt x="81897" y="22227"/>
                </a:lnTo>
                <a:lnTo>
                  <a:pt x="82600" y="22665"/>
                </a:lnTo>
                <a:lnTo>
                  <a:pt x="83296" y="23103"/>
                </a:lnTo>
                <a:lnTo>
                  <a:pt x="83985" y="23541"/>
                </a:lnTo>
                <a:lnTo>
                  <a:pt x="84674" y="23972"/>
                </a:lnTo>
                <a:lnTo>
                  <a:pt x="85356" y="24416"/>
                </a:lnTo>
                <a:lnTo>
                  <a:pt x="86038" y="24854"/>
                </a:lnTo>
                <a:lnTo>
                  <a:pt x="86720" y="25299"/>
                </a:lnTo>
                <a:lnTo>
                  <a:pt x="87395" y="25759"/>
                </a:lnTo>
                <a:lnTo>
                  <a:pt x="88105" y="26232"/>
                </a:lnTo>
                <a:lnTo>
                  <a:pt x="88801" y="26713"/>
                </a:lnTo>
                <a:lnTo>
                  <a:pt x="89483" y="27180"/>
                </a:lnTo>
                <a:lnTo>
                  <a:pt x="90136" y="27646"/>
                </a:lnTo>
                <a:lnTo>
                  <a:pt x="90789" y="28105"/>
                </a:lnTo>
                <a:lnTo>
                  <a:pt x="91421" y="28565"/>
                </a:lnTo>
                <a:lnTo>
                  <a:pt x="92052" y="29017"/>
                </a:lnTo>
                <a:lnTo>
                  <a:pt x="92677" y="29476"/>
                </a:lnTo>
                <a:lnTo>
                  <a:pt x="93294" y="29928"/>
                </a:lnTo>
                <a:lnTo>
                  <a:pt x="93911" y="30388"/>
                </a:lnTo>
                <a:lnTo>
                  <a:pt x="94536" y="30854"/>
                </a:lnTo>
                <a:lnTo>
                  <a:pt x="95160" y="31321"/>
                </a:lnTo>
                <a:lnTo>
                  <a:pt x="95799" y="31795"/>
                </a:lnTo>
                <a:lnTo>
                  <a:pt x="96438" y="32268"/>
                </a:lnTo>
                <a:lnTo>
                  <a:pt x="97091" y="32763"/>
                </a:lnTo>
                <a:lnTo>
                  <a:pt x="97765" y="33259"/>
                </a:lnTo>
                <a:lnTo>
                  <a:pt x="98390" y="33732"/>
                </a:lnTo>
                <a:lnTo>
                  <a:pt x="99021" y="34228"/>
                </a:lnTo>
                <a:lnTo>
                  <a:pt x="99653" y="34737"/>
                </a:lnTo>
                <a:lnTo>
                  <a:pt x="100277" y="35247"/>
                </a:lnTo>
                <a:lnTo>
                  <a:pt x="100895" y="35749"/>
                </a:lnTo>
                <a:lnTo>
                  <a:pt x="101512" y="36259"/>
                </a:lnTo>
                <a:lnTo>
                  <a:pt x="102129" y="36754"/>
                </a:lnTo>
                <a:lnTo>
                  <a:pt x="102725" y="37220"/>
                </a:lnTo>
                <a:lnTo>
                  <a:pt x="114682" y="47742"/>
                </a:lnTo>
                <a:lnTo>
                  <a:pt x="114911" y="47964"/>
                </a:lnTo>
                <a:lnTo>
                  <a:pt x="115134" y="48194"/>
                </a:lnTo>
                <a:lnTo>
                  <a:pt x="115342" y="48424"/>
                </a:lnTo>
                <a:lnTo>
                  <a:pt x="115543" y="48653"/>
                </a:lnTo>
                <a:lnTo>
                  <a:pt x="115744" y="48883"/>
                </a:lnTo>
                <a:lnTo>
                  <a:pt x="115930" y="49106"/>
                </a:lnTo>
                <a:lnTo>
                  <a:pt x="116117" y="49321"/>
                </a:lnTo>
                <a:lnTo>
                  <a:pt x="116318" y="49515"/>
                </a:lnTo>
                <a:lnTo>
                  <a:pt x="116892" y="50082"/>
                </a:lnTo>
                <a:lnTo>
                  <a:pt x="117509" y="50706"/>
                </a:lnTo>
                <a:lnTo>
                  <a:pt x="118148" y="51366"/>
                </a:lnTo>
                <a:lnTo>
                  <a:pt x="118787" y="52055"/>
                </a:lnTo>
                <a:lnTo>
                  <a:pt x="119433" y="52752"/>
                </a:lnTo>
                <a:lnTo>
                  <a:pt x="120036" y="53441"/>
                </a:lnTo>
                <a:lnTo>
                  <a:pt x="120330" y="53778"/>
                </a:lnTo>
                <a:lnTo>
                  <a:pt x="120610" y="54115"/>
                </a:lnTo>
                <a:lnTo>
                  <a:pt x="120883" y="54438"/>
                </a:lnTo>
                <a:lnTo>
                  <a:pt x="121127" y="54740"/>
                </a:lnTo>
                <a:lnTo>
                  <a:pt x="121708" y="55457"/>
                </a:lnTo>
                <a:lnTo>
                  <a:pt x="122218" y="56096"/>
                </a:lnTo>
                <a:lnTo>
                  <a:pt x="122454" y="56397"/>
                </a:lnTo>
                <a:lnTo>
                  <a:pt x="122677" y="56699"/>
                </a:lnTo>
                <a:lnTo>
                  <a:pt x="122892" y="56993"/>
                </a:lnTo>
                <a:lnTo>
                  <a:pt x="123107" y="57280"/>
                </a:lnTo>
                <a:lnTo>
                  <a:pt x="123316" y="57582"/>
                </a:lnTo>
                <a:lnTo>
                  <a:pt x="123517" y="57890"/>
                </a:lnTo>
                <a:lnTo>
                  <a:pt x="123725" y="58199"/>
                </a:lnTo>
                <a:lnTo>
                  <a:pt x="123933" y="58529"/>
                </a:lnTo>
                <a:lnTo>
                  <a:pt x="124141" y="58874"/>
                </a:lnTo>
                <a:lnTo>
                  <a:pt x="124363" y="59240"/>
                </a:lnTo>
                <a:lnTo>
                  <a:pt x="124593" y="59642"/>
                </a:lnTo>
                <a:lnTo>
                  <a:pt x="124837" y="60065"/>
                </a:lnTo>
                <a:lnTo>
                  <a:pt x="124988" y="60345"/>
                </a:lnTo>
                <a:lnTo>
                  <a:pt x="125146" y="60682"/>
                </a:lnTo>
                <a:lnTo>
                  <a:pt x="125325" y="61048"/>
                </a:lnTo>
                <a:lnTo>
                  <a:pt x="125505" y="61457"/>
                </a:lnTo>
                <a:lnTo>
                  <a:pt x="125691" y="61895"/>
                </a:lnTo>
                <a:lnTo>
                  <a:pt x="125878" y="62362"/>
                </a:lnTo>
                <a:lnTo>
                  <a:pt x="126050" y="62850"/>
                </a:lnTo>
                <a:lnTo>
                  <a:pt x="126222" y="63338"/>
                </a:lnTo>
                <a:lnTo>
                  <a:pt x="126380" y="63840"/>
                </a:lnTo>
                <a:lnTo>
                  <a:pt x="126524" y="64342"/>
                </a:lnTo>
                <a:lnTo>
                  <a:pt x="126581" y="64587"/>
                </a:lnTo>
                <a:lnTo>
                  <a:pt x="126639" y="64838"/>
                </a:lnTo>
                <a:lnTo>
                  <a:pt x="126696" y="65082"/>
                </a:lnTo>
                <a:lnTo>
                  <a:pt x="126739" y="65319"/>
                </a:lnTo>
                <a:lnTo>
                  <a:pt x="126782" y="65548"/>
                </a:lnTo>
                <a:lnTo>
                  <a:pt x="126811" y="65778"/>
                </a:lnTo>
                <a:lnTo>
                  <a:pt x="126832" y="66000"/>
                </a:lnTo>
                <a:lnTo>
                  <a:pt x="126847" y="66216"/>
                </a:lnTo>
                <a:lnTo>
                  <a:pt x="126854" y="66424"/>
                </a:lnTo>
                <a:lnTo>
                  <a:pt x="126854" y="66625"/>
                </a:lnTo>
                <a:lnTo>
                  <a:pt x="126840" y="66811"/>
                </a:lnTo>
                <a:lnTo>
                  <a:pt x="126811" y="66991"/>
                </a:lnTo>
                <a:lnTo>
                  <a:pt x="126739" y="67400"/>
                </a:lnTo>
                <a:lnTo>
                  <a:pt x="126660" y="67795"/>
                </a:lnTo>
                <a:lnTo>
                  <a:pt x="126574" y="68189"/>
                </a:lnTo>
                <a:lnTo>
                  <a:pt x="126473" y="68563"/>
                </a:lnTo>
                <a:lnTo>
                  <a:pt x="126380" y="68943"/>
                </a:lnTo>
                <a:lnTo>
                  <a:pt x="126273" y="69309"/>
                </a:lnTo>
                <a:lnTo>
                  <a:pt x="126158" y="69675"/>
                </a:lnTo>
                <a:lnTo>
                  <a:pt x="126036" y="70027"/>
                </a:lnTo>
                <a:lnTo>
                  <a:pt x="125907" y="70371"/>
                </a:lnTo>
                <a:lnTo>
                  <a:pt x="125770" y="70716"/>
                </a:lnTo>
                <a:lnTo>
                  <a:pt x="125634" y="71053"/>
                </a:lnTo>
                <a:lnTo>
                  <a:pt x="125490" y="71383"/>
                </a:lnTo>
                <a:lnTo>
                  <a:pt x="125332" y="71713"/>
                </a:lnTo>
                <a:lnTo>
                  <a:pt x="125182" y="72036"/>
                </a:lnTo>
                <a:lnTo>
                  <a:pt x="125017" y="72352"/>
                </a:lnTo>
                <a:lnTo>
                  <a:pt x="124851" y="72668"/>
                </a:lnTo>
                <a:lnTo>
                  <a:pt x="124679" y="72984"/>
                </a:lnTo>
                <a:lnTo>
                  <a:pt x="124500" y="73285"/>
                </a:lnTo>
                <a:lnTo>
                  <a:pt x="124313" y="73594"/>
                </a:lnTo>
                <a:lnTo>
                  <a:pt x="124127" y="73895"/>
                </a:lnTo>
                <a:lnTo>
                  <a:pt x="123940" y="74189"/>
                </a:lnTo>
                <a:lnTo>
                  <a:pt x="123739" y="74491"/>
                </a:lnTo>
                <a:lnTo>
                  <a:pt x="123545" y="74792"/>
                </a:lnTo>
                <a:lnTo>
                  <a:pt x="123337" y="75087"/>
                </a:lnTo>
                <a:lnTo>
                  <a:pt x="122928" y="75668"/>
                </a:lnTo>
                <a:lnTo>
                  <a:pt x="122490" y="76264"/>
                </a:lnTo>
                <a:lnTo>
                  <a:pt x="122052" y="76845"/>
                </a:lnTo>
                <a:lnTo>
                  <a:pt x="121600" y="77433"/>
                </a:lnTo>
                <a:lnTo>
                  <a:pt x="121349" y="77749"/>
                </a:lnTo>
                <a:lnTo>
                  <a:pt x="121105" y="78051"/>
                </a:lnTo>
                <a:lnTo>
                  <a:pt x="120976" y="78201"/>
                </a:lnTo>
                <a:lnTo>
                  <a:pt x="120840" y="78338"/>
                </a:lnTo>
                <a:lnTo>
                  <a:pt x="120703" y="78481"/>
                </a:lnTo>
                <a:lnTo>
                  <a:pt x="120552" y="78610"/>
                </a:lnTo>
                <a:lnTo>
                  <a:pt x="120473" y="78725"/>
                </a:lnTo>
                <a:lnTo>
                  <a:pt x="120294" y="78926"/>
                </a:lnTo>
                <a:lnTo>
                  <a:pt x="120043" y="79206"/>
                </a:lnTo>
                <a:lnTo>
                  <a:pt x="119720" y="79551"/>
                </a:lnTo>
                <a:lnTo>
                  <a:pt x="119347" y="79953"/>
                </a:lnTo>
                <a:lnTo>
                  <a:pt x="118930" y="80398"/>
                </a:lnTo>
                <a:lnTo>
                  <a:pt x="118478" y="80871"/>
                </a:lnTo>
                <a:lnTo>
                  <a:pt x="118012" y="81352"/>
                </a:lnTo>
                <a:lnTo>
                  <a:pt x="117538" y="81840"/>
                </a:lnTo>
                <a:lnTo>
                  <a:pt x="117064" y="82321"/>
                </a:lnTo>
                <a:lnTo>
                  <a:pt x="116612" y="82788"/>
                </a:lnTo>
                <a:lnTo>
                  <a:pt x="116196" y="83218"/>
                </a:lnTo>
                <a:lnTo>
                  <a:pt x="115808" y="83606"/>
                </a:lnTo>
                <a:lnTo>
                  <a:pt x="115471" y="83943"/>
                </a:lnTo>
                <a:lnTo>
                  <a:pt x="115206" y="84209"/>
                </a:lnTo>
                <a:lnTo>
                  <a:pt x="115012" y="84388"/>
                </a:lnTo>
                <a:lnTo>
                  <a:pt x="114775" y="84618"/>
                </a:lnTo>
                <a:lnTo>
                  <a:pt x="114538" y="84855"/>
                </a:lnTo>
                <a:lnTo>
                  <a:pt x="114308" y="85070"/>
                </a:lnTo>
                <a:lnTo>
                  <a:pt x="114079" y="85292"/>
                </a:lnTo>
                <a:lnTo>
                  <a:pt x="113849" y="85515"/>
                </a:lnTo>
                <a:lnTo>
                  <a:pt x="113612" y="85744"/>
                </a:lnTo>
                <a:lnTo>
                  <a:pt x="113383" y="85974"/>
                </a:lnTo>
                <a:lnTo>
                  <a:pt x="113146" y="86218"/>
                </a:lnTo>
                <a:lnTo>
                  <a:pt x="111639" y="87560"/>
                </a:lnTo>
                <a:lnTo>
                  <a:pt x="111488" y="87704"/>
                </a:lnTo>
                <a:lnTo>
                  <a:pt x="111387" y="87797"/>
                </a:lnTo>
                <a:lnTo>
                  <a:pt x="111301" y="87883"/>
                </a:lnTo>
                <a:lnTo>
                  <a:pt x="111151" y="87998"/>
                </a:lnTo>
                <a:lnTo>
                  <a:pt x="110892" y="88213"/>
                </a:lnTo>
                <a:lnTo>
                  <a:pt x="110562" y="88479"/>
                </a:lnTo>
                <a:lnTo>
                  <a:pt x="110196" y="88795"/>
                </a:lnTo>
                <a:lnTo>
                  <a:pt x="109794" y="89146"/>
                </a:lnTo>
                <a:lnTo>
                  <a:pt x="109363" y="89534"/>
                </a:lnTo>
                <a:lnTo>
                  <a:pt x="108911" y="89929"/>
                </a:lnTo>
                <a:lnTo>
                  <a:pt x="108445" y="90338"/>
                </a:lnTo>
                <a:lnTo>
                  <a:pt x="107971" y="90754"/>
                </a:lnTo>
                <a:lnTo>
                  <a:pt x="107505" y="91156"/>
                </a:lnTo>
                <a:lnTo>
                  <a:pt x="107060" y="91551"/>
                </a:lnTo>
                <a:lnTo>
                  <a:pt x="106629" y="91917"/>
                </a:lnTo>
                <a:lnTo>
                  <a:pt x="106234" y="92254"/>
                </a:lnTo>
                <a:lnTo>
                  <a:pt x="105868" y="92548"/>
                </a:lnTo>
                <a:lnTo>
                  <a:pt x="105560" y="92785"/>
                </a:lnTo>
                <a:lnTo>
                  <a:pt x="105430" y="92886"/>
                </a:lnTo>
                <a:lnTo>
                  <a:pt x="105308" y="92972"/>
                </a:lnTo>
                <a:lnTo>
                  <a:pt x="105201" y="93036"/>
                </a:lnTo>
                <a:lnTo>
                  <a:pt x="105107" y="93087"/>
                </a:lnTo>
                <a:lnTo>
                  <a:pt x="105029" y="93173"/>
                </a:lnTo>
                <a:lnTo>
                  <a:pt x="104892" y="93302"/>
                </a:lnTo>
                <a:lnTo>
                  <a:pt x="104713" y="93460"/>
                </a:lnTo>
                <a:lnTo>
                  <a:pt x="104490" y="93646"/>
                </a:lnTo>
                <a:lnTo>
                  <a:pt x="103930" y="94106"/>
                </a:lnTo>
                <a:lnTo>
                  <a:pt x="103241" y="94666"/>
                </a:lnTo>
                <a:lnTo>
                  <a:pt x="102445" y="95297"/>
                </a:lnTo>
                <a:lnTo>
                  <a:pt x="101576" y="95986"/>
                </a:lnTo>
                <a:lnTo>
                  <a:pt x="100651" y="96711"/>
                </a:lnTo>
                <a:lnTo>
                  <a:pt x="99696" y="97450"/>
                </a:lnTo>
                <a:lnTo>
                  <a:pt x="98741" y="98182"/>
                </a:lnTo>
                <a:lnTo>
                  <a:pt x="97808" y="98893"/>
                </a:lnTo>
                <a:lnTo>
                  <a:pt x="96926" y="99568"/>
                </a:lnTo>
                <a:lnTo>
                  <a:pt x="96115" y="100178"/>
                </a:lnTo>
                <a:lnTo>
                  <a:pt x="95411" y="100694"/>
                </a:lnTo>
                <a:lnTo>
                  <a:pt x="94823" y="101111"/>
                </a:lnTo>
                <a:lnTo>
                  <a:pt x="94586" y="101283"/>
                </a:lnTo>
                <a:lnTo>
                  <a:pt x="94392" y="101419"/>
                </a:lnTo>
                <a:lnTo>
                  <a:pt x="94241" y="101505"/>
                </a:lnTo>
                <a:lnTo>
                  <a:pt x="94134" y="101570"/>
                </a:lnTo>
                <a:lnTo>
                  <a:pt x="93897" y="101764"/>
                </a:lnTo>
                <a:lnTo>
                  <a:pt x="93524" y="102044"/>
                </a:lnTo>
                <a:lnTo>
                  <a:pt x="93036" y="102395"/>
                </a:lnTo>
                <a:lnTo>
                  <a:pt x="92462" y="102804"/>
                </a:lnTo>
                <a:lnTo>
                  <a:pt x="91801" y="103264"/>
                </a:lnTo>
                <a:lnTo>
                  <a:pt x="91105" y="103759"/>
                </a:lnTo>
                <a:lnTo>
                  <a:pt x="90359" y="104268"/>
                </a:lnTo>
                <a:lnTo>
                  <a:pt x="89605" y="104785"/>
                </a:lnTo>
                <a:lnTo>
                  <a:pt x="88844" y="105302"/>
                </a:lnTo>
                <a:lnTo>
                  <a:pt x="88105" y="105797"/>
                </a:lnTo>
                <a:lnTo>
                  <a:pt x="87409" y="106264"/>
                </a:lnTo>
                <a:lnTo>
                  <a:pt x="86770" y="106680"/>
                </a:lnTo>
                <a:lnTo>
                  <a:pt x="86210" y="107032"/>
                </a:lnTo>
                <a:lnTo>
                  <a:pt x="85744" y="107326"/>
                </a:lnTo>
                <a:lnTo>
                  <a:pt x="85543" y="107441"/>
                </a:lnTo>
                <a:lnTo>
                  <a:pt x="85392" y="107527"/>
                </a:lnTo>
                <a:lnTo>
                  <a:pt x="85256" y="107591"/>
                </a:lnTo>
                <a:lnTo>
                  <a:pt x="85170" y="107635"/>
                </a:lnTo>
                <a:lnTo>
                  <a:pt x="85098" y="107706"/>
                </a:lnTo>
                <a:lnTo>
                  <a:pt x="84962" y="107807"/>
                </a:lnTo>
                <a:lnTo>
                  <a:pt x="84782" y="107929"/>
                </a:lnTo>
                <a:lnTo>
                  <a:pt x="84552" y="108087"/>
                </a:lnTo>
                <a:lnTo>
                  <a:pt x="83971" y="108453"/>
                </a:lnTo>
                <a:lnTo>
                  <a:pt x="83232" y="108919"/>
                </a:lnTo>
                <a:lnTo>
                  <a:pt x="82371" y="109443"/>
                </a:lnTo>
                <a:lnTo>
                  <a:pt x="81416" y="110010"/>
                </a:lnTo>
                <a:lnTo>
                  <a:pt x="80397" y="110606"/>
                </a:lnTo>
                <a:lnTo>
                  <a:pt x="79328" y="111230"/>
                </a:lnTo>
                <a:lnTo>
                  <a:pt x="78251" y="111847"/>
                </a:lnTo>
                <a:lnTo>
                  <a:pt x="77196" y="112458"/>
                </a:lnTo>
                <a:lnTo>
                  <a:pt x="76177" y="113024"/>
                </a:lnTo>
                <a:lnTo>
                  <a:pt x="75229" y="113548"/>
                </a:lnTo>
                <a:lnTo>
                  <a:pt x="74375" y="114015"/>
                </a:lnTo>
                <a:lnTo>
                  <a:pt x="73658" y="114395"/>
                </a:lnTo>
                <a:lnTo>
                  <a:pt x="73349" y="114560"/>
                </a:lnTo>
                <a:lnTo>
                  <a:pt x="73091" y="114682"/>
                </a:lnTo>
                <a:lnTo>
                  <a:pt x="72868" y="114790"/>
                </a:lnTo>
                <a:lnTo>
                  <a:pt x="72696" y="114862"/>
                </a:lnTo>
                <a:lnTo>
                  <a:pt x="72438" y="115020"/>
                </a:lnTo>
                <a:lnTo>
                  <a:pt x="72179" y="115178"/>
                </a:lnTo>
                <a:lnTo>
                  <a:pt x="71899" y="115328"/>
                </a:lnTo>
                <a:lnTo>
                  <a:pt x="71612" y="115486"/>
                </a:lnTo>
                <a:lnTo>
                  <a:pt x="71009" y="115780"/>
                </a:lnTo>
                <a:lnTo>
                  <a:pt x="70385" y="116075"/>
                </a:lnTo>
                <a:lnTo>
                  <a:pt x="69761" y="116369"/>
                </a:lnTo>
                <a:lnTo>
                  <a:pt x="69136" y="116656"/>
                </a:lnTo>
                <a:lnTo>
                  <a:pt x="68541" y="116929"/>
                </a:lnTo>
                <a:lnTo>
                  <a:pt x="67974" y="117209"/>
                </a:lnTo>
                <a:lnTo>
                  <a:pt x="67679" y="117359"/>
                </a:lnTo>
                <a:lnTo>
                  <a:pt x="67378" y="117496"/>
                </a:lnTo>
                <a:lnTo>
                  <a:pt x="67076" y="117639"/>
                </a:lnTo>
                <a:lnTo>
                  <a:pt x="66775" y="117769"/>
                </a:lnTo>
                <a:lnTo>
                  <a:pt x="66481" y="117912"/>
                </a:lnTo>
                <a:lnTo>
                  <a:pt x="66172" y="118041"/>
                </a:lnTo>
                <a:lnTo>
                  <a:pt x="65871" y="118170"/>
                </a:lnTo>
                <a:lnTo>
                  <a:pt x="65576" y="118314"/>
                </a:lnTo>
                <a:lnTo>
                  <a:pt x="65311" y="118436"/>
                </a:lnTo>
                <a:lnTo>
                  <a:pt x="65017" y="118580"/>
                </a:lnTo>
                <a:lnTo>
                  <a:pt x="64686" y="118730"/>
                </a:lnTo>
                <a:lnTo>
                  <a:pt x="64342" y="118888"/>
                </a:lnTo>
                <a:lnTo>
                  <a:pt x="64005" y="119046"/>
                </a:lnTo>
                <a:lnTo>
                  <a:pt x="63674" y="119175"/>
                </a:lnTo>
                <a:lnTo>
                  <a:pt x="63366" y="119290"/>
                </a:lnTo>
                <a:lnTo>
                  <a:pt x="63100" y="119376"/>
                </a:lnTo>
                <a:lnTo>
                  <a:pt x="62756" y="119556"/>
                </a:lnTo>
                <a:lnTo>
                  <a:pt x="62368" y="119728"/>
                </a:lnTo>
                <a:lnTo>
                  <a:pt x="61959" y="119907"/>
                </a:lnTo>
                <a:lnTo>
                  <a:pt x="61536" y="120080"/>
                </a:lnTo>
                <a:lnTo>
                  <a:pt x="61098" y="120252"/>
                </a:lnTo>
                <a:lnTo>
                  <a:pt x="60674" y="120417"/>
                </a:lnTo>
                <a:lnTo>
                  <a:pt x="60258" y="120568"/>
                </a:lnTo>
                <a:lnTo>
                  <a:pt x="59885" y="120725"/>
                </a:lnTo>
                <a:lnTo>
                  <a:pt x="59533" y="120869"/>
                </a:lnTo>
                <a:lnTo>
                  <a:pt x="59052" y="121056"/>
                </a:lnTo>
                <a:lnTo>
                  <a:pt x="58478" y="121285"/>
                </a:lnTo>
                <a:lnTo>
                  <a:pt x="57825" y="121558"/>
                </a:lnTo>
                <a:lnTo>
                  <a:pt x="57093" y="121845"/>
                </a:lnTo>
                <a:lnTo>
                  <a:pt x="56311" y="122161"/>
                </a:lnTo>
                <a:lnTo>
                  <a:pt x="55507" y="122484"/>
                </a:lnTo>
                <a:lnTo>
                  <a:pt x="54696" y="122814"/>
                </a:lnTo>
                <a:lnTo>
                  <a:pt x="53878" y="123130"/>
                </a:lnTo>
                <a:lnTo>
                  <a:pt x="53088" y="123446"/>
                </a:lnTo>
                <a:lnTo>
                  <a:pt x="52349" y="123733"/>
                </a:lnTo>
                <a:lnTo>
                  <a:pt x="51674" y="123998"/>
                </a:lnTo>
                <a:lnTo>
                  <a:pt x="51072" y="124221"/>
                </a:lnTo>
                <a:lnTo>
                  <a:pt x="50569" y="124400"/>
                </a:lnTo>
                <a:lnTo>
                  <a:pt x="50196" y="124529"/>
                </a:lnTo>
                <a:lnTo>
                  <a:pt x="49945" y="124601"/>
                </a:lnTo>
                <a:lnTo>
                  <a:pt x="49830" y="124659"/>
                </a:lnTo>
                <a:lnTo>
                  <a:pt x="49643" y="124752"/>
                </a:lnTo>
                <a:lnTo>
                  <a:pt x="49385" y="124867"/>
                </a:lnTo>
                <a:lnTo>
                  <a:pt x="49069" y="124989"/>
                </a:lnTo>
                <a:lnTo>
                  <a:pt x="48294" y="125283"/>
                </a:lnTo>
                <a:lnTo>
                  <a:pt x="47426" y="125606"/>
                </a:lnTo>
                <a:lnTo>
                  <a:pt x="46529" y="125914"/>
                </a:lnTo>
                <a:lnTo>
                  <a:pt x="45703" y="126216"/>
                </a:lnTo>
                <a:lnTo>
                  <a:pt x="45021" y="126453"/>
                </a:lnTo>
                <a:lnTo>
                  <a:pt x="44576" y="126596"/>
                </a:lnTo>
                <a:lnTo>
                  <a:pt x="43464" y="126970"/>
                </a:lnTo>
                <a:lnTo>
                  <a:pt x="42373" y="127328"/>
                </a:lnTo>
                <a:lnTo>
                  <a:pt x="41289" y="127673"/>
                </a:lnTo>
                <a:lnTo>
                  <a:pt x="40213" y="128010"/>
                </a:lnTo>
                <a:lnTo>
                  <a:pt x="39151" y="128340"/>
                </a:lnTo>
                <a:lnTo>
                  <a:pt x="38074" y="128663"/>
                </a:lnTo>
                <a:lnTo>
                  <a:pt x="37005" y="128965"/>
                </a:lnTo>
                <a:lnTo>
                  <a:pt x="35928" y="129252"/>
                </a:lnTo>
                <a:lnTo>
                  <a:pt x="35390" y="129388"/>
                </a:lnTo>
                <a:lnTo>
                  <a:pt x="34844" y="129532"/>
                </a:lnTo>
                <a:lnTo>
                  <a:pt x="34299" y="129661"/>
                </a:lnTo>
                <a:lnTo>
                  <a:pt x="33761" y="129783"/>
                </a:lnTo>
                <a:lnTo>
                  <a:pt x="33208" y="129912"/>
                </a:lnTo>
                <a:lnTo>
                  <a:pt x="32648" y="130034"/>
                </a:lnTo>
                <a:lnTo>
                  <a:pt x="32103" y="130149"/>
                </a:lnTo>
                <a:lnTo>
                  <a:pt x="31543" y="130264"/>
                </a:lnTo>
                <a:lnTo>
                  <a:pt x="30976" y="130371"/>
                </a:lnTo>
                <a:lnTo>
                  <a:pt x="30402" y="130465"/>
                </a:lnTo>
                <a:lnTo>
                  <a:pt x="29835" y="130565"/>
                </a:lnTo>
                <a:lnTo>
                  <a:pt x="29253" y="130666"/>
                </a:lnTo>
                <a:lnTo>
                  <a:pt x="28672" y="130752"/>
                </a:lnTo>
                <a:lnTo>
                  <a:pt x="28076" y="130838"/>
                </a:lnTo>
                <a:lnTo>
                  <a:pt x="27481" y="130910"/>
                </a:lnTo>
                <a:lnTo>
                  <a:pt x="26878" y="130982"/>
                </a:lnTo>
                <a:lnTo>
                  <a:pt x="26454" y="131032"/>
                </a:lnTo>
                <a:lnTo>
                  <a:pt x="26017" y="131082"/>
                </a:lnTo>
                <a:lnTo>
                  <a:pt x="25586" y="131132"/>
                </a:lnTo>
                <a:lnTo>
                  <a:pt x="25155" y="131175"/>
                </a:lnTo>
                <a:lnTo>
                  <a:pt x="24718" y="131218"/>
                </a:lnTo>
                <a:lnTo>
                  <a:pt x="24287" y="131247"/>
                </a:lnTo>
                <a:lnTo>
                  <a:pt x="23849" y="131283"/>
                </a:lnTo>
                <a:lnTo>
                  <a:pt x="23411" y="131312"/>
                </a:lnTo>
                <a:lnTo>
                  <a:pt x="22966" y="131340"/>
                </a:lnTo>
                <a:lnTo>
                  <a:pt x="22536" y="131362"/>
                </a:lnTo>
                <a:lnTo>
                  <a:pt x="22098" y="131376"/>
                </a:lnTo>
                <a:lnTo>
                  <a:pt x="21653" y="131398"/>
                </a:lnTo>
                <a:lnTo>
                  <a:pt x="21222" y="131405"/>
                </a:lnTo>
                <a:lnTo>
                  <a:pt x="20785" y="131412"/>
                </a:lnTo>
                <a:lnTo>
                  <a:pt x="20347" y="131412"/>
                </a:lnTo>
                <a:lnTo>
                  <a:pt x="19923" y="131405"/>
                </a:lnTo>
                <a:lnTo>
                  <a:pt x="19701" y="131405"/>
                </a:lnTo>
                <a:lnTo>
                  <a:pt x="19493" y="131398"/>
                </a:lnTo>
                <a:lnTo>
                  <a:pt x="19285" y="131376"/>
                </a:lnTo>
                <a:lnTo>
                  <a:pt x="19076" y="131362"/>
                </a:lnTo>
                <a:lnTo>
                  <a:pt x="18883" y="131340"/>
                </a:lnTo>
                <a:lnTo>
                  <a:pt x="18682" y="131312"/>
                </a:lnTo>
                <a:lnTo>
                  <a:pt x="18488" y="131283"/>
                </a:lnTo>
                <a:lnTo>
                  <a:pt x="18294" y="131247"/>
                </a:lnTo>
                <a:lnTo>
                  <a:pt x="17921" y="131175"/>
                </a:lnTo>
                <a:lnTo>
                  <a:pt x="17555" y="131082"/>
                </a:lnTo>
                <a:lnTo>
                  <a:pt x="17203" y="130974"/>
                </a:lnTo>
                <a:lnTo>
                  <a:pt x="16859" y="130852"/>
                </a:lnTo>
                <a:lnTo>
                  <a:pt x="16529" y="130723"/>
                </a:lnTo>
                <a:lnTo>
                  <a:pt x="16213" y="130580"/>
                </a:lnTo>
                <a:lnTo>
                  <a:pt x="15897" y="130436"/>
                </a:lnTo>
                <a:lnTo>
                  <a:pt x="15596" y="130271"/>
                </a:lnTo>
                <a:lnTo>
                  <a:pt x="15301" y="130099"/>
                </a:lnTo>
                <a:lnTo>
                  <a:pt x="15007" y="129919"/>
                </a:lnTo>
                <a:lnTo>
                  <a:pt x="14727" y="129726"/>
                </a:lnTo>
                <a:lnTo>
                  <a:pt x="14447" y="129532"/>
                </a:lnTo>
                <a:lnTo>
                  <a:pt x="14210" y="129352"/>
                </a:lnTo>
                <a:lnTo>
                  <a:pt x="13974" y="129173"/>
                </a:lnTo>
                <a:lnTo>
                  <a:pt x="13758" y="128972"/>
                </a:lnTo>
                <a:lnTo>
                  <a:pt x="13529" y="128778"/>
                </a:lnTo>
                <a:lnTo>
                  <a:pt x="13306" y="128570"/>
                </a:lnTo>
                <a:lnTo>
                  <a:pt x="13091" y="128355"/>
                </a:lnTo>
                <a:lnTo>
                  <a:pt x="12875" y="128132"/>
                </a:lnTo>
                <a:lnTo>
                  <a:pt x="12660" y="127910"/>
                </a:lnTo>
                <a:lnTo>
                  <a:pt x="12459" y="127673"/>
                </a:lnTo>
                <a:lnTo>
                  <a:pt x="12251" y="127436"/>
                </a:lnTo>
                <a:lnTo>
                  <a:pt x="12057" y="127192"/>
                </a:lnTo>
                <a:lnTo>
                  <a:pt x="11856" y="126941"/>
                </a:lnTo>
                <a:lnTo>
                  <a:pt x="11663" y="126682"/>
                </a:lnTo>
                <a:lnTo>
                  <a:pt x="11469" y="126417"/>
                </a:lnTo>
                <a:lnTo>
                  <a:pt x="11282" y="126144"/>
                </a:lnTo>
                <a:lnTo>
                  <a:pt x="11096" y="125871"/>
                </a:lnTo>
                <a:lnTo>
                  <a:pt x="10916" y="125592"/>
                </a:lnTo>
                <a:lnTo>
                  <a:pt x="10737" y="125304"/>
                </a:lnTo>
                <a:lnTo>
                  <a:pt x="10557" y="125003"/>
                </a:lnTo>
                <a:lnTo>
                  <a:pt x="10385" y="124709"/>
                </a:lnTo>
                <a:lnTo>
                  <a:pt x="10213" y="124407"/>
                </a:lnTo>
                <a:lnTo>
                  <a:pt x="10041" y="124092"/>
                </a:lnTo>
                <a:lnTo>
                  <a:pt x="9883" y="123783"/>
                </a:lnTo>
                <a:lnTo>
                  <a:pt x="9718" y="123460"/>
                </a:lnTo>
                <a:lnTo>
                  <a:pt x="9560" y="123130"/>
                </a:lnTo>
                <a:lnTo>
                  <a:pt x="9402" y="122807"/>
                </a:lnTo>
                <a:lnTo>
                  <a:pt x="9244" y="122470"/>
                </a:lnTo>
                <a:lnTo>
                  <a:pt x="9093" y="122132"/>
                </a:lnTo>
                <a:lnTo>
                  <a:pt x="8792" y="121436"/>
                </a:lnTo>
                <a:lnTo>
                  <a:pt x="8505" y="120725"/>
                </a:lnTo>
                <a:lnTo>
                  <a:pt x="8268" y="120108"/>
                </a:lnTo>
                <a:lnTo>
                  <a:pt x="8031" y="119469"/>
                </a:lnTo>
                <a:lnTo>
                  <a:pt x="7794" y="118824"/>
                </a:lnTo>
                <a:lnTo>
                  <a:pt x="7564" y="118142"/>
                </a:lnTo>
                <a:lnTo>
                  <a:pt x="7335" y="117453"/>
                </a:lnTo>
                <a:lnTo>
                  <a:pt x="7112" y="116742"/>
                </a:lnTo>
                <a:lnTo>
                  <a:pt x="6890" y="116017"/>
                </a:lnTo>
                <a:lnTo>
                  <a:pt x="6667" y="115292"/>
                </a:lnTo>
                <a:lnTo>
                  <a:pt x="6452" y="114539"/>
                </a:lnTo>
                <a:lnTo>
                  <a:pt x="6244" y="113785"/>
                </a:lnTo>
                <a:lnTo>
                  <a:pt x="6029" y="113017"/>
                </a:lnTo>
                <a:lnTo>
                  <a:pt x="5820" y="112242"/>
                </a:lnTo>
                <a:lnTo>
                  <a:pt x="5627" y="111460"/>
                </a:lnTo>
                <a:lnTo>
                  <a:pt x="5419" y="110670"/>
                </a:lnTo>
                <a:lnTo>
                  <a:pt x="5232" y="109888"/>
                </a:lnTo>
                <a:lnTo>
                  <a:pt x="5031" y="109091"/>
                </a:lnTo>
                <a:lnTo>
                  <a:pt x="4665" y="107505"/>
                </a:lnTo>
                <a:lnTo>
                  <a:pt x="4320" y="105912"/>
                </a:lnTo>
                <a:lnTo>
                  <a:pt x="3983" y="104340"/>
                </a:lnTo>
                <a:lnTo>
                  <a:pt x="3667" y="102790"/>
                </a:lnTo>
                <a:lnTo>
                  <a:pt x="3373" y="101268"/>
                </a:lnTo>
                <a:lnTo>
                  <a:pt x="3108" y="99797"/>
                </a:lnTo>
                <a:lnTo>
                  <a:pt x="2856" y="98376"/>
                </a:lnTo>
                <a:lnTo>
                  <a:pt x="2627" y="97027"/>
                </a:lnTo>
                <a:lnTo>
                  <a:pt x="2505" y="96216"/>
                </a:lnTo>
                <a:lnTo>
                  <a:pt x="2375" y="95405"/>
                </a:lnTo>
                <a:lnTo>
                  <a:pt x="2253" y="94594"/>
                </a:lnTo>
                <a:lnTo>
                  <a:pt x="2139" y="93776"/>
                </a:lnTo>
                <a:lnTo>
                  <a:pt x="2017" y="92965"/>
                </a:lnTo>
                <a:lnTo>
                  <a:pt x="1916" y="92146"/>
                </a:lnTo>
                <a:lnTo>
                  <a:pt x="1808" y="91328"/>
                </a:lnTo>
                <a:lnTo>
                  <a:pt x="1701" y="90510"/>
                </a:lnTo>
                <a:lnTo>
                  <a:pt x="1600" y="89699"/>
                </a:lnTo>
                <a:lnTo>
                  <a:pt x="1500" y="88874"/>
                </a:lnTo>
                <a:lnTo>
                  <a:pt x="1414" y="88055"/>
                </a:lnTo>
                <a:lnTo>
                  <a:pt x="1320" y="87230"/>
                </a:lnTo>
                <a:lnTo>
                  <a:pt x="1234" y="86412"/>
                </a:lnTo>
                <a:lnTo>
                  <a:pt x="1148" y="85594"/>
                </a:lnTo>
                <a:lnTo>
                  <a:pt x="1069" y="84768"/>
                </a:lnTo>
                <a:lnTo>
                  <a:pt x="990" y="83950"/>
                </a:lnTo>
                <a:lnTo>
                  <a:pt x="911" y="83075"/>
                </a:lnTo>
                <a:lnTo>
                  <a:pt x="840" y="82206"/>
                </a:lnTo>
                <a:lnTo>
                  <a:pt x="775" y="81338"/>
                </a:lnTo>
                <a:lnTo>
                  <a:pt x="703" y="80477"/>
                </a:lnTo>
                <a:lnTo>
                  <a:pt x="646" y="79601"/>
                </a:lnTo>
                <a:lnTo>
                  <a:pt x="588" y="78740"/>
                </a:lnTo>
                <a:lnTo>
                  <a:pt x="531" y="77878"/>
                </a:lnTo>
                <a:lnTo>
                  <a:pt x="488" y="77017"/>
                </a:lnTo>
                <a:lnTo>
                  <a:pt x="438" y="76156"/>
                </a:lnTo>
                <a:lnTo>
                  <a:pt x="387" y="75288"/>
                </a:lnTo>
                <a:lnTo>
                  <a:pt x="337" y="74419"/>
                </a:lnTo>
                <a:lnTo>
                  <a:pt x="294" y="73558"/>
                </a:lnTo>
                <a:lnTo>
                  <a:pt x="244" y="72689"/>
                </a:lnTo>
                <a:lnTo>
                  <a:pt x="194" y="71814"/>
                </a:lnTo>
                <a:lnTo>
                  <a:pt x="151" y="70945"/>
                </a:lnTo>
                <a:lnTo>
                  <a:pt x="100" y="70070"/>
                </a:lnTo>
                <a:lnTo>
                  <a:pt x="72" y="69481"/>
                </a:lnTo>
                <a:lnTo>
                  <a:pt x="50" y="68893"/>
                </a:lnTo>
                <a:lnTo>
                  <a:pt x="21" y="68311"/>
                </a:lnTo>
                <a:lnTo>
                  <a:pt x="14" y="67730"/>
                </a:lnTo>
                <a:lnTo>
                  <a:pt x="7" y="67134"/>
                </a:lnTo>
                <a:lnTo>
                  <a:pt x="0" y="66553"/>
                </a:lnTo>
                <a:lnTo>
                  <a:pt x="0" y="65957"/>
                </a:lnTo>
                <a:lnTo>
                  <a:pt x="0" y="65376"/>
                </a:lnTo>
                <a:lnTo>
                  <a:pt x="21" y="64206"/>
                </a:lnTo>
                <a:lnTo>
                  <a:pt x="57" y="63029"/>
                </a:lnTo>
                <a:lnTo>
                  <a:pt x="100" y="61859"/>
                </a:lnTo>
                <a:lnTo>
                  <a:pt x="158" y="60689"/>
                </a:lnTo>
                <a:lnTo>
                  <a:pt x="222" y="59519"/>
                </a:lnTo>
                <a:lnTo>
                  <a:pt x="301" y="58350"/>
                </a:lnTo>
                <a:lnTo>
                  <a:pt x="387" y="57180"/>
                </a:lnTo>
                <a:lnTo>
                  <a:pt x="466" y="56017"/>
                </a:lnTo>
                <a:lnTo>
                  <a:pt x="567" y="54854"/>
                </a:lnTo>
                <a:lnTo>
                  <a:pt x="660" y="53692"/>
                </a:lnTo>
                <a:lnTo>
                  <a:pt x="753" y="52529"/>
                </a:lnTo>
                <a:lnTo>
                  <a:pt x="854" y="51374"/>
                </a:lnTo>
                <a:lnTo>
                  <a:pt x="911" y="50541"/>
                </a:lnTo>
                <a:lnTo>
                  <a:pt x="983" y="49716"/>
                </a:lnTo>
                <a:lnTo>
                  <a:pt x="1062" y="48883"/>
                </a:lnTo>
                <a:lnTo>
                  <a:pt x="1148" y="48065"/>
                </a:lnTo>
                <a:lnTo>
                  <a:pt x="1242" y="47232"/>
                </a:lnTo>
                <a:lnTo>
                  <a:pt x="1328" y="46414"/>
                </a:lnTo>
                <a:lnTo>
                  <a:pt x="1428" y="45589"/>
                </a:lnTo>
                <a:lnTo>
                  <a:pt x="1536" y="44771"/>
                </a:lnTo>
                <a:lnTo>
                  <a:pt x="1643" y="43952"/>
                </a:lnTo>
                <a:lnTo>
                  <a:pt x="1751" y="43127"/>
                </a:lnTo>
                <a:lnTo>
                  <a:pt x="1859" y="42316"/>
                </a:lnTo>
                <a:lnTo>
                  <a:pt x="1974" y="41491"/>
                </a:lnTo>
                <a:lnTo>
                  <a:pt x="2074" y="40680"/>
                </a:lnTo>
                <a:lnTo>
                  <a:pt x="2182" y="39869"/>
                </a:lnTo>
                <a:lnTo>
                  <a:pt x="2297" y="39058"/>
                </a:lnTo>
                <a:lnTo>
                  <a:pt x="2404" y="38240"/>
                </a:lnTo>
                <a:lnTo>
                  <a:pt x="2483" y="37701"/>
                </a:lnTo>
                <a:lnTo>
                  <a:pt x="2555" y="37156"/>
                </a:lnTo>
                <a:lnTo>
                  <a:pt x="2634" y="36603"/>
                </a:lnTo>
                <a:lnTo>
                  <a:pt x="2727" y="36058"/>
                </a:lnTo>
                <a:lnTo>
                  <a:pt x="2813" y="35498"/>
                </a:lnTo>
                <a:lnTo>
                  <a:pt x="2907" y="34938"/>
                </a:lnTo>
                <a:lnTo>
                  <a:pt x="3007" y="34385"/>
                </a:lnTo>
                <a:lnTo>
                  <a:pt x="3108" y="33833"/>
                </a:lnTo>
                <a:lnTo>
                  <a:pt x="3208" y="33273"/>
                </a:lnTo>
                <a:lnTo>
                  <a:pt x="3308" y="32720"/>
                </a:lnTo>
                <a:lnTo>
                  <a:pt x="3416" y="32175"/>
                </a:lnTo>
                <a:lnTo>
                  <a:pt x="3524" y="31622"/>
                </a:lnTo>
                <a:lnTo>
                  <a:pt x="3631" y="31077"/>
                </a:lnTo>
                <a:lnTo>
                  <a:pt x="3746" y="30546"/>
                </a:lnTo>
                <a:lnTo>
                  <a:pt x="3854" y="30015"/>
                </a:lnTo>
                <a:lnTo>
                  <a:pt x="3969" y="29483"/>
                </a:lnTo>
                <a:lnTo>
                  <a:pt x="4084" y="28945"/>
                </a:lnTo>
                <a:lnTo>
                  <a:pt x="4198" y="28421"/>
                </a:lnTo>
                <a:lnTo>
                  <a:pt x="4313" y="27890"/>
                </a:lnTo>
                <a:lnTo>
                  <a:pt x="4428" y="27366"/>
                </a:lnTo>
                <a:lnTo>
                  <a:pt x="4543" y="26842"/>
                </a:lnTo>
                <a:lnTo>
                  <a:pt x="4658" y="26318"/>
                </a:lnTo>
                <a:lnTo>
                  <a:pt x="4780" y="25787"/>
                </a:lnTo>
                <a:lnTo>
                  <a:pt x="4902" y="25256"/>
                </a:lnTo>
                <a:lnTo>
                  <a:pt x="4995" y="24840"/>
                </a:lnTo>
                <a:lnTo>
                  <a:pt x="5110" y="24330"/>
                </a:lnTo>
                <a:lnTo>
                  <a:pt x="5239" y="23756"/>
                </a:lnTo>
                <a:lnTo>
                  <a:pt x="5375" y="23146"/>
                </a:lnTo>
                <a:lnTo>
                  <a:pt x="5526" y="22550"/>
                </a:lnTo>
                <a:lnTo>
                  <a:pt x="5670" y="22012"/>
                </a:lnTo>
                <a:lnTo>
                  <a:pt x="5741" y="21768"/>
                </a:lnTo>
                <a:lnTo>
                  <a:pt x="5806" y="21553"/>
                </a:lnTo>
                <a:lnTo>
                  <a:pt x="5871" y="21366"/>
                </a:lnTo>
                <a:lnTo>
                  <a:pt x="5935" y="21208"/>
                </a:lnTo>
                <a:lnTo>
                  <a:pt x="6000" y="20857"/>
                </a:lnTo>
                <a:lnTo>
                  <a:pt x="6093" y="20469"/>
                </a:lnTo>
                <a:lnTo>
                  <a:pt x="6201" y="20074"/>
                </a:lnTo>
                <a:lnTo>
                  <a:pt x="6316" y="19665"/>
                </a:lnTo>
                <a:lnTo>
                  <a:pt x="6430" y="19249"/>
                </a:lnTo>
                <a:lnTo>
                  <a:pt x="6553" y="18847"/>
                </a:lnTo>
                <a:lnTo>
                  <a:pt x="6667" y="18467"/>
                </a:lnTo>
                <a:lnTo>
                  <a:pt x="6775" y="18108"/>
                </a:lnTo>
                <a:lnTo>
                  <a:pt x="6890" y="17735"/>
                </a:lnTo>
                <a:lnTo>
                  <a:pt x="7005" y="17354"/>
                </a:lnTo>
                <a:lnTo>
                  <a:pt x="7119" y="16988"/>
                </a:lnTo>
                <a:lnTo>
                  <a:pt x="7234" y="16615"/>
                </a:lnTo>
                <a:lnTo>
                  <a:pt x="7342" y="16249"/>
                </a:lnTo>
                <a:lnTo>
                  <a:pt x="7457" y="15883"/>
                </a:lnTo>
                <a:lnTo>
                  <a:pt x="7572" y="15517"/>
                </a:lnTo>
                <a:lnTo>
                  <a:pt x="7686" y="15144"/>
                </a:lnTo>
                <a:lnTo>
                  <a:pt x="7902" y="14469"/>
                </a:lnTo>
                <a:lnTo>
                  <a:pt x="8131" y="13744"/>
                </a:lnTo>
                <a:lnTo>
                  <a:pt x="8375" y="12976"/>
                </a:lnTo>
                <a:lnTo>
                  <a:pt x="8641" y="12215"/>
                </a:lnTo>
                <a:lnTo>
                  <a:pt x="8770" y="11828"/>
                </a:lnTo>
                <a:lnTo>
                  <a:pt x="8907" y="11455"/>
                </a:lnTo>
                <a:lnTo>
                  <a:pt x="9050" y="11089"/>
                </a:lnTo>
                <a:lnTo>
                  <a:pt x="9186" y="10737"/>
                </a:lnTo>
                <a:lnTo>
                  <a:pt x="9330" y="10400"/>
                </a:lnTo>
                <a:lnTo>
                  <a:pt x="9474" y="10077"/>
                </a:lnTo>
                <a:lnTo>
                  <a:pt x="9617" y="9775"/>
                </a:lnTo>
                <a:lnTo>
                  <a:pt x="9753" y="9495"/>
                </a:lnTo>
                <a:lnTo>
                  <a:pt x="9811" y="9337"/>
                </a:lnTo>
                <a:lnTo>
                  <a:pt x="9883" y="9165"/>
                </a:lnTo>
                <a:lnTo>
                  <a:pt x="9954" y="8986"/>
                </a:lnTo>
                <a:lnTo>
                  <a:pt x="10033" y="8799"/>
                </a:lnTo>
                <a:lnTo>
                  <a:pt x="10227" y="8397"/>
                </a:lnTo>
                <a:lnTo>
                  <a:pt x="10435" y="7974"/>
                </a:lnTo>
                <a:lnTo>
                  <a:pt x="10679" y="7543"/>
                </a:lnTo>
                <a:lnTo>
                  <a:pt x="10938" y="7091"/>
                </a:lnTo>
                <a:lnTo>
                  <a:pt x="11203" y="6646"/>
                </a:lnTo>
                <a:lnTo>
                  <a:pt x="11483" y="6194"/>
                </a:lnTo>
                <a:lnTo>
                  <a:pt x="11763" y="5756"/>
                </a:lnTo>
                <a:lnTo>
                  <a:pt x="12050" y="5340"/>
                </a:lnTo>
                <a:lnTo>
                  <a:pt x="12323" y="4945"/>
                </a:lnTo>
                <a:lnTo>
                  <a:pt x="12588" y="4572"/>
                </a:lnTo>
                <a:lnTo>
                  <a:pt x="12847" y="4249"/>
                </a:lnTo>
                <a:lnTo>
                  <a:pt x="13084" y="3948"/>
                </a:lnTo>
                <a:lnTo>
                  <a:pt x="13191" y="3825"/>
                </a:lnTo>
                <a:lnTo>
                  <a:pt x="13299" y="3711"/>
                </a:lnTo>
                <a:lnTo>
                  <a:pt x="13392" y="3617"/>
                </a:lnTo>
                <a:lnTo>
                  <a:pt x="13478" y="3524"/>
                </a:lnTo>
                <a:lnTo>
                  <a:pt x="13830" y="3201"/>
                </a:lnTo>
                <a:lnTo>
                  <a:pt x="14124" y="2907"/>
                </a:lnTo>
                <a:lnTo>
                  <a:pt x="14404" y="2634"/>
                </a:lnTo>
                <a:lnTo>
                  <a:pt x="14684" y="2383"/>
                </a:lnTo>
                <a:lnTo>
                  <a:pt x="14820" y="2261"/>
                </a:lnTo>
                <a:lnTo>
                  <a:pt x="14971" y="2139"/>
                </a:lnTo>
                <a:lnTo>
                  <a:pt x="15129" y="2010"/>
                </a:lnTo>
                <a:lnTo>
                  <a:pt x="15301" y="1881"/>
                </a:lnTo>
                <a:lnTo>
                  <a:pt x="15488" y="1751"/>
                </a:lnTo>
                <a:lnTo>
                  <a:pt x="15696" y="1608"/>
                </a:lnTo>
                <a:lnTo>
                  <a:pt x="15919" y="1471"/>
                </a:lnTo>
                <a:lnTo>
                  <a:pt x="16163" y="1321"/>
                </a:lnTo>
                <a:lnTo>
                  <a:pt x="16349" y="1213"/>
                </a:lnTo>
                <a:lnTo>
                  <a:pt x="16550" y="1098"/>
                </a:lnTo>
                <a:lnTo>
                  <a:pt x="16744" y="991"/>
                </a:lnTo>
                <a:lnTo>
                  <a:pt x="16959" y="897"/>
                </a:lnTo>
                <a:lnTo>
                  <a:pt x="17175" y="797"/>
                </a:lnTo>
                <a:lnTo>
                  <a:pt x="17390" y="696"/>
                </a:lnTo>
                <a:lnTo>
                  <a:pt x="17612" y="610"/>
                </a:lnTo>
                <a:lnTo>
                  <a:pt x="17842" y="524"/>
                </a:lnTo>
                <a:lnTo>
                  <a:pt x="18072" y="452"/>
                </a:lnTo>
                <a:lnTo>
                  <a:pt x="18316" y="381"/>
                </a:lnTo>
                <a:lnTo>
                  <a:pt x="18560" y="309"/>
                </a:lnTo>
                <a:lnTo>
                  <a:pt x="18804" y="251"/>
                </a:lnTo>
                <a:lnTo>
                  <a:pt x="19055" y="208"/>
                </a:lnTo>
                <a:lnTo>
                  <a:pt x="19299" y="172"/>
                </a:lnTo>
                <a:lnTo>
                  <a:pt x="19550" y="136"/>
                </a:lnTo>
                <a:lnTo>
                  <a:pt x="19816" y="122"/>
                </a:lnTo>
                <a:lnTo>
                  <a:pt x="19952" y="79"/>
                </a:lnTo>
                <a:lnTo>
                  <a:pt x="20139" y="50"/>
                </a:lnTo>
                <a:lnTo>
                  <a:pt x="20340" y="22"/>
                </a:lnTo>
                <a:lnTo>
                  <a:pt x="20591" y="7"/>
                </a:lnTo>
                <a:close/>
              </a:path>
            </a:pathLst>
          </a:custGeom>
          <a:gradFill>
            <a:gsLst>
              <a:gs pos="0">
                <a:srgbClr val="FFFFFF">
                  <a:alpha val="50000"/>
                </a:srgbClr>
              </a:gs>
              <a:gs pos="60000">
                <a:srgbClr val="FFFFFF"/>
              </a:gs>
            </a:gsLst>
            <a:lin ang="2700000"/>
          </a:gradFill>
        </p:spPr>
        <p:txBody>
          <a:bodyPr vert="horz" wrap="square" lIns="91440" tIns="45720" rIns="91440" bIns="45720" anchor="t">
            <a:prstTxWarp prst="textNoShape">
              <a:avLst/>
            </a:prstTxWarp>
            <a:noAutofit/>
          </a:bodyPr>
          <a:lstStyle/>
          <a:p>
            <a:pPr marL="0" marR="0" indent="0" algn="l" fontAlgn="auto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/>
          </a:p>
        </p:txBody>
      </p:sp>
      <p:sp>
        <p:nvSpPr>
          <p:cNvPr id="8" name="TextBox 8"/>
          <p:cNvSpPr txBox="1"/>
          <p:nvPr/>
        </p:nvSpPr>
        <p:spPr>
          <a:xfrm>
            <a:off x="660400" y="128587"/>
            <a:ext cx="10858500" cy="90011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marL="0" algn="l">
              <a:lnSpc>
                <a:spcPct val="90000"/>
              </a:lnSpc>
              <a:spcBef>
                <a:spcPct val="0"/>
              </a:spcBef>
              <a:defRPr/>
            </a:pPr>
            <a:r>
              <a:rPr lang="zh-CN" altLang="en-US" sz="2800" b="1" i="0" u="none" baseline="0">
                <a:solidFill>
                  <a:srgbClr val="000000"/>
                </a:solidFill>
                <a:latin typeface="微软雅黑"/>
                <a:ea typeface="微软雅黑"/>
              </a:rPr>
              <a:t>Example: Customer Analytics Dashboard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10795000" y="6540500"/>
            <a:ext cx="1270000" cy="1905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rtlCol="0" anchor="t"/>
          <a:lstStyle/>
          <a:p>
            <a:pPr algn="r">
              <a:defRPr/>
            </a:pPr>
            <a:r>
              <a:rPr lang="en-US" sz="800" b="0" i="0" u="none" baseline="0">
                <a:solidFill>
                  <a:srgbClr val="808080"/>
                </a:solidFill>
                <a:latin typeface="Microsoft YaHei"/>
                <a:ea typeface="Microsoft YaHei"/>
              </a:rPr>
              <a:t>内容由AI生成</a:t>
            </a:r>
            <a:endParaRPr lang="en-US" sz="110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xmlns="" id="{6729B6E3-A134-D372-1746-7318A8518787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79136" y="113665"/>
            <a:ext cx="2185863" cy="625157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title"/>
          </p:nvPr>
        </p:nvSpPr>
        <p:spPr>
          <a:xfrm>
            <a:off x="660400" y="128587"/>
            <a:ext cx="10858500" cy="900112"/>
          </a:xfrm>
        </p:spPr>
        <p:txBody>
          <a:bodyPr vert="horz" lIns="91440" tIns="45720" rIns="91440" bIns="45720" anchor="b">
            <a:normAutofit/>
          </a:bodyPr>
          <a:lstStyle/>
          <a:p>
            <a:pPr algn="l">
              <a:lnSpc>
                <a:spcPct val="90000"/>
              </a:lnSpc>
              <a:spcBef>
                <a:spcPct val="0"/>
              </a:spcBef>
            </a:pPr>
            <a:r>
              <a:rPr lang="en-US" altLang="zh-CN" sz="2800" b="1" i="0" u="none" baseline="0" dirty="0" smtClean="0">
                <a:solidFill>
                  <a:srgbClr val="000000"/>
                </a:solidFill>
                <a:latin typeface="微软雅黑"/>
                <a:ea typeface="微软雅黑"/>
              </a:rPr>
              <a:t>Customer</a:t>
            </a:r>
            <a:r>
              <a:rPr lang="en-US" altLang="zh-CN" sz="2800" b="1" i="0" u="none" dirty="0" smtClean="0">
                <a:solidFill>
                  <a:srgbClr val="000000"/>
                </a:solidFill>
                <a:latin typeface="微软雅黑"/>
                <a:ea typeface="微软雅黑"/>
              </a:rPr>
              <a:t> </a:t>
            </a:r>
            <a:r>
              <a:rPr lang="zh-CN" altLang="en-US" sz="2800" b="1" i="0" u="none" baseline="0" dirty="0" smtClean="0">
                <a:solidFill>
                  <a:srgbClr val="000000"/>
                </a:solidFill>
                <a:latin typeface="微软雅黑"/>
                <a:ea typeface="微软雅黑"/>
              </a:rPr>
              <a:t>Page </a:t>
            </a:r>
            <a:r>
              <a:rPr lang="zh-CN" altLang="en-US" sz="2800" b="1" i="0" u="none" baseline="0" dirty="0">
                <a:solidFill>
                  <a:srgbClr val="000000"/>
                </a:solidFill>
                <a:latin typeface="微软雅黑"/>
                <a:ea typeface="微软雅黑"/>
              </a:rPr>
              <a:t>Layout</a:t>
            </a:r>
          </a:p>
        </p:txBody>
      </p:sp>
      <p:sp>
        <p:nvSpPr>
          <p:cNvPr id="6" name="AutoShape 6"/>
          <p:cNvSpPr/>
          <p:nvPr/>
        </p:nvSpPr>
        <p:spPr>
          <a:xfrm>
            <a:off x="10795000" y="6540500"/>
            <a:ext cx="1270000" cy="1905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rtlCol="0" anchor="t"/>
          <a:lstStyle/>
          <a:p>
            <a:pPr algn="r">
              <a:defRPr/>
            </a:pPr>
            <a:r>
              <a:rPr lang="en-US" sz="800" b="0" i="0" u="none" baseline="0">
                <a:solidFill>
                  <a:srgbClr val="808080"/>
                </a:solidFill>
                <a:latin typeface="Microsoft YaHei"/>
                <a:ea typeface="Microsoft YaHei"/>
              </a:rPr>
              <a:t>内容由AI生成</a:t>
            </a:r>
            <a:endParaRPr lang="en-US" sz="110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74346" y="1145287"/>
            <a:ext cx="9614707" cy="5560313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xmlns="" id="{6729B6E3-A134-D372-1746-7318A8518787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79136" y="113665"/>
            <a:ext cx="2185863" cy="6251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941209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title"/>
          </p:nvPr>
        </p:nvSpPr>
        <p:spPr>
          <a:xfrm>
            <a:off x="660402" y="2687736"/>
            <a:ext cx="10858498" cy="923330"/>
          </a:xfrm>
        </p:spPr>
        <p:txBody>
          <a:bodyPr vert="horz" lIns="91440" tIns="45720" rIns="91440" bIns="45720" anchor="t">
            <a:normAutofit fontScale="90000"/>
          </a:bodyPr>
          <a:lstStyle/>
          <a:p>
            <a:pPr algn="ctr">
              <a:lnSpc>
                <a:spcPct val="100000"/>
              </a:lnSpc>
              <a:spcBef>
                <a:spcPct val="0"/>
              </a:spcBef>
              <a:buNone/>
            </a:pPr>
            <a:r>
              <a:rPr lang="zh-CN" altLang="en-US" sz="7167" b="1" i="0" u="none" baseline="0">
                <a:solidFill>
                  <a:srgbClr val="000000"/>
                </a:solidFill>
                <a:latin typeface="微软雅黑"/>
                <a:ea typeface="微软雅黑"/>
              </a:rPr>
              <a:t>Section 5: Insights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5430672" y="1579740"/>
            <a:ext cx="1330656" cy="1107996"/>
          </a:xfrm>
          <a:prstGeom prst="rect">
            <a:avLst/>
          </a:prstGeom>
        </p:spPr>
        <p:txBody>
          <a:bodyPr vert="horz" wrap="square" lIns="91440" tIns="45720" rIns="91440" bIns="45720" rtlCol="0" anchor="b">
            <a:spAutoFit/>
          </a:bodyPr>
          <a:lstStyle/>
          <a:p>
            <a:pPr marL="0" algn="l">
              <a:defRPr/>
            </a:pPr>
            <a:r>
              <a:rPr lang="en-US" sz="6600" b="0" i="0" u="none" baseline="0">
                <a:solidFill>
                  <a:srgbClr val="000000"/>
                </a:solidFill>
                <a:latin typeface="微软雅黑"/>
                <a:ea typeface="微软雅黑"/>
              </a:rPr>
              <a:t>05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10795000" y="6540500"/>
            <a:ext cx="1270000" cy="1905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rtlCol="0" anchor="t"/>
          <a:lstStyle/>
          <a:p>
            <a:pPr algn="r">
              <a:defRPr/>
            </a:pPr>
            <a:r>
              <a:rPr lang="en-US" sz="800" b="0" i="0" u="none" baseline="0">
                <a:solidFill>
                  <a:srgbClr val="808080"/>
                </a:solidFill>
                <a:latin typeface="Microsoft YaHei"/>
                <a:ea typeface="Microsoft YaHei"/>
              </a:rPr>
              <a:t>内容由AI生成</a:t>
            </a:r>
            <a:endParaRPr lang="en-US" sz="110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xmlns="" id="{6729B6E3-A134-D372-1746-7318A8518787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79136" y="113665"/>
            <a:ext cx="2185864" cy="625157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FFC717">
                <a:lumMod val="40000"/>
                <a:lumOff val="60000"/>
              </a:srgbClr>
            </a:gs>
            <a:gs pos="100000">
              <a:srgbClr val="FFC717">
                <a:alpha val="0"/>
                <a:lumMod val="20000"/>
                <a:lumOff val="80000"/>
              </a:srgbClr>
            </a:gs>
          </a:gsLst>
          <a:lin ang="162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660400" y="2999530"/>
            <a:ext cx="10858500" cy="3134570"/>
          </a:xfrm>
          <a:prstGeom prst="rect">
            <a:avLst/>
          </a:prstGeom>
          <a:blipFill>
            <a:blip r:embed="rId2"/>
            <a:stretch>
              <a:fillRect t="-65691" b="-65160"/>
            </a:stretch>
          </a:blipFill>
          <a:ln cap="flat" cmpd="sng">
            <a:prstDash val="solid"/>
          </a:ln>
        </p:spPr>
        <p:txBody>
          <a:bodyPr rot="0" vert="horz" wrap="square" lIns="91440" tIns="45720" rIns="91440" bIns="45720" anchor="t">
            <a:noAutofit/>
          </a:bodyPr>
          <a:lstStyle/>
          <a:p>
            <a:pPr marL="0" algn="ctr"/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1198496" y="1379531"/>
            <a:ext cx="3600000" cy="2880000"/>
          </a:xfrm>
          <a:prstGeom prst="roundRect">
            <a:avLst>
              <a:gd name="adj" fmla="val 4077"/>
            </a:avLst>
          </a:prstGeom>
          <a:gradFill>
            <a:gsLst>
              <a:gs pos="0">
                <a:srgbClr val="F54E1A">
                  <a:lumMod val="60000"/>
                  <a:lumOff val="40000"/>
                </a:srgbClr>
              </a:gs>
              <a:gs pos="60000">
                <a:srgbClr val="F54E1A"/>
              </a:gs>
            </a:gsLst>
            <a:lin ang="2700000"/>
          </a:gradFill>
          <a:ln cap="rnd" cmpd="sng">
            <a:prstDash val="solid"/>
          </a:ln>
          <a:effectLst>
            <a:outerShdw blurRad="254000" dist="127000" dir="5400000" algn="ctr" rotWithShape="0">
              <a:schemeClr val="accent1">
                <a:alpha val="20000"/>
              </a:schemeClr>
            </a:outerShdw>
          </a:effectLst>
        </p:spPr>
        <p:txBody>
          <a:bodyPr rot="0" vert="horz" wrap="square" lIns="91440" tIns="45720" rIns="91440" bIns="45720" anchor="ctr">
            <a:noAutofit/>
          </a:bodyPr>
          <a:lstStyle/>
          <a:p>
            <a:pPr marL="342900" indent="-342900" algn="ctr"/>
            <a:endParaRPr/>
          </a:p>
        </p:txBody>
      </p:sp>
      <p:cxnSp>
        <p:nvCxnSpPr>
          <p:cNvPr id="4" name="Connector 4"/>
          <p:cNvCxnSpPr/>
          <p:nvPr/>
        </p:nvCxnSpPr>
        <p:spPr>
          <a:xfrm>
            <a:off x="2818496" y="2245947"/>
            <a:ext cx="360000" cy="0"/>
          </a:xfrm>
          <a:prstGeom prst="line">
            <a:avLst/>
          </a:prstGeom>
          <a:ln w="25400" cap="flat" cmpd="sng">
            <a:solidFill>
              <a:srgbClr val="FFFFFF"/>
            </a:solidFill>
            <a:prstDash val="solid"/>
          </a:ln>
        </p:spPr>
      </p:cxnSp>
      <p:sp>
        <p:nvSpPr>
          <p:cNvPr id="5" name="TextBox 5"/>
          <p:cNvSpPr txBox="1"/>
          <p:nvPr/>
        </p:nvSpPr>
        <p:spPr>
          <a:xfrm>
            <a:off x="1329743" y="1735248"/>
            <a:ext cx="3337508" cy="369332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b">
            <a:spAutoFit/>
          </a:bodyPr>
          <a:lstStyle/>
          <a:p>
            <a:pPr marL="0" algn="ctr">
              <a:defRPr/>
            </a:pPr>
            <a:r>
              <a:rPr lang="zh-CN" altLang="en-US" sz="1800" b="1" i="0" u="none" baseline="0">
                <a:solidFill>
                  <a:srgbClr val="FFFFFF"/>
                </a:solidFill>
                <a:latin typeface="微软雅黑"/>
                <a:ea typeface="微软雅黑"/>
              </a:rPr>
              <a:t>Stable Performance</a:t>
            </a:r>
            <a:endParaRPr lang="en-US" sz="1100"/>
          </a:p>
        </p:txBody>
      </p:sp>
      <p:sp>
        <p:nvSpPr>
          <p:cNvPr id="6" name="TextBox 6"/>
          <p:cNvSpPr txBox="1"/>
          <p:nvPr/>
        </p:nvSpPr>
        <p:spPr>
          <a:xfrm>
            <a:off x="1329743" y="2387373"/>
            <a:ext cx="3337508" cy="1337203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t">
            <a:spAutoFit/>
          </a:bodyPr>
          <a:lstStyle/>
          <a:p>
            <a:pPr marL="0" algn="ctr">
              <a:lnSpc>
                <a:spcPct val="150000"/>
              </a:lnSpc>
              <a:defRPr/>
            </a:pPr>
            <a:r>
              <a:rPr lang="zh-CN" altLang="en-US" sz="1400" b="0" i="0" u="none" baseline="0">
                <a:solidFill>
                  <a:srgbClr val="FFFFFF"/>
                </a:solidFill>
                <a:latin typeface="微软雅黑"/>
                <a:ea typeface="微软雅黑"/>
              </a:rPr>
              <a:t>Revenue trend remained stable over the selected period. Peak sales occurred during the highest-performing month.</a:t>
            </a:r>
            <a:endParaRPr lang="en-US" sz="1100"/>
          </a:p>
        </p:txBody>
      </p:sp>
      <p:sp>
        <p:nvSpPr>
          <p:cNvPr id="7" name="Freeform 7"/>
          <p:cNvSpPr/>
          <p:nvPr/>
        </p:nvSpPr>
        <p:spPr>
          <a:xfrm>
            <a:off x="2741465" y="4031586"/>
            <a:ext cx="514063" cy="131413"/>
          </a:xfrm>
          <a:custGeom>
            <a:avLst/>
            <a:gdLst/>
            <a:ahLst/>
            <a:cxnLst/>
            <a:rect l="l" t="t" r="r" b="b"/>
            <a:pathLst>
              <a:path w="514063" h="131413">
                <a:moveTo>
                  <a:pt x="408080" y="1"/>
                </a:moveTo>
                <a:lnTo>
                  <a:pt x="408374" y="1"/>
                </a:lnTo>
                <a:lnTo>
                  <a:pt x="408697" y="8"/>
                </a:lnTo>
                <a:lnTo>
                  <a:pt x="409049" y="15"/>
                </a:lnTo>
                <a:lnTo>
                  <a:pt x="409802" y="59"/>
                </a:lnTo>
                <a:lnTo>
                  <a:pt x="410621" y="123"/>
                </a:lnTo>
                <a:lnTo>
                  <a:pt x="411475" y="195"/>
                </a:lnTo>
                <a:lnTo>
                  <a:pt x="412357" y="288"/>
                </a:lnTo>
                <a:lnTo>
                  <a:pt x="413240" y="389"/>
                </a:lnTo>
                <a:lnTo>
                  <a:pt x="414116" y="496"/>
                </a:lnTo>
                <a:lnTo>
                  <a:pt x="414948" y="604"/>
                </a:lnTo>
                <a:lnTo>
                  <a:pt x="415738" y="704"/>
                </a:lnTo>
                <a:lnTo>
                  <a:pt x="416456" y="805"/>
                </a:lnTo>
                <a:lnTo>
                  <a:pt x="417080" y="898"/>
                </a:lnTo>
                <a:lnTo>
                  <a:pt x="417597" y="977"/>
                </a:lnTo>
                <a:lnTo>
                  <a:pt x="417977" y="1049"/>
                </a:lnTo>
                <a:lnTo>
                  <a:pt x="418788" y="1207"/>
                </a:lnTo>
                <a:lnTo>
                  <a:pt x="419585" y="1372"/>
                </a:lnTo>
                <a:lnTo>
                  <a:pt x="420389" y="1544"/>
                </a:lnTo>
                <a:lnTo>
                  <a:pt x="421192" y="1724"/>
                </a:lnTo>
                <a:lnTo>
                  <a:pt x="421989" y="1917"/>
                </a:lnTo>
                <a:lnTo>
                  <a:pt x="422793" y="2118"/>
                </a:lnTo>
                <a:lnTo>
                  <a:pt x="423589" y="2326"/>
                </a:lnTo>
                <a:lnTo>
                  <a:pt x="424393" y="2549"/>
                </a:lnTo>
                <a:lnTo>
                  <a:pt x="425190" y="2771"/>
                </a:lnTo>
                <a:lnTo>
                  <a:pt x="425994" y="3001"/>
                </a:lnTo>
                <a:lnTo>
                  <a:pt x="426790" y="3238"/>
                </a:lnTo>
                <a:lnTo>
                  <a:pt x="427587" y="3482"/>
                </a:lnTo>
                <a:lnTo>
                  <a:pt x="428384" y="3740"/>
                </a:lnTo>
                <a:lnTo>
                  <a:pt x="429180" y="3992"/>
                </a:lnTo>
                <a:lnTo>
                  <a:pt x="429977" y="4257"/>
                </a:lnTo>
                <a:lnTo>
                  <a:pt x="430774" y="4530"/>
                </a:lnTo>
                <a:lnTo>
                  <a:pt x="431563" y="4795"/>
                </a:lnTo>
                <a:lnTo>
                  <a:pt x="432353" y="5075"/>
                </a:lnTo>
                <a:lnTo>
                  <a:pt x="433142" y="5362"/>
                </a:lnTo>
                <a:lnTo>
                  <a:pt x="433917" y="5649"/>
                </a:lnTo>
                <a:lnTo>
                  <a:pt x="434707" y="5937"/>
                </a:lnTo>
                <a:lnTo>
                  <a:pt x="435489" y="6238"/>
                </a:lnTo>
                <a:lnTo>
                  <a:pt x="436271" y="6539"/>
                </a:lnTo>
                <a:lnTo>
                  <a:pt x="437039" y="6841"/>
                </a:lnTo>
                <a:lnTo>
                  <a:pt x="438582" y="7451"/>
                </a:lnTo>
                <a:lnTo>
                  <a:pt x="440111" y="8075"/>
                </a:lnTo>
                <a:lnTo>
                  <a:pt x="441633" y="8707"/>
                </a:lnTo>
                <a:lnTo>
                  <a:pt x="443125" y="9338"/>
                </a:lnTo>
                <a:lnTo>
                  <a:pt x="443369" y="9439"/>
                </a:lnTo>
                <a:lnTo>
                  <a:pt x="443635" y="9547"/>
                </a:lnTo>
                <a:lnTo>
                  <a:pt x="443915" y="9654"/>
                </a:lnTo>
                <a:lnTo>
                  <a:pt x="444195" y="9762"/>
                </a:lnTo>
                <a:lnTo>
                  <a:pt x="444467" y="9877"/>
                </a:lnTo>
                <a:lnTo>
                  <a:pt x="444726" y="9992"/>
                </a:lnTo>
                <a:lnTo>
                  <a:pt x="444963" y="10114"/>
                </a:lnTo>
                <a:lnTo>
                  <a:pt x="445185" y="10236"/>
                </a:lnTo>
                <a:lnTo>
                  <a:pt x="445357" y="10286"/>
                </a:lnTo>
                <a:lnTo>
                  <a:pt x="445551" y="10350"/>
                </a:lnTo>
                <a:lnTo>
                  <a:pt x="445745" y="10415"/>
                </a:lnTo>
                <a:lnTo>
                  <a:pt x="445946" y="10487"/>
                </a:lnTo>
                <a:lnTo>
                  <a:pt x="446362" y="10659"/>
                </a:lnTo>
                <a:lnTo>
                  <a:pt x="446778" y="10846"/>
                </a:lnTo>
                <a:lnTo>
                  <a:pt x="447209" y="11032"/>
                </a:lnTo>
                <a:lnTo>
                  <a:pt x="447618" y="11212"/>
                </a:lnTo>
                <a:lnTo>
                  <a:pt x="448013" y="11391"/>
                </a:lnTo>
                <a:lnTo>
                  <a:pt x="448379" y="11542"/>
                </a:lnTo>
                <a:lnTo>
                  <a:pt x="448932" y="11772"/>
                </a:lnTo>
                <a:lnTo>
                  <a:pt x="449499" y="12008"/>
                </a:lnTo>
                <a:lnTo>
                  <a:pt x="450073" y="12252"/>
                </a:lnTo>
                <a:lnTo>
                  <a:pt x="450654" y="12511"/>
                </a:lnTo>
                <a:lnTo>
                  <a:pt x="451250" y="12776"/>
                </a:lnTo>
                <a:lnTo>
                  <a:pt x="451845" y="13035"/>
                </a:lnTo>
                <a:lnTo>
                  <a:pt x="452456" y="13315"/>
                </a:lnTo>
                <a:lnTo>
                  <a:pt x="453051" y="13587"/>
                </a:lnTo>
                <a:lnTo>
                  <a:pt x="453654" y="13867"/>
                </a:lnTo>
                <a:lnTo>
                  <a:pt x="454243" y="14147"/>
                </a:lnTo>
                <a:lnTo>
                  <a:pt x="454838" y="14427"/>
                </a:lnTo>
                <a:lnTo>
                  <a:pt x="455420" y="14693"/>
                </a:lnTo>
                <a:lnTo>
                  <a:pt x="455987" y="14972"/>
                </a:lnTo>
                <a:lnTo>
                  <a:pt x="456539" y="15245"/>
                </a:lnTo>
                <a:lnTo>
                  <a:pt x="457078" y="15518"/>
                </a:lnTo>
                <a:lnTo>
                  <a:pt x="457594" y="15776"/>
                </a:lnTo>
                <a:lnTo>
                  <a:pt x="458341" y="16157"/>
                </a:lnTo>
                <a:lnTo>
                  <a:pt x="459087" y="16544"/>
                </a:lnTo>
                <a:lnTo>
                  <a:pt x="459841" y="16932"/>
                </a:lnTo>
                <a:lnTo>
                  <a:pt x="460580" y="17319"/>
                </a:lnTo>
                <a:lnTo>
                  <a:pt x="461319" y="17714"/>
                </a:lnTo>
                <a:lnTo>
                  <a:pt x="462044" y="18109"/>
                </a:lnTo>
                <a:lnTo>
                  <a:pt x="462776" y="18511"/>
                </a:lnTo>
                <a:lnTo>
                  <a:pt x="463508" y="18913"/>
                </a:lnTo>
                <a:lnTo>
                  <a:pt x="464233" y="19322"/>
                </a:lnTo>
                <a:lnTo>
                  <a:pt x="464944" y="19731"/>
                </a:lnTo>
                <a:lnTo>
                  <a:pt x="465654" y="20140"/>
                </a:lnTo>
                <a:lnTo>
                  <a:pt x="466357" y="20549"/>
                </a:lnTo>
                <a:lnTo>
                  <a:pt x="467054" y="20958"/>
                </a:lnTo>
                <a:lnTo>
                  <a:pt x="467750" y="21382"/>
                </a:lnTo>
                <a:lnTo>
                  <a:pt x="468439" y="21798"/>
                </a:lnTo>
                <a:lnTo>
                  <a:pt x="469106" y="22228"/>
                </a:lnTo>
                <a:lnTo>
                  <a:pt x="469810" y="22666"/>
                </a:lnTo>
                <a:lnTo>
                  <a:pt x="470506" y="23104"/>
                </a:lnTo>
                <a:lnTo>
                  <a:pt x="471195" y="23542"/>
                </a:lnTo>
                <a:lnTo>
                  <a:pt x="471884" y="23973"/>
                </a:lnTo>
                <a:lnTo>
                  <a:pt x="472566" y="24417"/>
                </a:lnTo>
                <a:lnTo>
                  <a:pt x="473247" y="24855"/>
                </a:lnTo>
                <a:lnTo>
                  <a:pt x="473929" y="25300"/>
                </a:lnTo>
                <a:lnTo>
                  <a:pt x="474604" y="25760"/>
                </a:lnTo>
                <a:lnTo>
                  <a:pt x="475314" y="26233"/>
                </a:lnTo>
                <a:lnTo>
                  <a:pt x="476011" y="26714"/>
                </a:lnTo>
                <a:lnTo>
                  <a:pt x="476692" y="27181"/>
                </a:lnTo>
                <a:lnTo>
                  <a:pt x="477345" y="27647"/>
                </a:lnTo>
                <a:lnTo>
                  <a:pt x="477999" y="28106"/>
                </a:lnTo>
                <a:lnTo>
                  <a:pt x="478630" y="28566"/>
                </a:lnTo>
                <a:lnTo>
                  <a:pt x="479262" y="29018"/>
                </a:lnTo>
                <a:lnTo>
                  <a:pt x="479886" y="29477"/>
                </a:lnTo>
                <a:lnTo>
                  <a:pt x="480503" y="29929"/>
                </a:lnTo>
                <a:lnTo>
                  <a:pt x="481121" y="30389"/>
                </a:lnTo>
                <a:lnTo>
                  <a:pt x="481745" y="30855"/>
                </a:lnTo>
                <a:lnTo>
                  <a:pt x="482369" y="31322"/>
                </a:lnTo>
                <a:lnTo>
                  <a:pt x="483008" y="31796"/>
                </a:lnTo>
                <a:lnTo>
                  <a:pt x="483647" y="32269"/>
                </a:lnTo>
                <a:lnTo>
                  <a:pt x="484300" y="32764"/>
                </a:lnTo>
                <a:lnTo>
                  <a:pt x="484975" y="33260"/>
                </a:lnTo>
                <a:lnTo>
                  <a:pt x="485599" y="33733"/>
                </a:lnTo>
                <a:lnTo>
                  <a:pt x="486231" y="34229"/>
                </a:lnTo>
                <a:lnTo>
                  <a:pt x="486862" y="34738"/>
                </a:lnTo>
                <a:lnTo>
                  <a:pt x="487487" y="35248"/>
                </a:lnTo>
                <a:lnTo>
                  <a:pt x="488104" y="35750"/>
                </a:lnTo>
                <a:lnTo>
                  <a:pt x="488721" y="36260"/>
                </a:lnTo>
                <a:lnTo>
                  <a:pt x="489338" y="36755"/>
                </a:lnTo>
                <a:lnTo>
                  <a:pt x="489934" y="37221"/>
                </a:lnTo>
                <a:lnTo>
                  <a:pt x="501891" y="47743"/>
                </a:lnTo>
                <a:lnTo>
                  <a:pt x="502121" y="47965"/>
                </a:lnTo>
                <a:lnTo>
                  <a:pt x="502343" y="48195"/>
                </a:lnTo>
                <a:lnTo>
                  <a:pt x="502551" y="48425"/>
                </a:lnTo>
                <a:lnTo>
                  <a:pt x="502752" y="48654"/>
                </a:lnTo>
                <a:lnTo>
                  <a:pt x="502953" y="48884"/>
                </a:lnTo>
                <a:lnTo>
                  <a:pt x="503140" y="49107"/>
                </a:lnTo>
                <a:lnTo>
                  <a:pt x="503326" y="49322"/>
                </a:lnTo>
                <a:lnTo>
                  <a:pt x="503527" y="49516"/>
                </a:lnTo>
                <a:lnTo>
                  <a:pt x="504101" y="50083"/>
                </a:lnTo>
                <a:lnTo>
                  <a:pt x="504719" y="50707"/>
                </a:lnTo>
                <a:lnTo>
                  <a:pt x="505357" y="51367"/>
                </a:lnTo>
                <a:lnTo>
                  <a:pt x="505996" y="52056"/>
                </a:lnTo>
                <a:lnTo>
                  <a:pt x="506642" y="52753"/>
                </a:lnTo>
                <a:lnTo>
                  <a:pt x="507245" y="53442"/>
                </a:lnTo>
                <a:lnTo>
                  <a:pt x="507539" y="53779"/>
                </a:lnTo>
                <a:lnTo>
                  <a:pt x="507819" y="54116"/>
                </a:lnTo>
                <a:lnTo>
                  <a:pt x="508092" y="54439"/>
                </a:lnTo>
                <a:lnTo>
                  <a:pt x="508336" y="54741"/>
                </a:lnTo>
                <a:lnTo>
                  <a:pt x="508917" y="55458"/>
                </a:lnTo>
                <a:lnTo>
                  <a:pt x="509427" y="56097"/>
                </a:lnTo>
                <a:lnTo>
                  <a:pt x="509664" y="56398"/>
                </a:lnTo>
                <a:lnTo>
                  <a:pt x="509886" y="56700"/>
                </a:lnTo>
                <a:lnTo>
                  <a:pt x="510101" y="56994"/>
                </a:lnTo>
                <a:lnTo>
                  <a:pt x="510317" y="57281"/>
                </a:lnTo>
                <a:lnTo>
                  <a:pt x="510525" y="57583"/>
                </a:lnTo>
                <a:lnTo>
                  <a:pt x="510726" y="57891"/>
                </a:lnTo>
                <a:lnTo>
                  <a:pt x="510934" y="58200"/>
                </a:lnTo>
                <a:lnTo>
                  <a:pt x="511142" y="58530"/>
                </a:lnTo>
                <a:lnTo>
                  <a:pt x="511350" y="58875"/>
                </a:lnTo>
                <a:lnTo>
                  <a:pt x="511573" y="59241"/>
                </a:lnTo>
                <a:lnTo>
                  <a:pt x="511802" y="59643"/>
                </a:lnTo>
                <a:lnTo>
                  <a:pt x="512046" y="60066"/>
                </a:lnTo>
                <a:lnTo>
                  <a:pt x="512197" y="60346"/>
                </a:lnTo>
                <a:lnTo>
                  <a:pt x="512355" y="60683"/>
                </a:lnTo>
                <a:lnTo>
                  <a:pt x="512534" y="61049"/>
                </a:lnTo>
                <a:lnTo>
                  <a:pt x="512714" y="61458"/>
                </a:lnTo>
                <a:lnTo>
                  <a:pt x="512900" y="61896"/>
                </a:lnTo>
                <a:lnTo>
                  <a:pt x="513087" y="62363"/>
                </a:lnTo>
                <a:lnTo>
                  <a:pt x="513259" y="62851"/>
                </a:lnTo>
                <a:lnTo>
                  <a:pt x="513432" y="63339"/>
                </a:lnTo>
                <a:lnTo>
                  <a:pt x="513589" y="63841"/>
                </a:lnTo>
                <a:lnTo>
                  <a:pt x="513733" y="64343"/>
                </a:lnTo>
                <a:lnTo>
                  <a:pt x="513790" y="64588"/>
                </a:lnTo>
                <a:lnTo>
                  <a:pt x="513848" y="64839"/>
                </a:lnTo>
                <a:lnTo>
                  <a:pt x="513905" y="65083"/>
                </a:lnTo>
                <a:lnTo>
                  <a:pt x="513948" y="65320"/>
                </a:lnTo>
                <a:lnTo>
                  <a:pt x="513991" y="65549"/>
                </a:lnTo>
                <a:lnTo>
                  <a:pt x="514020" y="65779"/>
                </a:lnTo>
                <a:lnTo>
                  <a:pt x="514042" y="66001"/>
                </a:lnTo>
                <a:lnTo>
                  <a:pt x="514056" y="66217"/>
                </a:lnTo>
                <a:lnTo>
                  <a:pt x="514063" y="66425"/>
                </a:lnTo>
                <a:lnTo>
                  <a:pt x="514063" y="66626"/>
                </a:lnTo>
                <a:lnTo>
                  <a:pt x="514049" y="66812"/>
                </a:lnTo>
                <a:lnTo>
                  <a:pt x="514020" y="66992"/>
                </a:lnTo>
                <a:lnTo>
                  <a:pt x="513948" y="67401"/>
                </a:lnTo>
                <a:lnTo>
                  <a:pt x="513869" y="67796"/>
                </a:lnTo>
                <a:lnTo>
                  <a:pt x="513783" y="68190"/>
                </a:lnTo>
                <a:lnTo>
                  <a:pt x="513683" y="68564"/>
                </a:lnTo>
                <a:lnTo>
                  <a:pt x="513589" y="68944"/>
                </a:lnTo>
                <a:lnTo>
                  <a:pt x="513482" y="69310"/>
                </a:lnTo>
                <a:lnTo>
                  <a:pt x="513367" y="69676"/>
                </a:lnTo>
                <a:lnTo>
                  <a:pt x="513245" y="70028"/>
                </a:lnTo>
                <a:lnTo>
                  <a:pt x="513116" y="70372"/>
                </a:lnTo>
                <a:lnTo>
                  <a:pt x="512979" y="70717"/>
                </a:lnTo>
                <a:lnTo>
                  <a:pt x="512843" y="71054"/>
                </a:lnTo>
                <a:lnTo>
                  <a:pt x="512699" y="71384"/>
                </a:lnTo>
                <a:lnTo>
                  <a:pt x="512542" y="71714"/>
                </a:lnTo>
                <a:lnTo>
                  <a:pt x="512391" y="72037"/>
                </a:lnTo>
                <a:lnTo>
                  <a:pt x="512226" y="72353"/>
                </a:lnTo>
                <a:lnTo>
                  <a:pt x="512061" y="72669"/>
                </a:lnTo>
                <a:lnTo>
                  <a:pt x="511888" y="72985"/>
                </a:lnTo>
                <a:lnTo>
                  <a:pt x="511709" y="73286"/>
                </a:lnTo>
                <a:lnTo>
                  <a:pt x="511522" y="73595"/>
                </a:lnTo>
                <a:lnTo>
                  <a:pt x="511336" y="73896"/>
                </a:lnTo>
                <a:lnTo>
                  <a:pt x="511149" y="74190"/>
                </a:lnTo>
                <a:lnTo>
                  <a:pt x="510948" y="74492"/>
                </a:lnTo>
                <a:lnTo>
                  <a:pt x="510755" y="74793"/>
                </a:lnTo>
                <a:lnTo>
                  <a:pt x="510546" y="75088"/>
                </a:lnTo>
                <a:lnTo>
                  <a:pt x="510137" y="75669"/>
                </a:lnTo>
                <a:lnTo>
                  <a:pt x="509699" y="76265"/>
                </a:lnTo>
                <a:lnTo>
                  <a:pt x="509262" y="76846"/>
                </a:lnTo>
                <a:lnTo>
                  <a:pt x="508810" y="77434"/>
                </a:lnTo>
                <a:lnTo>
                  <a:pt x="508558" y="77750"/>
                </a:lnTo>
                <a:lnTo>
                  <a:pt x="508314" y="78052"/>
                </a:lnTo>
                <a:lnTo>
                  <a:pt x="508185" y="78202"/>
                </a:lnTo>
                <a:lnTo>
                  <a:pt x="508049" y="78339"/>
                </a:lnTo>
                <a:lnTo>
                  <a:pt x="507912" y="78482"/>
                </a:lnTo>
                <a:lnTo>
                  <a:pt x="507762" y="78611"/>
                </a:lnTo>
                <a:lnTo>
                  <a:pt x="507683" y="78726"/>
                </a:lnTo>
                <a:lnTo>
                  <a:pt x="507503" y="78927"/>
                </a:lnTo>
                <a:lnTo>
                  <a:pt x="507252" y="79207"/>
                </a:lnTo>
                <a:lnTo>
                  <a:pt x="506929" y="79552"/>
                </a:lnTo>
                <a:lnTo>
                  <a:pt x="506556" y="79954"/>
                </a:lnTo>
                <a:lnTo>
                  <a:pt x="506140" y="80399"/>
                </a:lnTo>
                <a:lnTo>
                  <a:pt x="505688" y="80872"/>
                </a:lnTo>
                <a:lnTo>
                  <a:pt x="505221" y="81353"/>
                </a:lnTo>
                <a:lnTo>
                  <a:pt x="504747" y="81841"/>
                </a:lnTo>
                <a:lnTo>
                  <a:pt x="504274" y="82322"/>
                </a:lnTo>
                <a:lnTo>
                  <a:pt x="503822" y="82789"/>
                </a:lnTo>
                <a:lnTo>
                  <a:pt x="503405" y="83219"/>
                </a:lnTo>
                <a:lnTo>
                  <a:pt x="503018" y="83607"/>
                </a:lnTo>
                <a:lnTo>
                  <a:pt x="502680" y="83944"/>
                </a:lnTo>
                <a:lnTo>
                  <a:pt x="502415" y="84210"/>
                </a:lnTo>
                <a:lnTo>
                  <a:pt x="502221" y="84389"/>
                </a:lnTo>
                <a:lnTo>
                  <a:pt x="501984" y="84619"/>
                </a:lnTo>
                <a:lnTo>
                  <a:pt x="501747" y="84856"/>
                </a:lnTo>
                <a:lnTo>
                  <a:pt x="501518" y="85071"/>
                </a:lnTo>
                <a:lnTo>
                  <a:pt x="501288" y="85293"/>
                </a:lnTo>
                <a:lnTo>
                  <a:pt x="501058" y="85516"/>
                </a:lnTo>
                <a:lnTo>
                  <a:pt x="500822" y="85745"/>
                </a:lnTo>
                <a:lnTo>
                  <a:pt x="500592" y="85975"/>
                </a:lnTo>
                <a:lnTo>
                  <a:pt x="500355" y="86219"/>
                </a:lnTo>
                <a:lnTo>
                  <a:pt x="498848" y="87561"/>
                </a:lnTo>
                <a:lnTo>
                  <a:pt x="498697" y="87705"/>
                </a:lnTo>
                <a:lnTo>
                  <a:pt x="498597" y="87798"/>
                </a:lnTo>
                <a:lnTo>
                  <a:pt x="498511" y="87884"/>
                </a:lnTo>
                <a:lnTo>
                  <a:pt x="498360" y="87999"/>
                </a:lnTo>
                <a:lnTo>
                  <a:pt x="498101" y="88214"/>
                </a:lnTo>
                <a:lnTo>
                  <a:pt x="497771" y="88480"/>
                </a:lnTo>
                <a:lnTo>
                  <a:pt x="497405" y="88796"/>
                </a:lnTo>
                <a:lnTo>
                  <a:pt x="497003" y="89147"/>
                </a:lnTo>
                <a:lnTo>
                  <a:pt x="496573" y="89535"/>
                </a:lnTo>
                <a:lnTo>
                  <a:pt x="496121" y="89930"/>
                </a:lnTo>
                <a:lnTo>
                  <a:pt x="495654" y="90339"/>
                </a:lnTo>
                <a:lnTo>
                  <a:pt x="495180" y="90755"/>
                </a:lnTo>
                <a:lnTo>
                  <a:pt x="494714" y="91157"/>
                </a:lnTo>
                <a:lnTo>
                  <a:pt x="494269" y="91552"/>
                </a:lnTo>
                <a:lnTo>
                  <a:pt x="493838" y="91918"/>
                </a:lnTo>
                <a:lnTo>
                  <a:pt x="493444" y="92255"/>
                </a:lnTo>
                <a:lnTo>
                  <a:pt x="493077" y="92549"/>
                </a:lnTo>
                <a:lnTo>
                  <a:pt x="492769" y="92786"/>
                </a:lnTo>
                <a:lnTo>
                  <a:pt x="492640" y="92887"/>
                </a:lnTo>
                <a:lnTo>
                  <a:pt x="492518" y="92973"/>
                </a:lnTo>
                <a:lnTo>
                  <a:pt x="492410" y="93037"/>
                </a:lnTo>
                <a:lnTo>
                  <a:pt x="492317" y="93088"/>
                </a:lnTo>
                <a:lnTo>
                  <a:pt x="492238" y="93174"/>
                </a:lnTo>
                <a:lnTo>
                  <a:pt x="492101" y="93303"/>
                </a:lnTo>
                <a:lnTo>
                  <a:pt x="491922" y="93461"/>
                </a:lnTo>
                <a:lnTo>
                  <a:pt x="491700" y="93647"/>
                </a:lnTo>
                <a:lnTo>
                  <a:pt x="491140" y="94107"/>
                </a:lnTo>
                <a:lnTo>
                  <a:pt x="490451" y="94667"/>
                </a:lnTo>
                <a:lnTo>
                  <a:pt x="489654" y="95298"/>
                </a:lnTo>
                <a:lnTo>
                  <a:pt x="488786" y="95987"/>
                </a:lnTo>
                <a:lnTo>
                  <a:pt x="487860" y="96712"/>
                </a:lnTo>
                <a:lnTo>
                  <a:pt x="486905" y="97451"/>
                </a:lnTo>
                <a:lnTo>
                  <a:pt x="485951" y="98183"/>
                </a:lnTo>
                <a:lnTo>
                  <a:pt x="485018" y="98894"/>
                </a:lnTo>
                <a:lnTo>
                  <a:pt x="484135" y="99569"/>
                </a:lnTo>
                <a:lnTo>
                  <a:pt x="483324" y="100179"/>
                </a:lnTo>
                <a:lnTo>
                  <a:pt x="482621" y="100695"/>
                </a:lnTo>
                <a:lnTo>
                  <a:pt x="482032" y="101112"/>
                </a:lnTo>
                <a:lnTo>
                  <a:pt x="481795" y="101284"/>
                </a:lnTo>
                <a:lnTo>
                  <a:pt x="481601" y="101420"/>
                </a:lnTo>
                <a:lnTo>
                  <a:pt x="481451" y="101506"/>
                </a:lnTo>
                <a:lnTo>
                  <a:pt x="481343" y="101571"/>
                </a:lnTo>
                <a:lnTo>
                  <a:pt x="481106" y="101765"/>
                </a:lnTo>
                <a:lnTo>
                  <a:pt x="480733" y="102045"/>
                </a:lnTo>
                <a:lnTo>
                  <a:pt x="480245" y="102396"/>
                </a:lnTo>
                <a:lnTo>
                  <a:pt x="479671" y="102805"/>
                </a:lnTo>
                <a:lnTo>
                  <a:pt x="479011" y="103265"/>
                </a:lnTo>
                <a:lnTo>
                  <a:pt x="478314" y="103760"/>
                </a:lnTo>
                <a:lnTo>
                  <a:pt x="477568" y="104269"/>
                </a:lnTo>
                <a:lnTo>
                  <a:pt x="476814" y="104786"/>
                </a:lnTo>
                <a:lnTo>
                  <a:pt x="476054" y="105303"/>
                </a:lnTo>
                <a:lnTo>
                  <a:pt x="475314" y="105798"/>
                </a:lnTo>
                <a:lnTo>
                  <a:pt x="474618" y="106265"/>
                </a:lnTo>
                <a:lnTo>
                  <a:pt x="473979" y="106681"/>
                </a:lnTo>
                <a:lnTo>
                  <a:pt x="473420" y="107033"/>
                </a:lnTo>
                <a:lnTo>
                  <a:pt x="472953" y="107327"/>
                </a:lnTo>
                <a:lnTo>
                  <a:pt x="472752" y="107442"/>
                </a:lnTo>
                <a:lnTo>
                  <a:pt x="472601" y="107528"/>
                </a:lnTo>
                <a:lnTo>
                  <a:pt x="472465" y="107592"/>
                </a:lnTo>
                <a:lnTo>
                  <a:pt x="472379" y="107636"/>
                </a:lnTo>
                <a:lnTo>
                  <a:pt x="472307" y="107707"/>
                </a:lnTo>
                <a:lnTo>
                  <a:pt x="472171" y="107808"/>
                </a:lnTo>
                <a:lnTo>
                  <a:pt x="471991" y="107930"/>
                </a:lnTo>
                <a:lnTo>
                  <a:pt x="471762" y="108088"/>
                </a:lnTo>
                <a:lnTo>
                  <a:pt x="471180" y="108454"/>
                </a:lnTo>
                <a:lnTo>
                  <a:pt x="470441" y="108920"/>
                </a:lnTo>
                <a:lnTo>
                  <a:pt x="469580" y="109444"/>
                </a:lnTo>
                <a:lnTo>
                  <a:pt x="468625" y="110011"/>
                </a:lnTo>
                <a:lnTo>
                  <a:pt x="467606" y="110607"/>
                </a:lnTo>
                <a:lnTo>
                  <a:pt x="466537" y="111231"/>
                </a:lnTo>
                <a:lnTo>
                  <a:pt x="465460" y="111848"/>
                </a:lnTo>
                <a:lnTo>
                  <a:pt x="464405" y="112459"/>
                </a:lnTo>
                <a:lnTo>
                  <a:pt x="463386" y="113025"/>
                </a:lnTo>
                <a:lnTo>
                  <a:pt x="462439" y="113549"/>
                </a:lnTo>
                <a:lnTo>
                  <a:pt x="461585" y="114016"/>
                </a:lnTo>
                <a:lnTo>
                  <a:pt x="460867" y="114396"/>
                </a:lnTo>
                <a:lnTo>
                  <a:pt x="460558" y="114561"/>
                </a:lnTo>
                <a:lnTo>
                  <a:pt x="460300" y="114683"/>
                </a:lnTo>
                <a:lnTo>
                  <a:pt x="460078" y="114791"/>
                </a:lnTo>
                <a:lnTo>
                  <a:pt x="459905" y="114863"/>
                </a:lnTo>
                <a:lnTo>
                  <a:pt x="459647" y="115021"/>
                </a:lnTo>
                <a:lnTo>
                  <a:pt x="459389" y="115179"/>
                </a:lnTo>
                <a:lnTo>
                  <a:pt x="459109" y="115329"/>
                </a:lnTo>
                <a:lnTo>
                  <a:pt x="458822" y="115487"/>
                </a:lnTo>
                <a:lnTo>
                  <a:pt x="458219" y="115781"/>
                </a:lnTo>
                <a:lnTo>
                  <a:pt x="457594" y="116076"/>
                </a:lnTo>
                <a:lnTo>
                  <a:pt x="456970" y="116370"/>
                </a:lnTo>
                <a:lnTo>
                  <a:pt x="456345" y="116657"/>
                </a:lnTo>
                <a:lnTo>
                  <a:pt x="455750" y="116930"/>
                </a:lnTo>
                <a:lnTo>
                  <a:pt x="455183" y="117210"/>
                </a:lnTo>
                <a:lnTo>
                  <a:pt x="454889" y="117360"/>
                </a:lnTo>
                <a:lnTo>
                  <a:pt x="454587" y="117497"/>
                </a:lnTo>
                <a:lnTo>
                  <a:pt x="454286" y="117640"/>
                </a:lnTo>
                <a:lnTo>
                  <a:pt x="453984" y="117770"/>
                </a:lnTo>
                <a:lnTo>
                  <a:pt x="453690" y="117913"/>
                </a:lnTo>
                <a:lnTo>
                  <a:pt x="453381" y="118042"/>
                </a:lnTo>
                <a:lnTo>
                  <a:pt x="453080" y="118171"/>
                </a:lnTo>
                <a:lnTo>
                  <a:pt x="452786" y="118315"/>
                </a:lnTo>
                <a:lnTo>
                  <a:pt x="452520" y="118437"/>
                </a:lnTo>
                <a:lnTo>
                  <a:pt x="452226" y="118581"/>
                </a:lnTo>
                <a:lnTo>
                  <a:pt x="451896" y="118731"/>
                </a:lnTo>
                <a:lnTo>
                  <a:pt x="451551" y="118889"/>
                </a:lnTo>
                <a:lnTo>
                  <a:pt x="451214" y="119047"/>
                </a:lnTo>
                <a:lnTo>
                  <a:pt x="450884" y="119176"/>
                </a:lnTo>
                <a:lnTo>
                  <a:pt x="450575" y="119291"/>
                </a:lnTo>
                <a:lnTo>
                  <a:pt x="450310" y="119377"/>
                </a:lnTo>
                <a:lnTo>
                  <a:pt x="449965" y="119557"/>
                </a:lnTo>
                <a:lnTo>
                  <a:pt x="449578" y="119729"/>
                </a:lnTo>
                <a:lnTo>
                  <a:pt x="449168" y="119908"/>
                </a:lnTo>
                <a:lnTo>
                  <a:pt x="448745" y="120081"/>
                </a:lnTo>
                <a:lnTo>
                  <a:pt x="448307" y="120253"/>
                </a:lnTo>
                <a:lnTo>
                  <a:pt x="447884" y="120418"/>
                </a:lnTo>
                <a:lnTo>
                  <a:pt x="447467" y="120569"/>
                </a:lnTo>
                <a:lnTo>
                  <a:pt x="447094" y="120726"/>
                </a:lnTo>
                <a:lnTo>
                  <a:pt x="446743" y="120870"/>
                </a:lnTo>
                <a:lnTo>
                  <a:pt x="446262" y="121057"/>
                </a:lnTo>
                <a:lnTo>
                  <a:pt x="445688" y="121286"/>
                </a:lnTo>
                <a:lnTo>
                  <a:pt x="445034" y="121559"/>
                </a:lnTo>
                <a:lnTo>
                  <a:pt x="444302" y="121846"/>
                </a:lnTo>
                <a:lnTo>
                  <a:pt x="443520" y="122162"/>
                </a:lnTo>
                <a:lnTo>
                  <a:pt x="442716" y="122485"/>
                </a:lnTo>
                <a:lnTo>
                  <a:pt x="441905" y="122815"/>
                </a:lnTo>
                <a:lnTo>
                  <a:pt x="441087" y="123131"/>
                </a:lnTo>
                <a:lnTo>
                  <a:pt x="440298" y="123447"/>
                </a:lnTo>
                <a:lnTo>
                  <a:pt x="439558" y="123734"/>
                </a:lnTo>
                <a:lnTo>
                  <a:pt x="438884" y="123999"/>
                </a:lnTo>
                <a:lnTo>
                  <a:pt x="438281" y="124222"/>
                </a:lnTo>
                <a:lnTo>
                  <a:pt x="437778" y="124401"/>
                </a:lnTo>
                <a:lnTo>
                  <a:pt x="437405" y="124530"/>
                </a:lnTo>
                <a:lnTo>
                  <a:pt x="437154" y="124602"/>
                </a:lnTo>
                <a:lnTo>
                  <a:pt x="437039" y="124660"/>
                </a:lnTo>
                <a:lnTo>
                  <a:pt x="436853" y="124753"/>
                </a:lnTo>
                <a:lnTo>
                  <a:pt x="436594" y="124868"/>
                </a:lnTo>
                <a:lnTo>
                  <a:pt x="436278" y="124990"/>
                </a:lnTo>
                <a:lnTo>
                  <a:pt x="435503" y="125284"/>
                </a:lnTo>
                <a:lnTo>
                  <a:pt x="434635" y="125607"/>
                </a:lnTo>
                <a:lnTo>
                  <a:pt x="433738" y="125915"/>
                </a:lnTo>
                <a:lnTo>
                  <a:pt x="432912" y="126217"/>
                </a:lnTo>
                <a:lnTo>
                  <a:pt x="432231" y="126454"/>
                </a:lnTo>
                <a:lnTo>
                  <a:pt x="431786" y="126597"/>
                </a:lnTo>
                <a:lnTo>
                  <a:pt x="430673" y="126971"/>
                </a:lnTo>
                <a:lnTo>
                  <a:pt x="429582" y="127329"/>
                </a:lnTo>
                <a:lnTo>
                  <a:pt x="428499" y="127674"/>
                </a:lnTo>
                <a:lnTo>
                  <a:pt x="427422" y="128011"/>
                </a:lnTo>
                <a:lnTo>
                  <a:pt x="426360" y="128341"/>
                </a:lnTo>
                <a:lnTo>
                  <a:pt x="425283" y="128664"/>
                </a:lnTo>
                <a:lnTo>
                  <a:pt x="424214" y="128966"/>
                </a:lnTo>
                <a:lnTo>
                  <a:pt x="423137" y="129253"/>
                </a:lnTo>
                <a:lnTo>
                  <a:pt x="422599" y="129389"/>
                </a:lnTo>
                <a:lnTo>
                  <a:pt x="422054" y="129533"/>
                </a:lnTo>
                <a:lnTo>
                  <a:pt x="421508" y="129662"/>
                </a:lnTo>
                <a:lnTo>
                  <a:pt x="420970" y="129784"/>
                </a:lnTo>
                <a:lnTo>
                  <a:pt x="420417" y="129913"/>
                </a:lnTo>
                <a:lnTo>
                  <a:pt x="419857" y="130035"/>
                </a:lnTo>
                <a:lnTo>
                  <a:pt x="419312" y="130150"/>
                </a:lnTo>
                <a:lnTo>
                  <a:pt x="418752" y="130265"/>
                </a:lnTo>
                <a:lnTo>
                  <a:pt x="418185" y="130372"/>
                </a:lnTo>
                <a:lnTo>
                  <a:pt x="417611" y="130466"/>
                </a:lnTo>
                <a:lnTo>
                  <a:pt x="417044" y="130566"/>
                </a:lnTo>
                <a:lnTo>
                  <a:pt x="416463" y="130667"/>
                </a:lnTo>
                <a:lnTo>
                  <a:pt x="415881" y="130753"/>
                </a:lnTo>
                <a:lnTo>
                  <a:pt x="415286" y="130839"/>
                </a:lnTo>
                <a:lnTo>
                  <a:pt x="414690" y="130911"/>
                </a:lnTo>
                <a:lnTo>
                  <a:pt x="414087" y="130983"/>
                </a:lnTo>
                <a:lnTo>
                  <a:pt x="413664" y="131033"/>
                </a:lnTo>
                <a:lnTo>
                  <a:pt x="413226" y="131083"/>
                </a:lnTo>
                <a:lnTo>
                  <a:pt x="412795" y="131133"/>
                </a:lnTo>
                <a:lnTo>
                  <a:pt x="412365" y="131176"/>
                </a:lnTo>
                <a:lnTo>
                  <a:pt x="411927" y="131219"/>
                </a:lnTo>
                <a:lnTo>
                  <a:pt x="411496" y="131248"/>
                </a:lnTo>
                <a:lnTo>
                  <a:pt x="411058" y="131284"/>
                </a:lnTo>
                <a:lnTo>
                  <a:pt x="410621" y="131313"/>
                </a:lnTo>
                <a:lnTo>
                  <a:pt x="410176" y="131341"/>
                </a:lnTo>
                <a:lnTo>
                  <a:pt x="409745" y="131363"/>
                </a:lnTo>
                <a:lnTo>
                  <a:pt x="409307" y="131377"/>
                </a:lnTo>
                <a:lnTo>
                  <a:pt x="408862" y="131399"/>
                </a:lnTo>
                <a:lnTo>
                  <a:pt x="408432" y="131406"/>
                </a:lnTo>
                <a:lnTo>
                  <a:pt x="407994" y="131413"/>
                </a:lnTo>
                <a:lnTo>
                  <a:pt x="407556" y="131413"/>
                </a:lnTo>
                <a:lnTo>
                  <a:pt x="407133" y="131406"/>
                </a:lnTo>
                <a:lnTo>
                  <a:pt x="406910" y="131406"/>
                </a:lnTo>
                <a:lnTo>
                  <a:pt x="406702" y="131399"/>
                </a:lnTo>
                <a:lnTo>
                  <a:pt x="406494" y="131377"/>
                </a:lnTo>
                <a:lnTo>
                  <a:pt x="406286" y="131363"/>
                </a:lnTo>
                <a:lnTo>
                  <a:pt x="406092" y="131341"/>
                </a:lnTo>
                <a:lnTo>
                  <a:pt x="405891" y="131313"/>
                </a:lnTo>
                <a:lnTo>
                  <a:pt x="405697" y="131284"/>
                </a:lnTo>
                <a:lnTo>
                  <a:pt x="405503" y="131248"/>
                </a:lnTo>
                <a:lnTo>
                  <a:pt x="405130" y="131176"/>
                </a:lnTo>
                <a:lnTo>
                  <a:pt x="404764" y="131083"/>
                </a:lnTo>
                <a:lnTo>
                  <a:pt x="404412" y="130975"/>
                </a:lnTo>
                <a:lnTo>
                  <a:pt x="404068" y="130853"/>
                </a:lnTo>
                <a:lnTo>
                  <a:pt x="403738" y="130724"/>
                </a:lnTo>
                <a:lnTo>
                  <a:pt x="403422" y="130581"/>
                </a:lnTo>
                <a:lnTo>
                  <a:pt x="403106" y="130437"/>
                </a:lnTo>
                <a:lnTo>
                  <a:pt x="402805" y="130272"/>
                </a:lnTo>
                <a:lnTo>
                  <a:pt x="402511" y="130100"/>
                </a:lnTo>
                <a:lnTo>
                  <a:pt x="402216" y="129920"/>
                </a:lnTo>
                <a:lnTo>
                  <a:pt x="401936" y="129727"/>
                </a:lnTo>
                <a:lnTo>
                  <a:pt x="401656" y="129533"/>
                </a:lnTo>
                <a:lnTo>
                  <a:pt x="401420" y="129353"/>
                </a:lnTo>
                <a:lnTo>
                  <a:pt x="401183" y="129174"/>
                </a:lnTo>
                <a:lnTo>
                  <a:pt x="400967" y="128973"/>
                </a:lnTo>
                <a:lnTo>
                  <a:pt x="400738" y="128779"/>
                </a:lnTo>
                <a:lnTo>
                  <a:pt x="400515" y="128571"/>
                </a:lnTo>
                <a:lnTo>
                  <a:pt x="400300" y="128356"/>
                </a:lnTo>
                <a:lnTo>
                  <a:pt x="400085" y="128133"/>
                </a:lnTo>
                <a:lnTo>
                  <a:pt x="399869" y="127911"/>
                </a:lnTo>
                <a:lnTo>
                  <a:pt x="399668" y="127674"/>
                </a:lnTo>
                <a:lnTo>
                  <a:pt x="399460" y="127437"/>
                </a:lnTo>
                <a:lnTo>
                  <a:pt x="399267" y="127193"/>
                </a:lnTo>
                <a:lnTo>
                  <a:pt x="399066" y="126942"/>
                </a:lnTo>
                <a:lnTo>
                  <a:pt x="398872" y="126683"/>
                </a:lnTo>
                <a:lnTo>
                  <a:pt x="398678" y="126418"/>
                </a:lnTo>
                <a:lnTo>
                  <a:pt x="398491" y="126145"/>
                </a:lnTo>
                <a:lnTo>
                  <a:pt x="398305" y="125872"/>
                </a:lnTo>
                <a:lnTo>
                  <a:pt x="398125" y="125593"/>
                </a:lnTo>
                <a:lnTo>
                  <a:pt x="397946" y="125305"/>
                </a:lnTo>
                <a:lnTo>
                  <a:pt x="397767" y="125004"/>
                </a:lnTo>
                <a:lnTo>
                  <a:pt x="397594" y="124710"/>
                </a:lnTo>
                <a:lnTo>
                  <a:pt x="397422" y="124408"/>
                </a:lnTo>
                <a:lnTo>
                  <a:pt x="397250" y="124093"/>
                </a:lnTo>
                <a:lnTo>
                  <a:pt x="397092" y="123784"/>
                </a:lnTo>
                <a:lnTo>
                  <a:pt x="396927" y="123461"/>
                </a:lnTo>
                <a:lnTo>
                  <a:pt x="396769" y="123131"/>
                </a:lnTo>
                <a:lnTo>
                  <a:pt x="396611" y="122808"/>
                </a:lnTo>
                <a:lnTo>
                  <a:pt x="396453" y="122471"/>
                </a:lnTo>
                <a:lnTo>
                  <a:pt x="396302" y="122133"/>
                </a:lnTo>
                <a:lnTo>
                  <a:pt x="396001" y="121437"/>
                </a:lnTo>
                <a:lnTo>
                  <a:pt x="395714" y="120726"/>
                </a:lnTo>
                <a:lnTo>
                  <a:pt x="395477" y="120109"/>
                </a:lnTo>
                <a:lnTo>
                  <a:pt x="395240" y="119470"/>
                </a:lnTo>
                <a:lnTo>
                  <a:pt x="395003" y="118825"/>
                </a:lnTo>
                <a:lnTo>
                  <a:pt x="394774" y="118143"/>
                </a:lnTo>
                <a:lnTo>
                  <a:pt x="394544" y="117454"/>
                </a:lnTo>
                <a:lnTo>
                  <a:pt x="394322" y="116743"/>
                </a:lnTo>
                <a:lnTo>
                  <a:pt x="394099" y="116018"/>
                </a:lnTo>
                <a:lnTo>
                  <a:pt x="393877" y="115293"/>
                </a:lnTo>
                <a:lnTo>
                  <a:pt x="393661" y="114540"/>
                </a:lnTo>
                <a:lnTo>
                  <a:pt x="393453" y="113786"/>
                </a:lnTo>
                <a:lnTo>
                  <a:pt x="393238" y="113018"/>
                </a:lnTo>
                <a:lnTo>
                  <a:pt x="393030" y="112243"/>
                </a:lnTo>
                <a:lnTo>
                  <a:pt x="392836" y="111461"/>
                </a:lnTo>
                <a:lnTo>
                  <a:pt x="392628" y="110671"/>
                </a:lnTo>
                <a:lnTo>
                  <a:pt x="392441" y="109889"/>
                </a:lnTo>
                <a:lnTo>
                  <a:pt x="392240" y="109092"/>
                </a:lnTo>
                <a:lnTo>
                  <a:pt x="391874" y="107506"/>
                </a:lnTo>
                <a:lnTo>
                  <a:pt x="391530" y="105913"/>
                </a:lnTo>
                <a:lnTo>
                  <a:pt x="391192" y="104341"/>
                </a:lnTo>
                <a:lnTo>
                  <a:pt x="390877" y="102791"/>
                </a:lnTo>
                <a:lnTo>
                  <a:pt x="390582" y="101269"/>
                </a:lnTo>
                <a:lnTo>
                  <a:pt x="390317" y="99798"/>
                </a:lnTo>
                <a:lnTo>
                  <a:pt x="390066" y="98377"/>
                </a:lnTo>
                <a:lnTo>
                  <a:pt x="389836" y="97028"/>
                </a:lnTo>
                <a:lnTo>
                  <a:pt x="389714" y="96217"/>
                </a:lnTo>
                <a:lnTo>
                  <a:pt x="389585" y="95406"/>
                </a:lnTo>
                <a:lnTo>
                  <a:pt x="389463" y="94595"/>
                </a:lnTo>
                <a:lnTo>
                  <a:pt x="389348" y="93777"/>
                </a:lnTo>
                <a:lnTo>
                  <a:pt x="389226" y="92966"/>
                </a:lnTo>
                <a:lnTo>
                  <a:pt x="389125" y="92147"/>
                </a:lnTo>
                <a:lnTo>
                  <a:pt x="389018" y="91329"/>
                </a:lnTo>
                <a:lnTo>
                  <a:pt x="388910" y="90511"/>
                </a:lnTo>
                <a:lnTo>
                  <a:pt x="388810" y="89700"/>
                </a:lnTo>
                <a:lnTo>
                  <a:pt x="388709" y="88875"/>
                </a:lnTo>
                <a:lnTo>
                  <a:pt x="388623" y="88056"/>
                </a:lnTo>
                <a:lnTo>
                  <a:pt x="388530" y="87231"/>
                </a:lnTo>
                <a:lnTo>
                  <a:pt x="388444" y="86413"/>
                </a:lnTo>
                <a:lnTo>
                  <a:pt x="388357" y="85595"/>
                </a:lnTo>
                <a:lnTo>
                  <a:pt x="388279" y="84769"/>
                </a:lnTo>
                <a:lnTo>
                  <a:pt x="388200" y="83951"/>
                </a:lnTo>
                <a:lnTo>
                  <a:pt x="388121" y="83076"/>
                </a:lnTo>
                <a:lnTo>
                  <a:pt x="388049" y="82207"/>
                </a:lnTo>
                <a:lnTo>
                  <a:pt x="387984" y="81339"/>
                </a:lnTo>
                <a:lnTo>
                  <a:pt x="387912" y="80478"/>
                </a:lnTo>
                <a:lnTo>
                  <a:pt x="387855" y="79602"/>
                </a:lnTo>
                <a:lnTo>
                  <a:pt x="387798" y="78741"/>
                </a:lnTo>
                <a:lnTo>
                  <a:pt x="387740" y="77879"/>
                </a:lnTo>
                <a:lnTo>
                  <a:pt x="387697" y="77018"/>
                </a:lnTo>
                <a:lnTo>
                  <a:pt x="387647" y="76157"/>
                </a:lnTo>
                <a:lnTo>
                  <a:pt x="387597" y="75289"/>
                </a:lnTo>
                <a:lnTo>
                  <a:pt x="387546" y="74420"/>
                </a:lnTo>
                <a:lnTo>
                  <a:pt x="387503" y="73559"/>
                </a:lnTo>
                <a:lnTo>
                  <a:pt x="387453" y="72690"/>
                </a:lnTo>
                <a:lnTo>
                  <a:pt x="387403" y="71815"/>
                </a:lnTo>
                <a:lnTo>
                  <a:pt x="387360" y="70946"/>
                </a:lnTo>
                <a:lnTo>
                  <a:pt x="387310" y="70071"/>
                </a:lnTo>
                <a:lnTo>
                  <a:pt x="387281" y="69482"/>
                </a:lnTo>
                <a:lnTo>
                  <a:pt x="387259" y="68894"/>
                </a:lnTo>
                <a:lnTo>
                  <a:pt x="387231" y="68312"/>
                </a:lnTo>
                <a:lnTo>
                  <a:pt x="387223" y="67731"/>
                </a:lnTo>
                <a:lnTo>
                  <a:pt x="387216" y="67135"/>
                </a:lnTo>
                <a:lnTo>
                  <a:pt x="387209" y="66554"/>
                </a:lnTo>
                <a:lnTo>
                  <a:pt x="387209" y="65958"/>
                </a:lnTo>
                <a:lnTo>
                  <a:pt x="387209" y="65377"/>
                </a:lnTo>
                <a:lnTo>
                  <a:pt x="387231" y="64207"/>
                </a:lnTo>
                <a:lnTo>
                  <a:pt x="387267" y="63030"/>
                </a:lnTo>
                <a:lnTo>
                  <a:pt x="387310" y="61860"/>
                </a:lnTo>
                <a:lnTo>
                  <a:pt x="387367" y="60690"/>
                </a:lnTo>
                <a:lnTo>
                  <a:pt x="387432" y="59520"/>
                </a:lnTo>
                <a:lnTo>
                  <a:pt x="387511" y="58351"/>
                </a:lnTo>
                <a:lnTo>
                  <a:pt x="387597" y="57181"/>
                </a:lnTo>
                <a:lnTo>
                  <a:pt x="387676" y="56018"/>
                </a:lnTo>
                <a:lnTo>
                  <a:pt x="387776" y="54855"/>
                </a:lnTo>
                <a:lnTo>
                  <a:pt x="387869" y="53693"/>
                </a:lnTo>
                <a:lnTo>
                  <a:pt x="387963" y="52530"/>
                </a:lnTo>
                <a:lnTo>
                  <a:pt x="388063" y="51375"/>
                </a:lnTo>
                <a:lnTo>
                  <a:pt x="388121" y="50542"/>
                </a:lnTo>
                <a:lnTo>
                  <a:pt x="388192" y="49717"/>
                </a:lnTo>
                <a:lnTo>
                  <a:pt x="388271" y="48884"/>
                </a:lnTo>
                <a:lnTo>
                  <a:pt x="388357" y="48066"/>
                </a:lnTo>
                <a:lnTo>
                  <a:pt x="388451" y="47233"/>
                </a:lnTo>
                <a:lnTo>
                  <a:pt x="388537" y="46415"/>
                </a:lnTo>
                <a:lnTo>
                  <a:pt x="388637" y="45590"/>
                </a:lnTo>
                <a:lnTo>
                  <a:pt x="388745" y="44772"/>
                </a:lnTo>
                <a:lnTo>
                  <a:pt x="388853" y="43953"/>
                </a:lnTo>
                <a:lnTo>
                  <a:pt x="388960" y="43128"/>
                </a:lnTo>
                <a:lnTo>
                  <a:pt x="389068" y="42317"/>
                </a:lnTo>
                <a:lnTo>
                  <a:pt x="389183" y="41492"/>
                </a:lnTo>
                <a:lnTo>
                  <a:pt x="389283" y="40681"/>
                </a:lnTo>
                <a:lnTo>
                  <a:pt x="389391" y="39870"/>
                </a:lnTo>
                <a:lnTo>
                  <a:pt x="389506" y="39059"/>
                </a:lnTo>
                <a:lnTo>
                  <a:pt x="389613" y="38241"/>
                </a:lnTo>
                <a:lnTo>
                  <a:pt x="389692" y="37702"/>
                </a:lnTo>
                <a:lnTo>
                  <a:pt x="389764" y="37157"/>
                </a:lnTo>
                <a:lnTo>
                  <a:pt x="389843" y="36604"/>
                </a:lnTo>
                <a:lnTo>
                  <a:pt x="389936" y="36059"/>
                </a:lnTo>
                <a:lnTo>
                  <a:pt x="390023" y="35499"/>
                </a:lnTo>
                <a:lnTo>
                  <a:pt x="390116" y="34939"/>
                </a:lnTo>
                <a:lnTo>
                  <a:pt x="390216" y="34386"/>
                </a:lnTo>
                <a:lnTo>
                  <a:pt x="390317" y="33834"/>
                </a:lnTo>
                <a:lnTo>
                  <a:pt x="390417" y="33274"/>
                </a:lnTo>
                <a:lnTo>
                  <a:pt x="390518" y="32721"/>
                </a:lnTo>
                <a:lnTo>
                  <a:pt x="390625" y="32176"/>
                </a:lnTo>
                <a:lnTo>
                  <a:pt x="390733" y="31623"/>
                </a:lnTo>
                <a:lnTo>
                  <a:pt x="390841" y="31078"/>
                </a:lnTo>
                <a:lnTo>
                  <a:pt x="390956" y="30547"/>
                </a:lnTo>
                <a:lnTo>
                  <a:pt x="391063" y="30016"/>
                </a:lnTo>
                <a:lnTo>
                  <a:pt x="391178" y="29484"/>
                </a:lnTo>
                <a:lnTo>
                  <a:pt x="391293" y="28946"/>
                </a:lnTo>
                <a:lnTo>
                  <a:pt x="391408" y="28422"/>
                </a:lnTo>
                <a:lnTo>
                  <a:pt x="391523" y="27891"/>
                </a:lnTo>
                <a:lnTo>
                  <a:pt x="391637" y="27367"/>
                </a:lnTo>
                <a:lnTo>
                  <a:pt x="391752" y="26843"/>
                </a:lnTo>
                <a:lnTo>
                  <a:pt x="391867" y="26319"/>
                </a:lnTo>
                <a:lnTo>
                  <a:pt x="391989" y="25788"/>
                </a:lnTo>
                <a:lnTo>
                  <a:pt x="392111" y="25257"/>
                </a:lnTo>
                <a:lnTo>
                  <a:pt x="392204" y="24841"/>
                </a:lnTo>
                <a:lnTo>
                  <a:pt x="392319" y="24331"/>
                </a:lnTo>
                <a:lnTo>
                  <a:pt x="392448" y="23757"/>
                </a:lnTo>
                <a:lnTo>
                  <a:pt x="392585" y="23147"/>
                </a:lnTo>
                <a:lnTo>
                  <a:pt x="392735" y="22551"/>
                </a:lnTo>
                <a:lnTo>
                  <a:pt x="392879" y="22013"/>
                </a:lnTo>
                <a:lnTo>
                  <a:pt x="392951" y="21769"/>
                </a:lnTo>
                <a:lnTo>
                  <a:pt x="393015" y="21554"/>
                </a:lnTo>
                <a:lnTo>
                  <a:pt x="393080" y="21367"/>
                </a:lnTo>
                <a:lnTo>
                  <a:pt x="393145" y="21209"/>
                </a:lnTo>
                <a:lnTo>
                  <a:pt x="393209" y="20858"/>
                </a:lnTo>
                <a:lnTo>
                  <a:pt x="393302" y="20470"/>
                </a:lnTo>
                <a:lnTo>
                  <a:pt x="393410" y="20075"/>
                </a:lnTo>
                <a:lnTo>
                  <a:pt x="393525" y="19666"/>
                </a:lnTo>
                <a:lnTo>
                  <a:pt x="393640" y="19250"/>
                </a:lnTo>
                <a:lnTo>
                  <a:pt x="393762" y="18848"/>
                </a:lnTo>
                <a:lnTo>
                  <a:pt x="393877" y="18468"/>
                </a:lnTo>
                <a:lnTo>
                  <a:pt x="393984" y="18109"/>
                </a:lnTo>
                <a:lnTo>
                  <a:pt x="394099" y="17736"/>
                </a:lnTo>
                <a:lnTo>
                  <a:pt x="394214" y="17355"/>
                </a:lnTo>
                <a:lnTo>
                  <a:pt x="394329" y="16989"/>
                </a:lnTo>
                <a:lnTo>
                  <a:pt x="394444" y="16616"/>
                </a:lnTo>
                <a:lnTo>
                  <a:pt x="394551" y="16250"/>
                </a:lnTo>
                <a:lnTo>
                  <a:pt x="394666" y="15884"/>
                </a:lnTo>
                <a:lnTo>
                  <a:pt x="394781" y="15518"/>
                </a:lnTo>
                <a:lnTo>
                  <a:pt x="394896" y="15145"/>
                </a:lnTo>
                <a:lnTo>
                  <a:pt x="395111" y="14470"/>
                </a:lnTo>
                <a:lnTo>
                  <a:pt x="395341" y="13745"/>
                </a:lnTo>
                <a:lnTo>
                  <a:pt x="395585" y="12977"/>
                </a:lnTo>
                <a:lnTo>
                  <a:pt x="395850" y="12216"/>
                </a:lnTo>
                <a:lnTo>
                  <a:pt x="395979" y="11829"/>
                </a:lnTo>
                <a:lnTo>
                  <a:pt x="396116" y="11456"/>
                </a:lnTo>
                <a:lnTo>
                  <a:pt x="396259" y="11090"/>
                </a:lnTo>
                <a:lnTo>
                  <a:pt x="396396" y="10738"/>
                </a:lnTo>
                <a:lnTo>
                  <a:pt x="396539" y="10401"/>
                </a:lnTo>
                <a:lnTo>
                  <a:pt x="396683" y="10078"/>
                </a:lnTo>
                <a:lnTo>
                  <a:pt x="396826" y="9776"/>
                </a:lnTo>
                <a:lnTo>
                  <a:pt x="396963" y="9496"/>
                </a:lnTo>
                <a:lnTo>
                  <a:pt x="397020" y="9338"/>
                </a:lnTo>
                <a:lnTo>
                  <a:pt x="397092" y="9166"/>
                </a:lnTo>
                <a:lnTo>
                  <a:pt x="397164" y="8987"/>
                </a:lnTo>
                <a:lnTo>
                  <a:pt x="397243" y="8800"/>
                </a:lnTo>
                <a:lnTo>
                  <a:pt x="397436" y="8398"/>
                </a:lnTo>
                <a:lnTo>
                  <a:pt x="397645" y="7975"/>
                </a:lnTo>
                <a:lnTo>
                  <a:pt x="397889" y="7544"/>
                </a:lnTo>
                <a:lnTo>
                  <a:pt x="398147" y="7092"/>
                </a:lnTo>
                <a:lnTo>
                  <a:pt x="398412" y="6647"/>
                </a:lnTo>
                <a:lnTo>
                  <a:pt x="398692" y="6195"/>
                </a:lnTo>
                <a:lnTo>
                  <a:pt x="398972" y="5757"/>
                </a:lnTo>
                <a:lnTo>
                  <a:pt x="399259" y="5341"/>
                </a:lnTo>
                <a:lnTo>
                  <a:pt x="399532" y="4946"/>
                </a:lnTo>
                <a:lnTo>
                  <a:pt x="399798" y="4573"/>
                </a:lnTo>
                <a:lnTo>
                  <a:pt x="400056" y="4250"/>
                </a:lnTo>
                <a:lnTo>
                  <a:pt x="400293" y="3949"/>
                </a:lnTo>
                <a:lnTo>
                  <a:pt x="400401" y="3826"/>
                </a:lnTo>
                <a:lnTo>
                  <a:pt x="400508" y="3712"/>
                </a:lnTo>
                <a:lnTo>
                  <a:pt x="400601" y="3618"/>
                </a:lnTo>
                <a:lnTo>
                  <a:pt x="400688" y="3525"/>
                </a:lnTo>
                <a:lnTo>
                  <a:pt x="401039" y="3202"/>
                </a:lnTo>
                <a:lnTo>
                  <a:pt x="401334" y="2908"/>
                </a:lnTo>
                <a:lnTo>
                  <a:pt x="401613" y="2635"/>
                </a:lnTo>
                <a:lnTo>
                  <a:pt x="401893" y="2384"/>
                </a:lnTo>
                <a:lnTo>
                  <a:pt x="402030" y="2262"/>
                </a:lnTo>
                <a:lnTo>
                  <a:pt x="402180" y="2140"/>
                </a:lnTo>
                <a:lnTo>
                  <a:pt x="402338" y="2011"/>
                </a:lnTo>
                <a:lnTo>
                  <a:pt x="402511" y="1882"/>
                </a:lnTo>
                <a:lnTo>
                  <a:pt x="402697" y="1752"/>
                </a:lnTo>
                <a:lnTo>
                  <a:pt x="402905" y="1609"/>
                </a:lnTo>
                <a:lnTo>
                  <a:pt x="403128" y="1472"/>
                </a:lnTo>
                <a:lnTo>
                  <a:pt x="403372" y="1322"/>
                </a:lnTo>
                <a:lnTo>
                  <a:pt x="403558" y="1214"/>
                </a:lnTo>
                <a:lnTo>
                  <a:pt x="403759" y="1099"/>
                </a:lnTo>
                <a:lnTo>
                  <a:pt x="403953" y="992"/>
                </a:lnTo>
                <a:lnTo>
                  <a:pt x="404168" y="898"/>
                </a:lnTo>
                <a:lnTo>
                  <a:pt x="404384" y="798"/>
                </a:lnTo>
                <a:lnTo>
                  <a:pt x="404599" y="697"/>
                </a:lnTo>
                <a:lnTo>
                  <a:pt x="404822" y="611"/>
                </a:lnTo>
                <a:lnTo>
                  <a:pt x="405051" y="525"/>
                </a:lnTo>
                <a:lnTo>
                  <a:pt x="405281" y="453"/>
                </a:lnTo>
                <a:lnTo>
                  <a:pt x="405525" y="382"/>
                </a:lnTo>
                <a:lnTo>
                  <a:pt x="405769" y="310"/>
                </a:lnTo>
                <a:lnTo>
                  <a:pt x="406013" y="252"/>
                </a:lnTo>
                <a:lnTo>
                  <a:pt x="406264" y="209"/>
                </a:lnTo>
                <a:lnTo>
                  <a:pt x="406508" y="173"/>
                </a:lnTo>
                <a:lnTo>
                  <a:pt x="406759" y="137"/>
                </a:lnTo>
                <a:lnTo>
                  <a:pt x="407025" y="123"/>
                </a:lnTo>
                <a:lnTo>
                  <a:pt x="407161" y="80"/>
                </a:lnTo>
                <a:lnTo>
                  <a:pt x="407348" y="51"/>
                </a:lnTo>
                <a:lnTo>
                  <a:pt x="407549" y="23"/>
                </a:lnTo>
                <a:lnTo>
                  <a:pt x="407800" y="8"/>
                </a:lnTo>
                <a:close/>
                <a:moveTo>
                  <a:pt x="214476" y="1"/>
                </a:moveTo>
                <a:lnTo>
                  <a:pt x="214770" y="1"/>
                </a:lnTo>
                <a:lnTo>
                  <a:pt x="215093" y="8"/>
                </a:lnTo>
                <a:lnTo>
                  <a:pt x="215445" y="15"/>
                </a:lnTo>
                <a:lnTo>
                  <a:pt x="216198" y="59"/>
                </a:lnTo>
                <a:lnTo>
                  <a:pt x="217016" y="123"/>
                </a:lnTo>
                <a:lnTo>
                  <a:pt x="217870" y="195"/>
                </a:lnTo>
                <a:lnTo>
                  <a:pt x="218753" y="288"/>
                </a:lnTo>
                <a:lnTo>
                  <a:pt x="219636" y="389"/>
                </a:lnTo>
                <a:lnTo>
                  <a:pt x="220512" y="496"/>
                </a:lnTo>
                <a:lnTo>
                  <a:pt x="221344" y="604"/>
                </a:lnTo>
                <a:lnTo>
                  <a:pt x="222134" y="704"/>
                </a:lnTo>
                <a:lnTo>
                  <a:pt x="222851" y="805"/>
                </a:lnTo>
                <a:lnTo>
                  <a:pt x="223476" y="898"/>
                </a:lnTo>
                <a:lnTo>
                  <a:pt x="223992" y="977"/>
                </a:lnTo>
                <a:lnTo>
                  <a:pt x="224373" y="1049"/>
                </a:lnTo>
                <a:lnTo>
                  <a:pt x="225184" y="1207"/>
                </a:lnTo>
                <a:lnTo>
                  <a:pt x="225980" y="1372"/>
                </a:lnTo>
                <a:lnTo>
                  <a:pt x="226784" y="1544"/>
                </a:lnTo>
                <a:lnTo>
                  <a:pt x="227588" y="1724"/>
                </a:lnTo>
                <a:lnTo>
                  <a:pt x="228385" y="1917"/>
                </a:lnTo>
                <a:lnTo>
                  <a:pt x="229189" y="2118"/>
                </a:lnTo>
                <a:lnTo>
                  <a:pt x="229985" y="2326"/>
                </a:lnTo>
                <a:lnTo>
                  <a:pt x="230789" y="2549"/>
                </a:lnTo>
                <a:lnTo>
                  <a:pt x="231586" y="2771"/>
                </a:lnTo>
                <a:lnTo>
                  <a:pt x="232390" y="3001"/>
                </a:lnTo>
                <a:lnTo>
                  <a:pt x="233186" y="3238"/>
                </a:lnTo>
                <a:lnTo>
                  <a:pt x="233983" y="3482"/>
                </a:lnTo>
                <a:lnTo>
                  <a:pt x="234779" y="3740"/>
                </a:lnTo>
                <a:lnTo>
                  <a:pt x="235576" y="3992"/>
                </a:lnTo>
                <a:lnTo>
                  <a:pt x="236373" y="4257"/>
                </a:lnTo>
                <a:lnTo>
                  <a:pt x="237169" y="4530"/>
                </a:lnTo>
                <a:lnTo>
                  <a:pt x="237959" y="4795"/>
                </a:lnTo>
                <a:lnTo>
                  <a:pt x="238748" y="5075"/>
                </a:lnTo>
                <a:lnTo>
                  <a:pt x="239538" y="5362"/>
                </a:lnTo>
                <a:lnTo>
                  <a:pt x="240313" y="5649"/>
                </a:lnTo>
                <a:lnTo>
                  <a:pt x="241102" y="5937"/>
                </a:lnTo>
                <a:lnTo>
                  <a:pt x="241885" y="6238"/>
                </a:lnTo>
                <a:lnTo>
                  <a:pt x="242667" y="6539"/>
                </a:lnTo>
                <a:lnTo>
                  <a:pt x="243435" y="6841"/>
                </a:lnTo>
                <a:lnTo>
                  <a:pt x="244978" y="7451"/>
                </a:lnTo>
                <a:lnTo>
                  <a:pt x="246507" y="8075"/>
                </a:lnTo>
                <a:lnTo>
                  <a:pt x="248028" y="8707"/>
                </a:lnTo>
                <a:lnTo>
                  <a:pt x="249521" y="9338"/>
                </a:lnTo>
                <a:lnTo>
                  <a:pt x="249765" y="9439"/>
                </a:lnTo>
                <a:lnTo>
                  <a:pt x="250031" y="9547"/>
                </a:lnTo>
                <a:lnTo>
                  <a:pt x="250311" y="9654"/>
                </a:lnTo>
                <a:lnTo>
                  <a:pt x="250590" y="9762"/>
                </a:lnTo>
                <a:lnTo>
                  <a:pt x="250863" y="9877"/>
                </a:lnTo>
                <a:lnTo>
                  <a:pt x="251122" y="9992"/>
                </a:lnTo>
                <a:lnTo>
                  <a:pt x="251358" y="10114"/>
                </a:lnTo>
                <a:lnTo>
                  <a:pt x="251581" y="10236"/>
                </a:lnTo>
                <a:lnTo>
                  <a:pt x="251753" y="10286"/>
                </a:lnTo>
                <a:lnTo>
                  <a:pt x="251947" y="10350"/>
                </a:lnTo>
                <a:lnTo>
                  <a:pt x="252141" y="10415"/>
                </a:lnTo>
                <a:lnTo>
                  <a:pt x="252342" y="10487"/>
                </a:lnTo>
                <a:lnTo>
                  <a:pt x="252758" y="10659"/>
                </a:lnTo>
                <a:lnTo>
                  <a:pt x="253174" y="10846"/>
                </a:lnTo>
                <a:lnTo>
                  <a:pt x="253605" y="11032"/>
                </a:lnTo>
                <a:lnTo>
                  <a:pt x="254014" y="11212"/>
                </a:lnTo>
                <a:lnTo>
                  <a:pt x="254409" y="11391"/>
                </a:lnTo>
                <a:lnTo>
                  <a:pt x="254775" y="11542"/>
                </a:lnTo>
                <a:lnTo>
                  <a:pt x="255327" y="11772"/>
                </a:lnTo>
                <a:lnTo>
                  <a:pt x="255894" y="12008"/>
                </a:lnTo>
                <a:lnTo>
                  <a:pt x="256468" y="12252"/>
                </a:lnTo>
                <a:lnTo>
                  <a:pt x="257050" y="12511"/>
                </a:lnTo>
                <a:lnTo>
                  <a:pt x="257646" y="12776"/>
                </a:lnTo>
                <a:lnTo>
                  <a:pt x="258241" y="13035"/>
                </a:lnTo>
                <a:lnTo>
                  <a:pt x="258851" y="13315"/>
                </a:lnTo>
                <a:lnTo>
                  <a:pt x="259447" y="13587"/>
                </a:lnTo>
                <a:lnTo>
                  <a:pt x="260050" y="13867"/>
                </a:lnTo>
                <a:lnTo>
                  <a:pt x="260638" y="14147"/>
                </a:lnTo>
                <a:lnTo>
                  <a:pt x="261234" y="14427"/>
                </a:lnTo>
                <a:lnTo>
                  <a:pt x="261815" y="14693"/>
                </a:lnTo>
                <a:lnTo>
                  <a:pt x="262382" y="14972"/>
                </a:lnTo>
                <a:lnTo>
                  <a:pt x="262935" y="15245"/>
                </a:lnTo>
                <a:lnTo>
                  <a:pt x="263473" y="15518"/>
                </a:lnTo>
                <a:lnTo>
                  <a:pt x="263990" y="15776"/>
                </a:lnTo>
                <a:lnTo>
                  <a:pt x="264736" y="16157"/>
                </a:lnTo>
                <a:lnTo>
                  <a:pt x="265483" y="16544"/>
                </a:lnTo>
                <a:lnTo>
                  <a:pt x="266236" y="16932"/>
                </a:lnTo>
                <a:lnTo>
                  <a:pt x="266976" y="17319"/>
                </a:lnTo>
                <a:lnTo>
                  <a:pt x="267715" y="17714"/>
                </a:lnTo>
                <a:lnTo>
                  <a:pt x="268440" y="18109"/>
                </a:lnTo>
                <a:lnTo>
                  <a:pt x="269172" y="18511"/>
                </a:lnTo>
                <a:lnTo>
                  <a:pt x="269904" y="18913"/>
                </a:lnTo>
                <a:lnTo>
                  <a:pt x="270629" y="19322"/>
                </a:lnTo>
                <a:lnTo>
                  <a:pt x="271339" y="19731"/>
                </a:lnTo>
                <a:lnTo>
                  <a:pt x="272050" y="20140"/>
                </a:lnTo>
                <a:lnTo>
                  <a:pt x="272753" y="20549"/>
                </a:lnTo>
                <a:lnTo>
                  <a:pt x="273449" y="20958"/>
                </a:lnTo>
                <a:lnTo>
                  <a:pt x="274145" y="21382"/>
                </a:lnTo>
                <a:lnTo>
                  <a:pt x="274834" y="21798"/>
                </a:lnTo>
                <a:lnTo>
                  <a:pt x="275502" y="22228"/>
                </a:lnTo>
                <a:lnTo>
                  <a:pt x="276205" y="22666"/>
                </a:lnTo>
                <a:lnTo>
                  <a:pt x="276901" y="23104"/>
                </a:lnTo>
                <a:lnTo>
                  <a:pt x="277590" y="23542"/>
                </a:lnTo>
                <a:lnTo>
                  <a:pt x="278279" y="23973"/>
                </a:lnTo>
                <a:lnTo>
                  <a:pt x="278961" y="24417"/>
                </a:lnTo>
                <a:lnTo>
                  <a:pt x="279643" y="24855"/>
                </a:lnTo>
                <a:lnTo>
                  <a:pt x="280325" y="25300"/>
                </a:lnTo>
                <a:lnTo>
                  <a:pt x="281000" y="25760"/>
                </a:lnTo>
                <a:lnTo>
                  <a:pt x="281710" y="26233"/>
                </a:lnTo>
                <a:lnTo>
                  <a:pt x="282406" y="26714"/>
                </a:lnTo>
                <a:lnTo>
                  <a:pt x="283088" y="27181"/>
                </a:lnTo>
                <a:lnTo>
                  <a:pt x="283741" y="27647"/>
                </a:lnTo>
                <a:lnTo>
                  <a:pt x="284394" y="28106"/>
                </a:lnTo>
                <a:lnTo>
                  <a:pt x="285026" y="28566"/>
                </a:lnTo>
                <a:lnTo>
                  <a:pt x="285657" y="29018"/>
                </a:lnTo>
                <a:lnTo>
                  <a:pt x="286282" y="29477"/>
                </a:lnTo>
                <a:lnTo>
                  <a:pt x="286899" y="29929"/>
                </a:lnTo>
                <a:lnTo>
                  <a:pt x="287516" y="30389"/>
                </a:lnTo>
                <a:lnTo>
                  <a:pt x="288141" y="30855"/>
                </a:lnTo>
                <a:lnTo>
                  <a:pt x="288765" y="31322"/>
                </a:lnTo>
                <a:lnTo>
                  <a:pt x="289404" y="31796"/>
                </a:lnTo>
                <a:lnTo>
                  <a:pt x="290043" y="32269"/>
                </a:lnTo>
                <a:lnTo>
                  <a:pt x="290696" y="32764"/>
                </a:lnTo>
                <a:lnTo>
                  <a:pt x="291370" y="33260"/>
                </a:lnTo>
                <a:lnTo>
                  <a:pt x="291995" y="33733"/>
                </a:lnTo>
                <a:lnTo>
                  <a:pt x="292626" y="34229"/>
                </a:lnTo>
                <a:lnTo>
                  <a:pt x="293258" y="34738"/>
                </a:lnTo>
                <a:lnTo>
                  <a:pt x="293882" y="35248"/>
                </a:lnTo>
                <a:lnTo>
                  <a:pt x="294500" y="35750"/>
                </a:lnTo>
                <a:lnTo>
                  <a:pt x="295117" y="36260"/>
                </a:lnTo>
                <a:lnTo>
                  <a:pt x="295734" y="36755"/>
                </a:lnTo>
                <a:lnTo>
                  <a:pt x="296330" y="37221"/>
                </a:lnTo>
                <a:lnTo>
                  <a:pt x="308287" y="47743"/>
                </a:lnTo>
                <a:lnTo>
                  <a:pt x="308516" y="47965"/>
                </a:lnTo>
                <a:lnTo>
                  <a:pt x="308739" y="48195"/>
                </a:lnTo>
                <a:lnTo>
                  <a:pt x="308947" y="48425"/>
                </a:lnTo>
                <a:lnTo>
                  <a:pt x="309148" y="48654"/>
                </a:lnTo>
                <a:lnTo>
                  <a:pt x="309349" y="48884"/>
                </a:lnTo>
                <a:lnTo>
                  <a:pt x="309535" y="49107"/>
                </a:lnTo>
                <a:lnTo>
                  <a:pt x="309722" y="49322"/>
                </a:lnTo>
                <a:lnTo>
                  <a:pt x="309923" y="49516"/>
                </a:lnTo>
                <a:lnTo>
                  <a:pt x="310497" y="50083"/>
                </a:lnTo>
                <a:lnTo>
                  <a:pt x="311114" y="50707"/>
                </a:lnTo>
                <a:lnTo>
                  <a:pt x="311753" y="51367"/>
                </a:lnTo>
                <a:lnTo>
                  <a:pt x="312392" y="52056"/>
                </a:lnTo>
                <a:lnTo>
                  <a:pt x="313038" y="52753"/>
                </a:lnTo>
                <a:lnTo>
                  <a:pt x="313641" y="53442"/>
                </a:lnTo>
                <a:lnTo>
                  <a:pt x="313935" y="53779"/>
                </a:lnTo>
                <a:lnTo>
                  <a:pt x="314215" y="54116"/>
                </a:lnTo>
                <a:lnTo>
                  <a:pt x="314488" y="54439"/>
                </a:lnTo>
                <a:lnTo>
                  <a:pt x="314732" y="54741"/>
                </a:lnTo>
                <a:lnTo>
                  <a:pt x="315313" y="55458"/>
                </a:lnTo>
                <a:lnTo>
                  <a:pt x="315823" y="56097"/>
                </a:lnTo>
                <a:lnTo>
                  <a:pt x="316059" y="56398"/>
                </a:lnTo>
                <a:lnTo>
                  <a:pt x="316282" y="56700"/>
                </a:lnTo>
                <a:lnTo>
                  <a:pt x="316497" y="56994"/>
                </a:lnTo>
                <a:lnTo>
                  <a:pt x="316712" y="57281"/>
                </a:lnTo>
                <a:lnTo>
                  <a:pt x="316921" y="57583"/>
                </a:lnTo>
                <a:lnTo>
                  <a:pt x="317122" y="57891"/>
                </a:lnTo>
                <a:lnTo>
                  <a:pt x="317330" y="58200"/>
                </a:lnTo>
                <a:lnTo>
                  <a:pt x="317538" y="58530"/>
                </a:lnTo>
                <a:lnTo>
                  <a:pt x="317746" y="58875"/>
                </a:lnTo>
                <a:lnTo>
                  <a:pt x="317968" y="59241"/>
                </a:lnTo>
                <a:lnTo>
                  <a:pt x="318198" y="59643"/>
                </a:lnTo>
                <a:lnTo>
                  <a:pt x="318442" y="60066"/>
                </a:lnTo>
                <a:lnTo>
                  <a:pt x="318593" y="60346"/>
                </a:lnTo>
                <a:lnTo>
                  <a:pt x="318751" y="60683"/>
                </a:lnTo>
                <a:lnTo>
                  <a:pt x="318930" y="61049"/>
                </a:lnTo>
                <a:lnTo>
                  <a:pt x="319110" y="61458"/>
                </a:lnTo>
                <a:lnTo>
                  <a:pt x="319296" y="61896"/>
                </a:lnTo>
                <a:lnTo>
                  <a:pt x="319483" y="62363"/>
                </a:lnTo>
                <a:lnTo>
                  <a:pt x="319655" y="62851"/>
                </a:lnTo>
                <a:lnTo>
                  <a:pt x="319827" y="63339"/>
                </a:lnTo>
                <a:lnTo>
                  <a:pt x="319985" y="63841"/>
                </a:lnTo>
                <a:lnTo>
                  <a:pt x="320129" y="64343"/>
                </a:lnTo>
                <a:lnTo>
                  <a:pt x="320186" y="64588"/>
                </a:lnTo>
                <a:lnTo>
                  <a:pt x="320244" y="64839"/>
                </a:lnTo>
                <a:lnTo>
                  <a:pt x="320301" y="65083"/>
                </a:lnTo>
                <a:lnTo>
                  <a:pt x="320344" y="65320"/>
                </a:lnTo>
                <a:lnTo>
                  <a:pt x="320387" y="65549"/>
                </a:lnTo>
                <a:lnTo>
                  <a:pt x="320416" y="65779"/>
                </a:lnTo>
                <a:lnTo>
                  <a:pt x="320437" y="66001"/>
                </a:lnTo>
                <a:lnTo>
                  <a:pt x="320452" y="66217"/>
                </a:lnTo>
                <a:lnTo>
                  <a:pt x="320459" y="66425"/>
                </a:lnTo>
                <a:lnTo>
                  <a:pt x="320459" y="66626"/>
                </a:lnTo>
                <a:lnTo>
                  <a:pt x="320445" y="66812"/>
                </a:lnTo>
                <a:lnTo>
                  <a:pt x="320416" y="66992"/>
                </a:lnTo>
                <a:lnTo>
                  <a:pt x="320344" y="67401"/>
                </a:lnTo>
                <a:lnTo>
                  <a:pt x="320265" y="67796"/>
                </a:lnTo>
                <a:lnTo>
                  <a:pt x="320179" y="68190"/>
                </a:lnTo>
                <a:lnTo>
                  <a:pt x="320078" y="68564"/>
                </a:lnTo>
                <a:lnTo>
                  <a:pt x="319985" y="68944"/>
                </a:lnTo>
                <a:lnTo>
                  <a:pt x="319878" y="69310"/>
                </a:lnTo>
                <a:lnTo>
                  <a:pt x="319763" y="69676"/>
                </a:lnTo>
                <a:lnTo>
                  <a:pt x="319641" y="70028"/>
                </a:lnTo>
                <a:lnTo>
                  <a:pt x="319512" y="70372"/>
                </a:lnTo>
                <a:lnTo>
                  <a:pt x="319375" y="70717"/>
                </a:lnTo>
                <a:lnTo>
                  <a:pt x="319239" y="71054"/>
                </a:lnTo>
                <a:lnTo>
                  <a:pt x="319095" y="71384"/>
                </a:lnTo>
                <a:lnTo>
                  <a:pt x="318937" y="71714"/>
                </a:lnTo>
                <a:lnTo>
                  <a:pt x="318787" y="72037"/>
                </a:lnTo>
                <a:lnTo>
                  <a:pt x="318622" y="72353"/>
                </a:lnTo>
                <a:lnTo>
                  <a:pt x="318456" y="72669"/>
                </a:lnTo>
                <a:lnTo>
                  <a:pt x="318284" y="72985"/>
                </a:lnTo>
                <a:lnTo>
                  <a:pt x="318105" y="73286"/>
                </a:lnTo>
                <a:lnTo>
                  <a:pt x="317918" y="73595"/>
                </a:lnTo>
                <a:lnTo>
                  <a:pt x="317732" y="73896"/>
                </a:lnTo>
                <a:lnTo>
                  <a:pt x="317545" y="74190"/>
                </a:lnTo>
                <a:lnTo>
                  <a:pt x="317344" y="74492"/>
                </a:lnTo>
                <a:lnTo>
                  <a:pt x="317150" y="74793"/>
                </a:lnTo>
                <a:lnTo>
                  <a:pt x="316942" y="75088"/>
                </a:lnTo>
                <a:lnTo>
                  <a:pt x="316533" y="75669"/>
                </a:lnTo>
                <a:lnTo>
                  <a:pt x="316095" y="76265"/>
                </a:lnTo>
                <a:lnTo>
                  <a:pt x="315657" y="76846"/>
                </a:lnTo>
                <a:lnTo>
                  <a:pt x="315205" y="77434"/>
                </a:lnTo>
                <a:lnTo>
                  <a:pt x="314954" y="77750"/>
                </a:lnTo>
                <a:lnTo>
                  <a:pt x="314710" y="78052"/>
                </a:lnTo>
                <a:lnTo>
                  <a:pt x="314581" y="78202"/>
                </a:lnTo>
                <a:lnTo>
                  <a:pt x="314445" y="78339"/>
                </a:lnTo>
                <a:lnTo>
                  <a:pt x="314308" y="78482"/>
                </a:lnTo>
                <a:lnTo>
                  <a:pt x="314157" y="78611"/>
                </a:lnTo>
                <a:lnTo>
                  <a:pt x="314078" y="78726"/>
                </a:lnTo>
                <a:lnTo>
                  <a:pt x="313899" y="78927"/>
                </a:lnTo>
                <a:lnTo>
                  <a:pt x="313648" y="79207"/>
                </a:lnTo>
                <a:lnTo>
                  <a:pt x="313325" y="79552"/>
                </a:lnTo>
                <a:lnTo>
                  <a:pt x="312952" y="79954"/>
                </a:lnTo>
                <a:lnTo>
                  <a:pt x="312535" y="80399"/>
                </a:lnTo>
                <a:lnTo>
                  <a:pt x="312083" y="80872"/>
                </a:lnTo>
                <a:lnTo>
                  <a:pt x="311617" y="81353"/>
                </a:lnTo>
                <a:lnTo>
                  <a:pt x="311143" y="81841"/>
                </a:lnTo>
                <a:lnTo>
                  <a:pt x="310669" y="82322"/>
                </a:lnTo>
                <a:lnTo>
                  <a:pt x="310217" y="82789"/>
                </a:lnTo>
                <a:lnTo>
                  <a:pt x="309801" y="83219"/>
                </a:lnTo>
                <a:lnTo>
                  <a:pt x="309413" y="83607"/>
                </a:lnTo>
                <a:lnTo>
                  <a:pt x="309076" y="83944"/>
                </a:lnTo>
                <a:lnTo>
                  <a:pt x="308811" y="84210"/>
                </a:lnTo>
                <a:lnTo>
                  <a:pt x="308617" y="84389"/>
                </a:lnTo>
                <a:lnTo>
                  <a:pt x="308380" y="84619"/>
                </a:lnTo>
                <a:lnTo>
                  <a:pt x="308143" y="84856"/>
                </a:lnTo>
                <a:lnTo>
                  <a:pt x="307913" y="85071"/>
                </a:lnTo>
                <a:lnTo>
                  <a:pt x="307684" y="85293"/>
                </a:lnTo>
                <a:lnTo>
                  <a:pt x="307454" y="85516"/>
                </a:lnTo>
                <a:lnTo>
                  <a:pt x="307217" y="85745"/>
                </a:lnTo>
                <a:lnTo>
                  <a:pt x="306988" y="85975"/>
                </a:lnTo>
                <a:lnTo>
                  <a:pt x="306751" y="86219"/>
                </a:lnTo>
                <a:lnTo>
                  <a:pt x="305244" y="87561"/>
                </a:lnTo>
                <a:lnTo>
                  <a:pt x="305093" y="87705"/>
                </a:lnTo>
                <a:lnTo>
                  <a:pt x="304992" y="87798"/>
                </a:lnTo>
                <a:lnTo>
                  <a:pt x="304906" y="87884"/>
                </a:lnTo>
                <a:lnTo>
                  <a:pt x="304756" y="87999"/>
                </a:lnTo>
                <a:lnTo>
                  <a:pt x="304497" y="88214"/>
                </a:lnTo>
                <a:lnTo>
                  <a:pt x="304167" y="88480"/>
                </a:lnTo>
                <a:lnTo>
                  <a:pt x="303801" y="88796"/>
                </a:lnTo>
                <a:lnTo>
                  <a:pt x="303399" y="89147"/>
                </a:lnTo>
                <a:lnTo>
                  <a:pt x="302968" y="89535"/>
                </a:lnTo>
                <a:lnTo>
                  <a:pt x="302516" y="89930"/>
                </a:lnTo>
                <a:lnTo>
                  <a:pt x="302050" y="90339"/>
                </a:lnTo>
                <a:lnTo>
                  <a:pt x="301576" y="90755"/>
                </a:lnTo>
                <a:lnTo>
                  <a:pt x="301110" y="91157"/>
                </a:lnTo>
                <a:lnTo>
                  <a:pt x="300665" y="91552"/>
                </a:lnTo>
                <a:lnTo>
                  <a:pt x="300234" y="91918"/>
                </a:lnTo>
                <a:lnTo>
                  <a:pt x="299839" y="92255"/>
                </a:lnTo>
                <a:lnTo>
                  <a:pt x="299473" y="92549"/>
                </a:lnTo>
                <a:lnTo>
                  <a:pt x="299165" y="92786"/>
                </a:lnTo>
                <a:lnTo>
                  <a:pt x="299035" y="92887"/>
                </a:lnTo>
                <a:lnTo>
                  <a:pt x="298913" y="92973"/>
                </a:lnTo>
                <a:lnTo>
                  <a:pt x="298806" y="93037"/>
                </a:lnTo>
                <a:lnTo>
                  <a:pt x="298712" y="93088"/>
                </a:lnTo>
                <a:lnTo>
                  <a:pt x="298634" y="93174"/>
                </a:lnTo>
                <a:lnTo>
                  <a:pt x="298497" y="93303"/>
                </a:lnTo>
                <a:lnTo>
                  <a:pt x="298318" y="93461"/>
                </a:lnTo>
                <a:lnTo>
                  <a:pt x="298095" y="93647"/>
                </a:lnTo>
                <a:lnTo>
                  <a:pt x="297535" y="94107"/>
                </a:lnTo>
                <a:lnTo>
                  <a:pt x="296846" y="94667"/>
                </a:lnTo>
                <a:lnTo>
                  <a:pt x="296050" y="95298"/>
                </a:lnTo>
                <a:lnTo>
                  <a:pt x="295181" y="95987"/>
                </a:lnTo>
                <a:lnTo>
                  <a:pt x="294256" y="96712"/>
                </a:lnTo>
                <a:lnTo>
                  <a:pt x="293301" y="97451"/>
                </a:lnTo>
                <a:lnTo>
                  <a:pt x="292346" y="98183"/>
                </a:lnTo>
                <a:lnTo>
                  <a:pt x="291413" y="98894"/>
                </a:lnTo>
                <a:lnTo>
                  <a:pt x="290531" y="99569"/>
                </a:lnTo>
                <a:lnTo>
                  <a:pt x="289720" y="100179"/>
                </a:lnTo>
                <a:lnTo>
                  <a:pt x="289016" y="100695"/>
                </a:lnTo>
                <a:lnTo>
                  <a:pt x="288428" y="101112"/>
                </a:lnTo>
                <a:lnTo>
                  <a:pt x="288191" y="101284"/>
                </a:lnTo>
                <a:lnTo>
                  <a:pt x="287997" y="101420"/>
                </a:lnTo>
                <a:lnTo>
                  <a:pt x="287846" y="101506"/>
                </a:lnTo>
                <a:lnTo>
                  <a:pt x="287739" y="101571"/>
                </a:lnTo>
                <a:lnTo>
                  <a:pt x="287502" y="101765"/>
                </a:lnTo>
                <a:lnTo>
                  <a:pt x="287129" y="102045"/>
                </a:lnTo>
                <a:lnTo>
                  <a:pt x="286641" y="102396"/>
                </a:lnTo>
                <a:lnTo>
                  <a:pt x="286067" y="102805"/>
                </a:lnTo>
                <a:lnTo>
                  <a:pt x="285406" y="103265"/>
                </a:lnTo>
                <a:lnTo>
                  <a:pt x="284710" y="103760"/>
                </a:lnTo>
                <a:lnTo>
                  <a:pt x="283964" y="104269"/>
                </a:lnTo>
                <a:lnTo>
                  <a:pt x="283210" y="104786"/>
                </a:lnTo>
                <a:lnTo>
                  <a:pt x="282449" y="105303"/>
                </a:lnTo>
                <a:lnTo>
                  <a:pt x="281710" y="105798"/>
                </a:lnTo>
                <a:lnTo>
                  <a:pt x="281014" y="106265"/>
                </a:lnTo>
                <a:lnTo>
                  <a:pt x="280375" y="106681"/>
                </a:lnTo>
                <a:lnTo>
                  <a:pt x="279815" y="107033"/>
                </a:lnTo>
                <a:lnTo>
                  <a:pt x="279349" y="107327"/>
                </a:lnTo>
                <a:lnTo>
                  <a:pt x="279148" y="107442"/>
                </a:lnTo>
                <a:lnTo>
                  <a:pt x="278997" y="107528"/>
                </a:lnTo>
                <a:lnTo>
                  <a:pt x="278861" y="107592"/>
                </a:lnTo>
                <a:lnTo>
                  <a:pt x="278775" y="107636"/>
                </a:lnTo>
                <a:lnTo>
                  <a:pt x="278703" y="107707"/>
                </a:lnTo>
                <a:lnTo>
                  <a:pt x="278567" y="107808"/>
                </a:lnTo>
                <a:lnTo>
                  <a:pt x="278387" y="107930"/>
                </a:lnTo>
                <a:lnTo>
                  <a:pt x="278157" y="108088"/>
                </a:lnTo>
                <a:lnTo>
                  <a:pt x="277576" y="108454"/>
                </a:lnTo>
                <a:lnTo>
                  <a:pt x="276837" y="108920"/>
                </a:lnTo>
                <a:lnTo>
                  <a:pt x="275976" y="109444"/>
                </a:lnTo>
                <a:lnTo>
                  <a:pt x="275021" y="110011"/>
                </a:lnTo>
                <a:lnTo>
                  <a:pt x="274002" y="110607"/>
                </a:lnTo>
                <a:lnTo>
                  <a:pt x="272933" y="111231"/>
                </a:lnTo>
                <a:lnTo>
                  <a:pt x="271856" y="111848"/>
                </a:lnTo>
                <a:lnTo>
                  <a:pt x="270801" y="112459"/>
                </a:lnTo>
                <a:lnTo>
                  <a:pt x="269782" y="113025"/>
                </a:lnTo>
                <a:lnTo>
                  <a:pt x="268834" y="113549"/>
                </a:lnTo>
                <a:lnTo>
                  <a:pt x="267980" y="114016"/>
                </a:lnTo>
                <a:lnTo>
                  <a:pt x="267263" y="114396"/>
                </a:lnTo>
                <a:lnTo>
                  <a:pt x="266954" y="114561"/>
                </a:lnTo>
                <a:lnTo>
                  <a:pt x="266696" y="114683"/>
                </a:lnTo>
                <a:lnTo>
                  <a:pt x="266473" y="114791"/>
                </a:lnTo>
                <a:lnTo>
                  <a:pt x="266301" y="114863"/>
                </a:lnTo>
                <a:lnTo>
                  <a:pt x="266043" y="115021"/>
                </a:lnTo>
                <a:lnTo>
                  <a:pt x="265784" y="115179"/>
                </a:lnTo>
                <a:lnTo>
                  <a:pt x="265504" y="115329"/>
                </a:lnTo>
                <a:lnTo>
                  <a:pt x="265217" y="115487"/>
                </a:lnTo>
                <a:lnTo>
                  <a:pt x="264614" y="115781"/>
                </a:lnTo>
                <a:lnTo>
                  <a:pt x="263990" y="116076"/>
                </a:lnTo>
                <a:lnTo>
                  <a:pt x="263366" y="116370"/>
                </a:lnTo>
                <a:lnTo>
                  <a:pt x="262741" y="116657"/>
                </a:lnTo>
                <a:lnTo>
                  <a:pt x="262146" y="116930"/>
                </a:lnTo>
                <a:lnTo>
                  <a:pt x="261579" y="117210"/>
                </a:lnTo>
                <a:lnTo>
                  <a:pt x="261284" y="117360"/>
                </a:lnTo>
                <a:lnTo>
                  <a:pt x="260983" y="117497"/>
                </a:lnTo>
                <a:lnTo>
                  <a:pt x="260681" y="117640"/>
                </a:lnTo>
                <a:lnTo>
                  <a:pt x="260380" y="117770"/>
                </a:lnTo>
                <a:lnTo>
                  <a:pt x="260086" y="117913"/>
                </a:lnTo>
                <a:lnTo>
                  <a:pt x="259777" y="118042"/>
                </a:lnTo>
                <a:lnTo>
                  <a:pt x="259476" y="118171"/>
                </a:lnTo>
                <a:lnTo>
                  <a:pt x="259181" y="118315"/>
                </a:lnTo>
                <a:lnTo>
                  <a:pt x="258916" y="118437"/>
                </a:lnTo>
                <a:lnTo>
                  <a:pt x="258622" y="118581"/>
                </a:lnTo>
                <a:lnTo>
                  <a:pt x="258291" y="118731"/>
                </a:lnTo>
                <a:lnTo>
                  <a:pt x="257947" y="118889"/>
                </a:lnTo>
                <a:lnTo>
                  <a:pt x="257610" y="119047"/>
                </a:lnTo>
                <a:lnTo>
                  <a:pt x="257279" y="119176"/>
                </a:lnTo>
                <a:lnTo>
                  <a:pt x="256971" y="119291"/>
                </a:lnTo>
                <a:lnTo>
                  <a:pt x="256705" y="119377"/>
                </a:lnTo>
                <a:lnTo>
                  <a:pt x="256361" y="119557"/>
                </a:lnTo>
                <a:lnTo>
                  <a:pt x="255973" y="119729"/>
                </a:lnTo>
                <a:lnTo>
                  <a:pt x="255564" y="119908"/>
                </a:lnTo>
                <a:lnTo>
                  <a:pt x="255141" y="120081"/>
                </a:lnTo>
                <a:lnTo>
                  <a:pt x="254703" y="120253"/>
                </a:lnTo>
                <a:lnTo>
                  <a:pt x="254279" y="120418"/>
                </a:lnTo>
                <a:lnTo>
                  <a:pt x="253863" y="120569"/>
                </a:lnTo>
                <a:lnTo>
                  <a:pt x="253490" y="120726"/>
                </a:lnTo>
                <a:lnTo>
                  <a:pt x="253138" y="120870"/>
                </a:lnTo>
                <a:lnTo>
                  <a:pt x="252657" y="121057"/>
                </a:lnTo>
                <a:lnTo>
                  <a:pt x="252083" y="121286"/>
                </a:lnTo>
                <a:lnTo>
                  <a:pt x="251430" y="121559"/>
                </a:lnTo>
                <a:lnTo>
                  <a:pt x="250698" y="121846"/>
                </a:lnTo>
                <a:lnTo>
                  <a:pt x="249916" y="122162"/>
                </a:lnTo>
                <a:lnTo>
                  <a:pt x="249112" y="122485"/>
                </a:lnTo>
                <a:lnTo>
                  <a:pt x="248301" y="122815"/>
                </a:lnTo>
                <a:lnTo>
                  <a:pt x="247483" y="123131"/>
                </a:lnTo>
                <a:lnTo>
                  <a:pt x="246693" y="123447"/>
                </a:lnTo>
                <a:lnTo>
                  <a:pt x="245954" y="123734"/>
                </a:lnTo>
                <a:lnTo>
                  <a:pt x="245279" y="123999"/>
                </a:lnTo>
                <a:lnTo>
                  <a:pt x="244677" y="124222"/>
                </a:lnTo>
                <a:lnTo>
                  <a:pt x="244174" y="124401"/>
                </a:lnTo>
                <a:lnTo>
                  <a:pt x="243801" y="124530"/>
                </a:lnTo>
                <a:lnTo>
                  <a:pt x="243550" y="124602"/>
                </a:lnTo>
                <a:lnTo>
                  <a:pt x="243435" y="124660"/>
                </a:lnTo>
                <a:lnTo>
                  <a:pt x="243248" y="124753"/>
                </a:lnTo>
                <a:lnTo>
                  <a:pt x="242990" y="124868"/>
                </a:lnTo>
                <a:lnTo>
                  <a:pt x="242674" y="124990"/>
                </a:lnTo>
                <a:lnTo>
                  <a:pt x="241899" y="125284"/>
                </a:lnTo>
                <a:lnTo>
                  <a:pt x="241031" y="125607"/>
                </a:lnTo>
                <a:lnTo>
                  <a:pt x="240134" y="125915"/>
                </a:lnTo>
                <a:lnTo>
                  <a:pt x="239308" y="126217"/>
                </a:lnTo>
                <a:lnTo>
                  <a:pt x="238626" y="126454"/>
                </a:lnTo>
                <a:lnTo>
                  <a:pt x="238181" y="126597"/>
                </a:lnTo>
                <a:lnTo>
                  <a:pt x="237069" y="126971"/>
                </a:lnTo>
                <a:lnTo>
                  <a:pt x="235978" y="127329"/>
                </a:lnTo>
                <a:lnTo>
                  <a:pt x="234894" y="127674"/>
                </a:lnTo>
                <a:lnTo>
                  <a:pt x="233818" y="128011"/>
                </a:lnTo>
                <a:lnTo>
                  <a:pt x="232756" y="128341"/>
                </a:lnTo>
                <a:lnTo>
                  <a:pt x="231679" y="128664"/>
                </a:lnTo>
                <a:lnTo>
                  <a:pt x="230610" y="128966"/>
                </a:lnTo>
                <a:lnTo>
                  <a:pt x="229533" y="129253"/>
                </a:lnTo>
                <a:lnTo>
                  <a:pt x="228995" y="129389"/>
                </a:lnTo>
                <a:lnTo>
                  <a:pt x="228449" y="129533"/>
                </a:lnTo>
                <a:lnTo>
                  <a:pt x="227904" y="129662"/>
                </a:lnTo>
                <a:lnTo>
                  <a:pt x="227366" y="129784"/>
                </a:lnTo>
                <a:lnTo>
                  <a:pt x="226813" y="129913"/>
                </a:lnTo>
                <a:lnTo>
                  <a:pt x="226253" y="130035"/>
                </a:lnTo>
                <a:lnTo>
                  <a:pt x="225708" y="130150"/>
                </a:lnTo>
                <a:lnTo>
                  <a:pt x="225148" y="130265"/>
                </a:lnTo>
                <a:lnTo>
                  <a:pt x="224581" y="130372"/>
                </a:lnTo>
                <a:lnTo>
                  <a:pt x="224007" y="130466"/>
                </a:lnTo>
                <a:lnTo>
                  <a:pt x="223440" y="130566"/>
                </a:lnTo>
                <a:lnTo>
                  <a:pt x="222858" y="130667"/>
                </a:lnTo>
                <a:lnTo>
                  <a:pt x="222277" y="130753"/>
                </a:lnTo>
                <a:lnTo>
                  <a:pt x="221681" y="130839"/>
                </a:lnTo>
                <a:lnTo>
                  <a:pt x="221086" y="130911"/>
                </a:lnTo>
                <a:lnTo>
                  <a:pt x="220483" y="130983"/>
                </a:lnTo>
                <a:lnTo>
                  <a:pt x="220059" y="131033"/>
                </a:lnTo>
                <a:lnTo>
                  <a:pt x="219622" y="131083"/>
                </a:lnTo>
                <a:lnTo>
                  <a:pt x="219191" y="131133"/>
                </a:lnTo>
                <a:lnTo>
                  <a:pt x="218760" y="131176"/>
                </a:lnTo>
                <a:lnTo>
                  <a:pt x="218323" y="131219"/>
                </a:lnTo>
                <a:lnTo>
                  <a:pt x="217892" y="131248"/>
                </a:lnTo>
                <a:lnTo>
                  <a:pt x="217454" y="131284"/>
                </a:lnTo>
                <a:lnTo>
                  <a:pt x="217016" y="131313"/>
                </a:lnTo>
                <a:lnTo>
                  <a:pt x="216571" y="131341"/>
                </a:lnTo>
                <a:lnTo>
                  <a:pt x="216141" y="131363"/>
                </a:lnTo>
                <a:lnTo>
                  <a:pt x="215703" y="131377"/>
                </a:lnTo>
                <a:lnTo>
                  <a:pt x="215258" y="131399"/>
                </a:lnTo>
                <a:lnTo>
                  <a:pt x="214827" y="131406"/>
                </a:lnTo>
                <a:lnTo>
                  <a:pt x="214390" y="131413"/>
                </a:lnTo>
                <a:lnTo>
                  <a:pt x="213952" y="131413"/>
                </a:lnTo>
                <a:lnTo>
                  <a:pt x="213528" y="131406"/>
                </a:lnTo>
                <a:lnTo>
                  <a:pt x="213306" y="131406"/>
                </a:lnTo>
                <a:lnTo>
                  <a:pt x="213098" y="131399"/>
                </a:lnTo>
                <a:lnTo>
                  <a:pt x="212890" y="131377"/>
                </a:lnTo>
                <a:lnTo>
                  <a:pt x="212681" y="131363"/>
                </a:lnTo>
                <a:lnTo>
                  <a:pt x="212488" y="131341"/>
                </a:lnTo>
                <a:lnTo>
                  <a:pt x="212287" y="131313"/>
                </a:lnTo>
                <a:lnTo>
                  <a:pt x="212093" y="131284"/>
                </a:lnTo>
                <a:lnTo>
                  <a:pt x="211899" y="131248"/>
                </a:lnTo>
                <a:lnTo>
                  <a:pt x="211526" y="131176"/>
                </a:lnTo>
                <a:lnTo>
                  <a:pt x="211160" y="131083"/>
                </a:lnTo>
                <a:lnTo>
                  <a:pt x="210808" y="130975"/>
                </a:lnTo>
                <a:lnTo>
                  <a:pt x="210464" y="130853"/>
                </a:lnTo>
                <a:lnTo>
                  <a:pt x="210134" y="130724"/>
                </a:lnTo>
                <a:lnTo>
                  <a:pt x="209818" y="130581"/>
                </a:lnTo>
                <a:lnTo>
                  <a:pt x="209502" y="130437"/>
                </a:lnTo>
                <a:lnTo>
                  <a:pt x="209201" y="130272"/>
                </a:lnTo>
                <a:lnTo>
                  <a:pt x="208906" y="130100"/>
                </a:lnTo>
                <a:lnTo>
                  <a:pt x="208612" y="129920"/>
                </a:lnTo>
                <a:lnTo>
                  <a:pt x="208332" y="129727"/>
                </a:lnTo>
                <a:lnTo>
                  <a:pt x="208052" y="129533"/>
                </a:lnTo>
                <a:lnTo>
                  <a:pt x="207815" y="129353"/>
                </a:lnTo>
                <a:lnTo>
                  <a:pt x="207579" y="129174"/>
                </a:lnTo>
                <a:lnTo>
                  <a:pt x="207363" y="128973"/>
                </a:lnTo>
                <a:lnTo>
                  <a:pt x="207134" y="128779"/>
                </a:lnTo>
                <a:lnTo>
                  <a:pt x="206911" y="128571"/>
                </a:lnTo>
                <a:lnTo>
                  <a:pt x="206696" y="128356"/>
                </a:lnTo>
                <a:lnTo>
                  <a:pt x="206480" y="128133"/>
                </a:lnTo>
                <a:lnTo>
                  <a:pt x="206265" y="127911"/>
                </a:lnTo>
                <a:lnTo>
                  <a:pt x="206064" y="127674"/>
                </a:lnTo>
                <a:lnTo>
                  <a:pt x="205856" y="127437"/>
                </a:lnTo>
                <a:lnTo>
                  <a:pt x="205662" y="127193"/>
                </a:lnTo>
                <a:lnTo>
                  <a:pt x="205461" y="126942"/>
                </a:lnTo>
                <a:lnTo>
                  <a:pt x="205268" y="126683"/>
                </a:lnTo>
                <a:lnTo>
                  <a:pt x="205074" y="126418"/>
                </a:lnTo>
                <a:lnTo>
                  <a:pt x="204887" y="126145"/>
                </a:lnTo>
                <a:lnTo>
                  <a:pt x="204701" y="125872"/>
                </a:lnTo>
                <a:lnTo>
                  <a:pt x="204521" y="125593"/>
                </a:lnTo>
                <a:lnTo>
                  <a:pt x="204342" y="125305"/>
                </a:lnTo>
                <a:lnTo>
                  <a:pt x="204162" y="125004"/>
                </a:lnTo>
                <a:lnTo>
                  <a:pt x="203990" y="124710"/>
                </a:lnTo>
                <a:lnTo>
                  <a:pt x="203818" y="124408"/>
                </a:lnTo>
                <a:lnTo>
                  <a:pt x="203646" y="124093"/>
                </a:lnTo>
                <a:lnTo>
                  <a:pt x="203488" y="123784"/>
                </a:lnTo>
                <a:lnTo>
                  <a:pt x="203323" y="123461"/>
                </a:lnTo>
                <a:lnTo>
                  <a:pt x="203165" y="123131"/>
                </a:lnTo>
                <a:lnTo>
                  <a:pt x="203007" y="122808"/>
                </a:lnTo>
                <a:lnTo>
                  <a:pt x="202849" y="122471"/>
                </a:lnTo>
                <a:lnTo>
                  <a:pt x="202698" y="122133"/>
                </a:lnTo>
                <a:lnTo>
                  <a:pt x="202397" y="121437"/>
                </a:lnTo>
                <a:lnTo>
                  <a:pt x="202110" y="120726"/>
                </a:lnTo>
                <a:lnTo>
                  <a:pt x="201873" y="120109"/>
                </a:lnTo>
                <a:lnTo>
                  <a:pt x="201636" y="119470"/>
                </a:lnTo>
                <a:lnTo>
                  <a:pt x="201399" y="118825"/>
                </a:lnTo>
                <a:lnTo>
                  <a:pt x="201169" y="118143"/>
                </a:lnTo>
                <a:lnTo>
                  <a:pt x="200940" y="117454"/>
                </a:lnTo>
                <a:lnTo>
                  <a:pt x="200717" y="116743"/>
                </a:lnTo>
                <a:lnTo>
                  <a:pt x="200495" y="116018"/>
                </a:lnTo>
                <a:lnTo>
                  <a:pt x="200272" y="115293"/>
                </a:lnTo>
                <a:lnTo>
                  <a:pt x="200057" y="114540"/>
                </a:lnTo>
                <a:lnTo>
                  <a:pt x="199849" y="113786"/>
                </a:lnTo>
                <a:lnTo>
                  <a:pt x="199634" y="113018"/>
                </a:lnTo>
                <a:lnTo>
                  <a:pt x="199425" y="112243"/>
                </a:lnTo>
                <a:lnTo>
                  <a:pt x="199232" y="111461"/>
                </a:lnTo>
                <a:lnTo>
                  <a:pt x="199024" y="110671"/>
                </a:lnTo>
                <a:lnTo>
                  <a:pt x="198837" y="109889"/>
                </a:lnTo>
                <a:lnTo>
                  <a:pt x="198636" y="109092"/>
                </a:lnTo>
                <a:lnTo>
                  <a:pt x="198270" y="107506"/>
                </a:lnTo>
                <a:lnTo>
                  <a:pt x="197925" y="105913"/>
                </a:lnTo>
                <a:lnTo>
                  <a:pt x="197588" y="104341"/>
                </a:lnTo>
                <a:lnTo>
                  <a:pt x="197272" y="102791"/>
                </a:lnTo>
                <a:lnTo>
                  <a:pt x="196978" y="101269"/>
                </a:lnTo>
                <a:lnTo>
                  <a:pt x="196713" y="99798"/>
                </a:lnTo>
                <a:lnTo>
                  <a:pt x="196461" y="98377"/>
                </a:lnTo>
                <a:lnTo>
                  <a:pt x="196232" y="97028"/>
                </a:lnTo>
                <a:lnTo>
                  <a:pt x="196110" y="96217"/>
                </a:lnTo>
                <a:lnTo>
                  <a:pt x="195980" y="95406"/>
                </a:lnTo>
                <a:lnTo>
                  <a:pt x="195858" y="94595"/>
                </a:lnTo>
                <a:lnTo>
                  <a:pt x="195744" y="93777"/>
                </a:lnTo>
                <a:lnTo>
                  <a:pt x="195622" y="92966"/>
                </a:lnTo>
                <a:lnTo>
                  <a:pt x="195521" y="92147"/>
                </a:lnTo>
                <a:lnTo>
                  <a:pt x="195413" y="91329"/>
                </a:lnTo>
                <a:lnTo>
                  <a:pt x="195306" y="90511"/>
                </a:lnTo>
                <a:lnTo>
                  <a:pt x="195205" y="89700"/>
                </a:lnTo>
                <a:lnTo>
                  <a:pt x="195105" y="88875"/>
                </a:lnTo>
                <a:lnTo>
                  <a:pt x="195019" y="88056"/>
                </a:lnTo>
                <a:lnTo>
                  <a:pt x="194925" y="87231"/>
                </a:lnTo>
                <a:lnTo>
                  <a:pt x="194839" y="86413"/>
                </a:lnTo>
                <a:lnTo>
                  <a:pt x="194753" y="85595"/>
                </a:lnTo>
                <a:lnTo>
                  <a:pt x="194674" y="84769"/>
                </a:lnTo>
                <a:lnTo>
                  <a:pt x="194595" y="83951"/>
                </a:lnTo>
                <a:lnTo>
                  <a:pt x="194516" y="83076"/>
                </a:lnTo>
                <a:lnTo>
                  <a:pt x="194445" y="82207"/>
                </a:lnTo>
                <a:lnTo>
                  <a:pt x="194380" y="81339"/>
                </a:lnTo>
                <a:lnTo>
                  <a:pt x="194308" y="80478"/>
                </a:lnTo>
                <a:lnTo>
                  <a:pt x="194251" y="79602"/>
                </a:lnTo>
                <a:lnTo>
                  <a:pt x="194193" y="78741"/>
                </a:lnTo>
                <a:lnTo>
                  <a:pt x="194136" y="77879"/>
                </a:lnTo>
                <a:lnTo>
                  <a:pt x="194093" y="77018"/>
                </a:lnTo>
                <a:lnTo>
                  <a:pt x="194043" y="76157"/>
                </a:lnTo>
                <a:lnTo>
                  <a:pt x="193992" y="75289"/>
                </a:lnTo>
                <a:lnTo>
                  <a:pt x="193942" y="74420"/>
                </a:lnTo>
                <a:lnTo>
                  <a:pt x="193899" y="73559"/>
                </a:lnTo>
                <a:lnTo>
                  <a:pt x="193849" y="72690"/>
                </a:lnTo>
                <a:lnTo>
                  <a:pt x="193799" y="71815"/>
                </a:lnTo>
                <a:lnTo>
                  <a:pt x="193756" y="70946"/>
                </a:lnTo>
                <a:lnTo>
                  <a:pt x="193705" y="70071"/>
                </a:lnTo>
                <a:lnTo>
                  <a:pt x="193677" y="69482"/>
                </a:lnTo>
                <a:lnTo>
                  <a:pt x="193655" y="68894"/>
                </a:lnTo>
                <a:lnTo>
                  <a:pt x="193626" y="68312"/>
                </a:lnTo>
                <a:lnTo>
                  <a:pt x="193619" y="67731"/>
                </a:lnTo>
                <a:lnTo>
                  <a:pt x="193612" y="67135"/>
                </a:lnTo>
                <a:lnTo>
                  <a:pt x="193605" y="66554"/>
                </a:lnTo>
                <a:lnTo>
                  <a:pt x="193605" y="65958"/>
                </a:lnTo>
                <a:lnTo>
                  <a:pt x="193605" y="65377"/>
                </a:lnTo>
                <a:lnTo>
                  <a:pt x="193626" y="64207"/>
                </a:lnTo>
                <a:lnTo>
                  <a:pt x="193662" y="63030"/>
                </a:lnTo>
                <a:lnTo>
                  <a:pt x="193705" y="61860"/>
                </a:lnTo>
                <a:lnTo>
                  <a:pt x="193763" y="60690"/>
                </a:lnTo>
                <a:lnTo>
                  <a:pt x="193827" y="59520"/>
                </a:lnTo>
                <a:lnTo>
                  <a:pt x="193906" y="58351"/>
                </a:lnTo>
                <a:lnTo>
                  <a:pt x="193992" y="57181"/>
                </a:lnTo>
                <a:lnTo>
                  <a:pt x="194071" y="56018"/>
                </a:lnTo>
                <a:lnTo>
                  <a:pt x="194172" y="54855"/>
                </a:lnTo>
                <a:lnTo>
                  <a:pt x="194265" y="53693"/>
                </a:lnTo>
                <a:lnTo>
                  <a:pt x="194358" y="52530"/>
                </a:lnTo>
                <a:lnTo>
                  <a:pt x="194459" y="51375"/>
                </a:lnTo>
                <a:lnTo>
                  <a:pt x="194516" y="50542"/>
                </a:lnTo>
                <a:lnTo>
                  <a:pt x="194588" y="49717"/>
                </a:lnTo>
                <a:lnTo>
                  <a:pt x="194667" y="48884"/>
                </a:lnTo>
                <a:lnTo>
                  <a:pt x="194753" y="48066"/>
                </a:lnTo>
                <a:lnTo>
                  <a:pt x="194847" y="47233"/>
                </a:lnTo>
                <a:lnTo>
                  <a:pt x="194933" y="46415"/>
                </a:lnTo>
                <a:lnTo>
                  <a:pt x="195033" y="45590"/>
                </a:lnTo>
                <a:lnTo>
                  <a:pt x="195141" y="44772"/>
                </a:lnTo>
                <a:lnTo>
                  <a:pt x="195248" y="43953"/>
                </a:lnTo>
                <a:lnTo>
                  <a:pt x="195356" y="43128"/>
                </a:lnTo>
                <a:lnTo>
                  <a:pt x="195464" y="42317"/>
                </a:lnTo>
                <a:lnTo>
                  <a:pt x="195579" y="41492"/>
                </a:lnTo>
                <a:lnTo>
                  <a:pt x="195679" y="40681"/>
                </a:lnTo>
                <a:lnTo>
                  <a:pt x="195787" y="39870"/>
                </a:lnTo>
                <a:lnTo>
                  <a:pt x="195902" y="39059"/>
                </a:lnTo>
                <a:lnTo>
                  <a:pt x="196009" y="38241"/>
                </a:lnTo>
                <a:lnTo>
                  <a:pt x="196088" y="37702"/>
                </a:lnTo>
                <a:lnTo>
                  <a:pt x="196160" y="37157"/>
                </a:lnTo>
                <a:lnTo>
                  <a:pt x="196239" y="36604"/>
                </a:lnTo>
                <a:lnTo>
                  <a:pt x="196332" y="36059"/>
                </a:lnTo>
                <a:lnTo>
                  <a:pt x="196418" y="35499"/>
                </a:lnTo>
                <a:lnTo>
                  <a:pt x="196512" y="34939"/>
                </a:lnTo>
                <a:lnTo>
                  <a:pt x="196612" y="34386"/>
                </a:lnTo>
                <a:lnTo>
                  <a:pt x="196713" y="33834"/>
                </a:lnTo>
                <a:lnTo>
                  <a:pt x="196813" y="33274"/>
                </a:lnTo>
                <a:lnTo>
                  <a:pt x="196913" y="32721"/>
                </a:lnTo>
                <a:lnTo>
                  <a:pt x="197021" y="32176"/>
                </a:lnTo>
                <a:lnTo>
                  <a:pt x="197129" y="31623"/>
                </a:lnTo>
                <a:lnTo>
                  <a:pt x="197236" y="31078"/>
                </a:lnTo>
                <a:lnTo>
                  <a:pt x="197351" y="30547"/>
                </a:lnTo>
                <a:lnTo>
                  <a:pt x="197459" y="30016"/>
                </a:lnTo>
                <a:lnTo>
                  <a:pt x="197574" y="29484"/>
                </a:lnTo>
                <a:lnTo>
                  <a:pt x="197689" y="28946"/>
                </a:lnTo>
                <a:lnTo>
                  <a:pt x="197803" y="28422"/>
                </a:lnTo>
                <a:lnTo>
                  <a:pt x="197918" y="27891"/>
                </a:lnTo>
                <a:lnTo>
                  <a:pt x="198033" y="27367"/>
                </a:lnTo>
                <a:lnTo>
                  <a:pt x="198148" y="26843"/>
                </a:lnTo>
                <a:lnTo>
                  <a:pt x="198263" y="26319"/>
                </a:lnTo>
                <a:lnTo>
                  <a:pt x="198385" y="25788"/>
                </a:lnTo>
                <a:lnTo>
                  <a:pt x="198507" y="25257"/>
                </a:lnTo>
                <a:lnTo>
                  <a:pt x="198600" y="24841"/>
                </a:lnTo>
                <a:lnTo>
                  <a:pt x="198715" y="24331"/>
                </a:lnTo>
                <a:lnTo>
                  <a:pt x="198844" y="23757"/>
                </a:lnTo>
                <a:lnTo>
                  <a:pt x="198980" y="23147"/>
                </a:lnTo>
                <a:lnTo>
                  <a:pt x="199131" y="22551"/>
                </a:lnTo>
                <a:lnTo>
                  <a:pt x="199275" y="22013"/>
                </a:lnTo>
                <a:lnTo>
                  <a:pt x="199346" y="21769"/>
                </a:lnTo>
                <a:lnTo>
                  <a:pt x="199411" y="21554"/>
                </a:lnTo>
                <a:lnTo>
                  <a:pt x="199476" y="21367"/>
                </a:lnTo>
                <a:lnTo>
                  <a:pt x="199540" y="21209"/>
                </a:lnTo>
                <a:lnTo>
                  <a:pt x="199605" y="20858"/>
                </a:lnTo>
                <a:lnTo>
                  <a:pt x="199698" y="20470"/>
                </a:lnTo>
                <a:lnTo>
                  <a:pt x="199806" y="20075"/>
                </a:lnTo>
                <a:lnTo>
                  <a:pt x="199921" y="19666"/>
                </a:lnTo>
                <a:lnTo>
                  <a:pt x="200035" y="19250"/>
                </a:lnTo>
                <a:lnTo>
                  <a:pt x="200158" y="18848"/>
                </a:lnTo>
                <a:lnTo>
                  <a:pt x="200272" y="18468"/>
                </a:lnTo>
                <a:lnTo>
                  <a:pt x="200380" y="18109"/>
                </a:lnTo>
                <a:lnTo>
                  <a:pt x="200495" y="17736"/>
                </a:lnTo>
                <a:lnTo>
                  <a:pt x="200610" y="17355"/>
                </a:lnTo>
                <a:lnTo>
                  <a:pt x="200724" y="16989"/>
                </a:lnTo>
                <a:lnTo>
                  <a:pt x="200839" y="16616"/>
                </a:lnTo>
                <a:lnTo>
                  <a:pt x="200947" y="16250"/>
                </a:lnTo>
                <a:lnTo>
                  <a:pt x="201062" y="15884"/>
                </a:lnTo>
                <a:lnTo>
                  <a:pt x="201177" y="15518"/>
                </a:lnTo>
                <a:lnTo>
                  <a:pt x="201291" y="15145"/>
                </a:lnTo>
                <a:lnTo>
                  <a:pt x="201507" y="14470"/>
                </a:lnTo>
                <a:lnTo>
                  <a:pt x="201736" y="13745"/>
                </a:lnTo>
                <a:lnTo>
                  <a:pt x="201980" y="12977"/>
                </a:lnTo>
                <a:lnTo>
                  <a:pt x="202246" y="12216"/>
                </a:lnTo>
                <a:lnTo>
                  <a:pt x="202375" y="11829"/>
                </a:lnTo>
                <a:lnTo>
                  <a:pt x="202512" y="11456"/>
                </a:lnTo>
                <a:lnTo>
                  <a:pt x="202655" y="11090"/>
                </a:lnTo>
                <a:lnTo>
                  <a:pt x="202791" y="10738"/>
                </a:lnTo>
                <a:lnTo>
                  <a:pt x="202935" y="10401"/>
                </a:lnTo>
                <a:lnTo>
                  <a:pt x="203079" y="10078"/>
                </a:lnTo>
                <a:lnTo>
                  <a:pt x="203222" y="9776"/>
                </a:lnTo>
                <a:lnTo>
                  <a:pt x="203358" y="9496"/>
                </a:lnTo>
                <a:lnTo>
                  <a:pt x="203416" y="9338"/>
                </a:lnTo>
                <a:lnTo>
                  <a:pt x="203488" y="9166"/>
                </a:lnTo>
                <a:lnTo>
                  <a:pt x="203559" y="8987"/>
                </a:lnTo>
                <a:lnTo>
                  <a:pt x="203638" y="8800"/>
                </a:lnTo>
                <a:lnTo>
                  <a:pt x="203832" y="8398"/>
                </a:lnTo>
                <a:lnTo>
                  <a:pt x="204040" y="7975"/>
                </a:lnTo>
                <a:lnTo>
                  <a:pt x="204284" y="7544"/>
                </a:lnTo>
                <a:lnTo>
                  <a:pt x="204543" y="7092"/>
                </a:lnTo>
                <a:lnTo>
                  <a:pt x="204808" y="6647"/>
                </a:lnTo>
                <a:lnTo>
                  <a:pt x="205088" y="6195"/>
                </a:lnTo>
                <a:lnTo>
                  <a:pt x="205368" y="5757"/>
                </a:lnTo>
                <a:lnTo>
                  <a:pt x="205655" y="5341"/>
                </a:lnTo>
                <a:lnTo>
                  <a:pt x="205928" y="4946"/>
                </a:lnTo>
                <a:lnTo>
                  <a:pt x="206193" y="4573"/>
                </a:lnTo>
                <a:lnTo>
                  <a:pt x="206452" y="4250"/>
                </a:lnTo>
                <a:lnTo>
                  <a:pt x="206689" y="3949"/>
                </a:lnTo>
                <a:lnTo>
                  <a:pt x="206796" y="3826"/>
                </a:lnTo>
                <a:lnTo>
                  <a:pt x="206904" y="3712"/>
                </a:lnTo>
                <a:lnTo>
                  <a:pt x="206997" y="3618"/>
                </a:lnTo>
                <a:lnTo>
                  <a:pt x="207083" y="3525"/>
                </a:lnTo>
                <a:lnTo>
                  <a:pt x="207435" y="3202"/>
                </a:lnTo>
                <a:lnTo>
                  <a:pt x="207729" y="2908"/>
                </a:lnTo>
                <a:lnTo>
                  <a:pt x="208009" y="2635"/>
                </a:lnTo>
                <a:lnTo>
                  <a:pt x="208289" y="2384"/>
                </a:lnTo>
                <a:lnTo>
                  <a:pt x="208425" y="2262"/>
                </a:lnTo>
                <a:lnTo>
                  <a:pt x="208576" y="2140"/>
                </a:lnTo>
                <a:lnTo>
                  <a:pt x="208734" y="2011"/>
                </a:lnTo>
                <a:lnTo>
                  <a:pt x="208906" y="1882"/>
                </a:lnTo>
                <a:lnTo>
                  <a:pt x="209093" y="1752"/>
                </a:lnTo>
                <a:lnTo>
                  <a:pt x="209301" y="1609"/>
                </a:lnTo>
                <a:lnTo>
                  <a:pt x="209524" y="1472"/>
                </a:lnTo>
                <a:lnTo>
                  <a:pt x="209768" y="1322"/>
                </a:lnTo>
                <a:lnTo>
                  <a:pt x="209954" y="1214"/>
                </a:lnTo>
                <a:lnTo>
                  <a:pt x="210155" y="1099"/>
                </a:lnTo>
                <a:lnTo>
                  <a:pt x="210349" y="992"/>
                </a:lnTo>
                <a:lnTo>
                  <a:pt x="210564" y="898"/>
                </a:lnTo>
                <a:lnTo>
                  <a:pt x="210780" y="798"/>
                </a:lnTo>
                <a:lnTo>
                  <a:pt x="210995" y="697"/>
                </a:lnTo>
                <a:lnTo>
                  <a:pt x="211217" y="611"/>
                </a:lnTo>
                <a:lnTo>
                  <a:pt x="211447" y="525"/>
                </a:lnTo>
                <a:lnTo>
                  <a:pt x="211677" y="453"/>
                </a:lnTo>
                <a:lnTo>
                  <a:pt x="211921" y="382"/>
                </a:lnTo>
                <a:lnTo>
                  <a:pt x="212165" y="310"/>
                </a:lnTo>
                <a:lnTo>
                  <a:pt x="212409" y="252"/>
                </a:lnTo>
                <a:lnTo>
                  <a:pt x="212660" y="209"/>
                </a:lnTo>
                <a:lnTo>
                  <a:pt x="212904" y="173"/>
                </a:lnTo>
                <a:lnTo>
                  <a:pt x="213155" y="137"/>
                </a:lnTo>
                <a:lnTo>
                  <a:pt x="213421" y="123"/>
                </a:lnTo>
                <a:lnTo>
                  <a:pt x="213557" y="80"/>
                </a:lnTo>
                <a:lnTo>
                  <a:pt x="213744" y="51"/>
                </a:lnTo>
                <a:lnTo>
                  <a:pt x="213945" y="23"/>
                </a:lnTo>
                <a:lnTo>
                  <a:pt x="214196" y="8"/>
                </a:lnTo>
                <a:close/>
                <a:moveTo>
                  <a:pt x="20871" y="0"/>
                </a:moveTo>
                <a:lnTo>
                  <a:pt x="21165" y="0"/>
                </a:lnTo>
                <a:lnTo>
                  <a:pt x="21488" y="7"/>
                </a:lnTo>
                <a:lnTo>
                  <a:pt x="21840" y="14"/>
                </a:lnTo>
                <a:lnTo>
                  <a:pt x="22593" y="58"/>
                </a:lnTo>
                <a:lnTo>
                  <a:pt x="23411" y="122"/>
                </a:lnTo>
                <a:lnTo>
                  <a:pt x="24265" y="194"/>
                </a:lnTo>
                <a:lnTo>
                  <a:pt x="25148" y="287"/>
                </a:lnTo>
                <a:lnTo>
                  <a:pt x="26031" y="388"/>
                </a:lnTo>
                <a:lnTo>
                  <a:pt x="26907" y="495"/>
                </a:lnTo>
                <a:lnTo>
                  <a:pt x="27739" y="603"/>
                </a:lnTo>
                <a:lnTo>
                  <a:pt x="28529" y="703"/>
                </a:lnTo>
                <a:lnTo>
                  <a:pt x="29246" y="804"/>
                </a:lnTo>
                <a:lnTo>
                  <a:pt x="29871" y="897"/>
                </a:lnTo>
                <a:lnTo>
                  <a:pt x="30387" y="976"/>
                </a:lnTo>
                <a:lnTo>
                  <a:pt x="30768" y="1048"/>
                </a:lnTo>
                <a:lnTo>
                  <a:pt x="31579" y="1206"/>
                </a:lnTo>
                <a:lnTo>
                  <a:pt x="32375" y="1371"/>
                </a:lnTo>
                <a:lnTo>
                  <a:pt x="33179" y="1543"/>
                </a:lnTo>
                <a:lnTo>
                  <a:pt x="33983" y="1723"/>
                </a:lnTo>
                <a:lnTo>
                  <a:pt x="34780" y="1916"/>
                </a:lnTo>
                <a:lnTo>
                  <a:pt x="35584" y="2117"/>
                </a:lnTo>
                <a:lnTo>
                  <a:pt x="36380" y="2325"/>
                </a:lnTo>
                <a:lnTo>
                  <a:pt x="37184" y="2548"/>
                </a:lnTo>
                <a:lnTo>
                  <a:pt x="37981" y="2770"/>
                </a:lnTo>
                <a:lnTo>
                  <a:pt x="38785" y="3000"/>
                </a:lnTo>
                <a:lnTo>
                  <a:pt x="39581" y="3237"/>
                </a:lnTo>
                <a:lnTo>
                  <a:pt x="40378" y="3481"/>
                </a:lnTo>
                <a:lnTo>
                  <a:pt x="41174" y="3739"/>
                </a:lnTo>
                <a:lnTo>
                  <a:pt x="41971" y="3991"/>
                </a:lnTo>
                <a:lnTo>
                  <a:pt x="42768" y="4256"/>
                </a:lnTo>
                <a:lnTo>
                  <a:pt x="43564" y="4529"/>
                </a:lnTo>
                <a:lnTo>
                  <a:pt x="44354" y="4794"/>
                </a:lnTo>
                <a:lnTo>
                  <a:pt x="45143" y="5074"/>
                </a:lnTo>
                <a:lnTo>
                  <a:pt x="45933" y="5361"/>
                </a:lnTo>
                <a:lnTo>
                  <a:pt x="46708" y="5648"/>
                </a:lnTo>
                <a:lnTo>
                  <a:pt x="47497" y="5936"/>
                </a:lnTo>
                <a:lnTo>
                  <a:pt x="48280" y="6237"/>
                </a:lnTo>
                <a:lnTo>
                  <a:pt x="49062" y="6538"/>
                </a:lnTo>
                <a:lnTo>
                  <a:pt x="49830" y="6840"/>
                </a:lnTo>
                <a:lnTo>
                  <a:pt x="51373" y="7450"/>
                </a:lnTo>
                <a:lnTo>
                  <a:pt x="52902" y="8074"/>
                </a:lnTo>
                <a:lnTo>
                  <a:pt x="54423" y="8706"/>
                </a:lnTo>
                <a:lnTo>
                  <a:pt x="55916" y="9337"/>
                </a:lnTo>
                <a:lnTo>
                  <a:pt x="56160" y="9438"/>
                </a:lnTo>
                <a:lnTo>
                  <a:pt x="56426" y="9546"/>
                </a:lnTo>
                <a:lnTo>
                  <a:pt x="56706" y="9653"/>
                </a:lnTo>
                <a:lnTo>
                  <a:pt x="56985" y="9761"/>
                </a:lnTo>
                <a:lnTo>
                  <a:pt x="57258" y="9876"/>
                </a:lnTo>
                <a:lnTo>
                  <a:pt x="57517" y="9991"/>
                </a:lnTo>
                <a:lnTo>
                  <a:pt x="57753" y="10113"/>
                </a:lnTo>
                <a:lnTo>
                  <a:pt x="57976" y="10235"/>
                </a:lnTo>
                <a:lnTo>
                  <a:pt x="58148" y="10285"/>
                </a:lnTo>
                <a:lnTo>
                  <a:pt x="58342" y="10349"/>
                </a:lnTo>
                <a:lnTo>
                  <a:pt x="58536" y="10414"/>
                </a:lnTo>
                <a:lnTo>
                  <a:pt x="58737" y="10486"/>
                </a:lnTo>
                <a:lnTo>
                  <a:pt x="59153" y="10658"/>
                </a:lnTo>
                <a:lnTo>
                  <a:pt x="59569" y="10845"/>
                </a:lnTo>
                <a:lnTo>
                  <a:pt x="60000" y="11031"/>
                </a:lnTo>
                <a:lnTo>
                  <a:pt x="60409" y="11211"/>
                </a:lnTo>
                <a:lnTo>
                  <a:pt x="60804" y="11390"/>
                </a:lnTo>
                <a:lnTo>
                  <a:pt x="61170" y="11541"/>
                </a:lnTo>
                <a:lnTo>
                  <a:pt x="61722" y="11771"/>
                </a:lnTo>
                <a:lnTo>
                  <a:pt x="62289" y="12007"/>
                </a:lnTo>
                <a:lnTo>
                  <a:pt x="62863" y="12251"/>
                </a:lnTo>
                <a:lnTo>
                  <a:pt x="63445" y="12510"/>
                </a:lnTo>
                <a:lnTo>
                  <a:pt x="64041" y="12775"/>
                </a:lnTo>
                <a:lnTo>
                  <a:pt x="64636" y="13034"/>
                </a:lnTo>
                <a:lnTo>
                  <a:pt x="65246" y="13314"/>
                </a:lnTo>
                <a:lnTo>
                  <a:pt x="65842" y="13586"/>
                </a:lnTo>
                <a:lnTo>
                  <a:pt x="66445" y="13866"/>
                </a:lnTo>
                <a:lnTo>
                  <a:pt x="67033" y="14146"/>
                </a:lnTo>
                <a:lnTo>
                  <a:pt x="67629" y="14426"/>
                </a:lnTo>
                <a:lnTo>
                  <a:pt x="68210" y="14692"/>
                </a:lnTo>
                <a:lnTo>
                  <a:pt x="68777" y="14971"/>
                </a:lnTo>
                <a:lnTo>
                  <a:pt x="69330" y="15244"/>
                </a:lnTo>
                <a:lnTo>
                  <a:pt x="69868" y="15517"/>
                </a:lnTo>
                <a:lnTo>
                  <a:pt x="70385" y="15775"/>
                </a:lnTo>
                <a:lnTo>
                  <a:pt x="71131" y="16156"/>
                </a:lnTo>
                <a:lnTo>
                  <a:pt x="71878" y="16543"/>
                </a:lnTo>
                <a:lnTo>
                  <a:pt x="72631" y="16931"/>
                </a:lnTo>
                <a:lnTo>
                  <a:pt x="73371" y="17318"/>
                </a:lnTo>
                <a:lnTo>
                  <a:pt x="74110" y="17713"/>
                </a:lnTo>
                <a:lnTo>
                  <a:pt x="74835" y="18108"/>
                </a:lnTo>
                <a:lnTo>
                  <a:pt x="75567" y="18510"/>
                </a:lnTo>
                <a:lnTo>
                  <a:pt x="76299" y="18912"/>
                </a:lnTo>
                <a:lnTo>
                  <a:pt x="77024" y="19321"/>
                </a:lnTo>
                <a:lnTo>
                  <a:pt x="77734" y="19730"/>
                </a:lnTo>
                <a:lnTo>
                  <a:pt x="78445" y="20139"/>
                </a:lnTo>
                <a:lnTo>
                  <a:pt x="79148" y="20548"/>
                </a:lnTo>
                <a:lnTo>
                  <a:pt x="79844" y="20957"/>
                </a:lnTo>
                <a:lnTo>
                  <a:pt x="80540" y="21381"/>
                </a:lnTo>
                <a:lnTo>
                  <a:pt x="81229" y="21797"/>
                </a:lnTo>
                <a:lnTo>
                  <a:pt x="81897" y="22227"/>
                </a:lnTo>
                <a:lnTo>
                  <a:pt x="82600" y="22665"/>
                </a:lnTo>
                <a:lnTo>
                  <a:pt x="83296" y="23103"/>
                </a:lnTo>
                <a:lnTo>
                  <a:pt x="83985" y="23541"/>
                </a:lnTo>
                <a:lnTo>
                  <a:pt x="84674" y="23972"/>
                </a:lnTo>
                <a:lnTo>
                  <a:pt x="85356" y="24416"/>
                </a:lnTo>
                <a:lnTo>
                  <a:pt x="86038" y="24854"/>
                </a:lnTo>
                <a:lnTo>
                  <a:pt x="86720" y="25299"/>
                </a:lnTo>
                <a:lnTo>
                  <a:pt x="87395" y="25759"/>
                </a:lnTo>
                <a:lnTo>
                  <a:pt x="88105" y="26232"/>
                </a:lnTo>
                <a:lnTo>
                  <a:pt x="88801" y="26713"/>
                </a:lnTo>
                <a:lnTo>
                  <a:pt x="89483" y="27180"/>
                </a:lnTo>
                <a:lnTo>
                  <a:pt x="90136" y="27646"/>
                </a:lnTo>
                <a:lnTo>
                  <a:pt x="90789" y="28105"/>
                </a:lnTo>
                <a:lnTo>
                  <a:pt x="91421" y="28565"/>
                </a:lnTo>
                <a:lnTo>
                  <a:pt x="92052" y="29017"/>
                </a:lnTo>
                <a:lnTo>
                  <a:pt x="92677" y="29476"/>
                </a:lnTo>
                <a:lnTo>
                  <a:pt x="93294" y="29928"/>
                </a:lnTo>
                <a:lnTo>
                  <a:pt x="93911" y="30388"/>
                </a:lnTo>
                <a:lnTo>
                  <a:pt x="94536" y="30854"/>
                </a:lnTo>
                <a:lnTo>
                  <a:pt x="95160" y="31321"/>
                </a:lnTo>
                <a:lnTo>
                  <a:pt x="95799" y="31795"/>
                </a:lnTo>
                <a:lnTo>
                  <a:pt x="96438" y="32268"/>
                </a:lnTo>
                <a:lnTo>
                  <a:pt x="97091" y="32763"/>
                </a:lnTo>
                <a:lnTo>
                  <a:pt x="97765" y="33259"/>
                </a:lnTo>
                <a:lnTo>
                  <a:pt x="98390" y="33732"/>
                </a:lnTo>
                <a:lnTo>
                  <a:pt x="99021" y="34228"/>
                </a:lnTo>
                <a:lnTo>
                  <a:pt x="99653" y="34737"/>
                </a:lnTo>
                <a:lnTo>
                  <a:pt x="100277" y="35247"/>
                </a:lnTo>
                <a:lnTo>
                  <a:pt x="100895" y="35749"/>
                </a:lnTo>
                <a:lnTo>
                  <a:pt x="101512" y="36259"/>
                </a:lnTo>
                <a:lnTo>
                  <a:pt x="102129" y="36754"/>
                </a:lnTo>
                <a:lnTo>
                  <a:pt x="102725" y="37220"/>
                </a:lnTo>
                <a:lnTo>
                  <a:pt x="114682" y="47742"/>
                </a:lnTo>
                <a:lnTo>
                  <a:pt x="114911" y="47964"/>
                </a:lnTo>
                <a:lnTo>
                  <a:pt x="115134" y="48194"/>
                </a:lnTo>
                <a:lnTo>
                  <a:pt x="115342" y="48424"/>
                </a:lnTo>
                <a:lnTo>
                  <a:pt x="115543" y="48653"/>
                </a:lnTo>
                <a:lnTo>
                  <a:pt x="115744" y="48883"/>
                </a:lnTo>
                <a:lnTo>
                  <a:pt x="115930" y="49106"/>
                </a:lnTo>
                <a:lnTo>
                  <a:pt x="116117" y="49321"/>
                </a:lnTo>
                <a:lnTo>
                  <a:pt x="116318" y="49515"/>
                </a:lnTo>
                <a:lnTo>
                  <a:pt x="116892" y="50082"/>
                </a:lnTo>
                <a:lnTo>
                  <a:pt x="117509" y="50706"/>
                </a:lnTo>
                <a:lnTo>
                  <a:pt x="118148" y="51366"/>
                </a:lnTo>
                <a:lnTo>
                  <a:pt x="118787" y="52055"/>
                </a:lnTo>
                <a:lnTo>
                  <a:pt x="119433" y="52752"/>
                </a:lnTo>
                <a:lnTo>
                  <a:pt x="120036" y="53441"/>
                </a:lnTo>
                <a:lnTo>
                  <a:pt x="120330" y="53778"/>
                </a:lnTo>
                <a:lnTo>
                  <a:pt x="120610" y="54115"/>
                </a:lnTo>
                <a:lnTo>
                  <a:pt x="120883" y="54438"/>
                </a:lnTo>
                <a:lnTo>
                  <a:pt x="121127" y="54740"/>
                </a:lnTo>
                <a:lnTo>
                  <a:pt x="121708" y="55457"/>
                </a:lnTo>
                <a:lnTo>
                  <a:pt x="122218" y="56096"/>
                </a:lnTo>
                <a:lnTo>
                  <a:pt x="122454" y="56397"/>
                </a:lnTo>
                <a:lnTo>
                  <a:pt x="122677" y="56699"/>
                </a:lnTo>
                <a:lnTo>
                  <a:pt x="122892" y="56993"/>
                </a:lnTo>
                <a:lnTo>
                  <a:pt x="123107" y="57280"/>
                </a:lnTo>
                <a:lnTo>
                  <a:pt x="123316" y="57582"/>
                </a:lnTo>
                <a:lnTo>
                  <a:pt x="123517" y="57890"/>
                </a:lnTo>
                <a:lnTo>
                  <a:pt x="123725" y="58199"/>
                </a:lnTo>
                <a:lnTo>
                  <a:pt x="123933" y="58529"/>
                </a:lnTo>
                <a:lnTo>
                  <a:pt x="124141" y="58874"/>
                </a:lnTo>
                <a:lnTo>
                  <a:pt x="124363" y="59240"/>
                </a:lnTo>
                <a:lnTo>
                  <a:pt x="124593" y="59642"/>
                </a:lnTo>
                <a:lnTo>
                  <a:pt x="124837" y="60065"/>
                </a:lnTo>
                <a:lnTo>
                  <a:pt x="124988" y="60345"/>
                </a:lnTo>
                <a:lnTo>
                  <a:pt x="125146" y="60682"/>
                </a:lnTo>
                <a:lnTo>
                  <a:pt x="125325" y="61048"/>
                </a:lnTo>
                <a:lnTo>
                  <a:pt x="125505" y="61457"/>
                </a:lnTo>
                <a:lnTo>
                  <a:pt x="125691" y="61895"/>
                </a:lnTo>
                <a:lnTo>
                  <a:pt x="125878" y="62362"/>
                </a:lnTo>
                <a:lnTo>
                  <a:pt x="126050" y="62850"/>
                </a:lnTo>
                <a:lnTo>
                  <a:pt x="126222" y="63338"/>
                </a:lnTo>
                <a:lnTo>
                  <a:pt x="126380" y="63840"/>
                </a:lnTo>
                <a:lnTo>
                  <a:pt x="126524" y="64342"/>
                </a:lnTo>
                <a:lnTo>
                  <a:pt x="126581" y="64587"/>
                </a:lnTo>
                <a:lnTo>
                  <a:pt x="126639" y="64838"/>
                </a:lnTo>
                <a:lnTo>
                  <a:pt x="126696" y="65082"/>
                </a:lnTo>
                <a:lnTo>
                  <a:pt x="126739" y="65319"/>
                </a:lnTo>
                <a:lnTo>
                  <a:pt x="126782" y="65548"/>
                </a:lnTo>
                <a:lnTo>
                  <a:pt x="126811" y="65778"/>
                </a:lnTo>
                <a:lnTo>
                  <a:pt x="126832" y="66000"/>
                </a:lnTo>
                <a:lnTo>
                  <a:pt x="126847" y="66216"/>
                </a:lnTo>
                <a:lnTo>
                  <a:pt x="126854" y="66424"/>
                </a:lnTo>
                <a:lnTo>
                  <a:pt x="126854" y="66625"/>
                </a:lnTo>
                <a:lnTo>
                  <a:pt x="126840" y="66811"/>
                </a:lnTo>
                <a:lnTo>
                  <a:pt x="126811" y="66991"/>
                </a:lnTo>
                <a:lnTo>
                  <a:pt x="126739" y="67400"/>
                </a:lnTo>
                <a:lnTo>
                  <a:pt x="126660" y="67795"/>
                </a:lnTo>
                <a:lnTo>
                  <a:pt x="126574" y="68189"/>
                </a:lnTo>
                <a:lnTo>
                  <a:pt x="126473" y="68563"/>
                </a:lnTo>
                <a:lnTo>
                  <a:pt x="126380" y="68943"/>
                </a:lnTo>
                <a:lnTo>
                  <a:pt x="126273" y="69309"/>
                </a:lnTo>
                <a:lnTo>
                  <a:pt x="126158" y="69675"/>
                </a:lnTo>
                <a:lnTo>
                  <a:pt x="126036" y="70027"/>
                </a:lnTo>
                <a:lnTo>
                  <a:pt x="125907" y="70371"/>
                </a:lnTo>
                <a:lnTo>
                  <a:pt x="125770" y="70716"/>
                </a:lnTo>
                <a:lnTo>
                  <a:pt x="125634" y="71053"/>
                </a:lnTo>
                <a:lnTo>
                  <a:pt x="125490" y="71383"/>
                </a:lnTo>
                <a:lnTo>
                  <a:pt x="125332" y="71713"/>
                </a:lnTo>
                <a:lnTo>
                  <a:pt x="125182" y="72036"/>
                </a:lnTo>
                <a:lnTo>
                  <a:pt x="125017" y="72352"/>
                </a:lnTo>
                <a:lnTo>
                  <a:pt x="124851" y="72668"/>
                </a:lnTo>
                <a:lnTo>
                  <a:pt x="124679" y="72984"/>
                </a:lnTo>
                <a:lnTo>
                  <a:pt x="124500" y="73285"/>
                </a:lnTo>
                <a:lnTo>
                  <a:pt x="124313" y="73594"/>
                </a:lnTo>
                <a:lnTo>
                  <a:pt x="124127" y="73895"/>
                </a:lnTo>
                <a:lnTo>
                  <a:pt x="123940" y="74189"/>
                </a:lnTo>
                <a:lnTo>
                  <a:pt x="123739" y="74491"/>
                </a:lnTo>
                <a:lnTo>
                  <a:pt x="123545" y="74792"/>
                </a:lnTo>
                <a:lnTo>
                  <a:pt x="123337" y="75087"/>
                </a:lnTo>
                <a:lnTo>
                  <a:pt x="122928" y="75668"/>
                </a:lnTo>
                <a:lnTo>
                  <a:pt x="122490" y="76264"/>
                </a:lnTo>
                <a:lnTo>
                  <a:pt x="122052" y="76845"/>
                </a:lnTo>
                <a:lnTo>
                  <a:pt x="121600" y="77433"/>
                </a:lnTo>
                <a:lnTo>
                  <a:pt x="121349" y="77749"/>
                </a:lnTo>
                <a:lnTo>
                  <a:pt x="121105" y="78051"/>
                </a:lnTo>
                <a:lnTo>
                  <a:pt x="120976" y="78201"/>
                </a:lnTo>
                <a:lnTo>
                  <a:pt x="120840" y="78338"/>
                </a:lnTo>
                <a:lnTo>
                  <a:pt x="120703" y="78481"/>
                </a:lnTo>
                <a:lnTo>
                  <a:pt x="120552" y="78610"/>
                </a:lnTo>
                <a:lnTo>
                  <a:pt x="120473" y="78725"/>
                </a:lnTo>
                <a:lnTo>
                  <a:pt x="120294" y="78926"/>
                </a:lnTo>
                <a:lnTo>
                  <a:pt x="120043" y="79206"/>
                </a:lnTo>
                <a:lnTo>
                  <a:pt x="119720" y="79551"/>
                </a:lnTo>
                <a:lnTo>
                  <a:pt x="119347" y="79953"/>
                </a:lnTo>
                <a:lnTo>
                  <a:pt x="118930" y="80398"/>
                </a:lnTo>
                <a:lnTo>
                  <a:pt x="118478" y="80871"/>
                </a:lnTo>
                <a:lnTo>
                  <a:pt x="118012" y="81352"/>
                </a:lnTo>
                <a:lnTo>
                  <a:pt x="117538" y="81840"/>
                </a:lnTo>
                <a:lnTo>
                  <a:pt x="117064" y="82321"/>
                </a:lnTo>
                <a:lnTo>
                  <a:pt x="116612" y="82788"/>
                </a:lnTo>
                <a:lnTo>
                  <a:pt x="116196" y="83218"/>
                </a:lnTo>
                <a:lnTo>
                  <a:pt x="115808" y="83606"/>
                </a:lnTo>
                <a:lnTo>
                  <a:pt x="115471" y="83943"/>
                </a:lnTo>
                <a:lnTo>
                  <a:pt x="115206" y="84209"/>
                </a:lnTo>
                <a:lnTo>
                  <a:pt x="115012" y="84388"/>
                </a:lnTo>
                <a:lnTo>
                  <a:pt x="114775" y="84618"/>
                </a:lnTo>
                <a:lnTo>
                  <a:pt x="114538" y="84855"/>
                </a:lnTo>
                <a:lnTo>
                  <a:pt x="114308" y="85070"/>
                </a:lnTo>
                <a:lnTo>
                  <a:pt x="114079" y="85292"/>
                </a:lnTo>
                <a:lnTo>
                  <a:pt x="113849" y="85515"/>
                </a:lnTo>
                <a:lnTo>
                  <a:pt x="113612" y="85744"/>
                </a:lnTo>
                <a:lnTo>
                  <a:pt x="113383" y="85974"/>
                </a:lnTo>
                <a:lnTo>
                  <a:pt x="113146" y="86218"/>
                </a:lnTo>
                <a:lnTo>
                  <a:pt x="111639" y="87560"/>
                </a:lnTo>
                <a:lnTo>
                  <a:pt x="111488" y="87704"/>
                </a:lnTo>
                <a:lnTo>
                  <a:pt x="111387" y="87797"/>
                </a:lnTo>
                <a:lnTo>
                  <a:pt x="111301" y="87883"/>
                </a:lnTo>
                <a:lnTo>
                  <a:pt x="111151" y="87998"/>
                </a:lnTo>
                <a:lnTo>
                  <a:pt x="110892" y="88213"/>
                </a:lnTo>
                <a:lnTo>
                  <a:pt x="110562" y="88479"/>
                </a:lnTo>
                <a:lnTo>
                  <a:pt x="110196" y="88795"/>
                </a:lnTo>
                <a:lnTo>
                  <a:pt x="109794" y="89146"/>
                </a:lnTo>
                <a:lnTo>
                  <a:pt x="109363" y="89534"/>
                </a:lnTo>
                <a:lnTo>
                  <a:pt x="108911" y="89929"/>
                </a:lnTo>
                <a:lnTo>
                  <a:pt x="108445" y="90338"/>
                </a:lnTo>
                <a:lnTo>
                  <a:pt x="107971" y="90754"/>
                </a:lnTo>
                <a:lnTo>
                  <a:pt x="107505" y="91156"/>
                </a:lnTo>
                <a:lnTo>
                  <a:pt x="107060" y="91551"/>
                </a:lnTo>
                <a:lnTo>
                  <a:pt x="106629" y="91917"/>
                </a:lnTo>
                <a:lnTo>
                  <a:pt x="106234" y="92254"/>
                </a:lnTo>
                <a:lnTo>
                  <a:pt x="105868" y="92548"/>
                </a:lnTo>
                <a:lnTo>
                  <a:pt x="105560" y="92785"/>
                </a:lnTo>
                <a:lnTo>
                  <a:pt x="105430" y="92886"/>
                </a:lnTo>
                <a:lnTo>
                  <a:pt x="105308" y="92972"/>
                </a:lnTo>
                <a:lnTo>
                  <a:pt x="105201" y="93036"/>
                </a:lnTo>
                <a:lnTo>
                  <a:pt x="105107" y="93087"/>
                </a:lnTo>
                <a:lnTo>
                  <a:pt x="105029" y="93173"/>
                </a:lnTo>
                <a:lnTo>
                  <a:pt x="104892" y="93302"/>
                </a:lnTo>
                <a:lnTo>
                  <a:pt x="104713" y="93460"/>
                </a:lnTo>
                <a:lnTo>
                  <a:pt x="104490" y="93646"/>
                </a:lnTo>
                <a:lnTo>
                  <a:pt x="103930" y="94106"/>
                </a:lnTo>
                <a:lnTo>
                  <a:pt x="103241" y="94666"/>
                </a:lnTo>
                <a:lnTo>
                  <a:pt x="102445" y="95297"/>
                </a:lnTo>
                <a:lnTo>
                  <a:pt x="101576" y="95986"/>
                </a:lnTo>
                <a:lnTo>
                  <a:pt x="100651" y="96711"/>
                </a:lnTo>
                <a:lnTo>
                  <a:pt x="99696" y="97450"/>
                </a:lnTo>
                <a:lnTo>
                  <a:pt x="98741" y="98182"/>
                </a:lnTo>
                <a:lnTo>
                  <a:pt x="97808" y="98893"/>
                </a:lnTo>
                <a:lnTo>
                  <a:pt x="96926" y="99568"/>
                </a:lnTo>
                <a:lnTo>
                  <a:pt x="96115" y="100178"/>
                </a:lnTo>
                <a:lnTo>
                  <a:pt x="95411" y="100694"/>
                </a:lnTo>
                <a:lnTo>
                  <a:pt x="94823" y="101111"/>
                </a:lnTo>
                <a:lnTo>
                  <a:pt x="94586" y="101283"/>
                </a:lnTo>
                <a:lnTo>
                  <a:pt x="94392" y="101419"/>
                </a:lnTo>
                <a:lnTo>
                  <a:pt x="94241" y="101505"/>
                </a:lnTo>
                <a:lnTo>
                  <a:pt x="94134" y="101570"/>
                </a:lnTo>
                <a:lnTo>
                  <a:pt x="93897" y="101764"/>
                </a:lnTo>
                <a:lnTo>
                  <a:pt x="93524" y="102044"/>
                </a:lnTo>
                <a:lnTo>
                  <a:pt x="93036" y="102395"/>
                </a:lnTo>
                <a:lnTo>
                  <a:pt x="92462" y="102804"/>
                </a:lnTo>
                <a:lnTo>
                  <a:pt x="91801" y="103264"/>
                </a:lnTo>
                <a:lnTo>
                  <a:pt x="91105" y="103759"/>
                </a:lnTo>
                <a:lnTo>
                  <a:pt x="90359" y="104268"/>
                </a:lnTo>
                <a:lnTo>
                  <a:pt x="89605" y="104785"/>
                </a:lnTo>
                <a:lnTo>
                  <a:pt x="88844" y="105302"/>
                </a:lnTo>
                <a:lnTo>
                  <a:pt x="88105" y="105797"/>
                </a:lnTo>
                <a:lnTo>
                  <a:pt x="87409" y="106264"/>
                </a:lnTo>
                <a:lnTo>
                  <a:pt x="86770" y="106680"/>
                </a:lnTo>
                <a:lnTo>
                  <a:pt x="86210" y="107032"/>
                </a:lnTo>
                <a:lnTo>
                  <a:pt x="85744" y="107326"/>
                </a:lnTo>
                <a:lnTo>
                  <a:pt x="85543" y="107441"/>
                </a:lnTo>
                <a:lnTo>
                  <a:pt x="85392" y="107527"/>
                </a:lnTo>
                <a:lnTo>
                  <a:pt x="85256" y="107591"/>
                </a:lnTo>
                <a:lnTo>
                  <a:pt x="85170" y="107635"/>
                </a:lnTo>
                <a:lnTo>
                  <a:pt x="85098" y="107706"/>
                </a:lnTo>
                <a:lnTo>
                  <a:pt x="84962" y="107807"/>
                </a:lnTo>
                <a:lnTo>
                  <a:pt x="84782" y="107929"/>
                </a:lnTo>
                <a:lnTo>
                  <a:pt x="84552" y="108087"/>
                </a:lnTo>
                <a:lnTo>
                  <a:pt x="83971" y="108453"/>
                </a:lnTo>
                <a:lnTo>
                  <a:pt x="83232" y="108919"/>
                </a:lnTo>
                <a:lnTo>
                  <a:pt x="82371" y="109443"/>
                </a:lnTo>
                <a:lnTo>
                  <a:pt x="81416" y="110010"/>
                </a:lnTo>
                <a:lnTo>
                  <a:pt x="80397" y="110606"/>
                </a:lnTo>
                <a:lnTo>
                  <a:pt x="79328" y="111230"/>
                </a:lnTo>
                <a:lnTo>
                  <a:pt x="78251" y="111847"/>
                </a:lnTo>
                <a:lnTo>
                  <a:pt x="77196" y="112458"/>
                </a:lnTo>
                <a:lnTo>
                  <a:pt x="76177" y="113024"/>
                </a:lnTo>
                <a:lnTo>
                  <a:pt x="75229" y="113548"/>
                </a:lnTo>
                <a:lnTo>
                  <a:pt x="74375" y="114015"/>
                </a:lnTo>
                <a:lnTo>
                  <a:pt x="73658" y="114395"/>
                </a:lnTo>
                <a:lnTo>
                  <a:pt x="73349" y="114560"/>
                </a:lnTo>
                <a:lnTo>
                  <a:pt x="73091" y="114682"/>
                </a:lnTo>
                <a:lnTo>
                  <a:pt x="72868" y="114790"/>
                </a:lnTo>
                <a:lnTo>
                  <a:pt x="72696" y="114862"/>
                </a:lnTo>
                <a:lnTo>
                  <a:pt x="72438" y="115020"/>
                </a:lnTo>
                <a:lnTo>
                  <a:pt x="72179" y="115178"/>
                </a:lnTo>
                <a:lnTo>
                  <a:pt x="71899" y="115328"/>
                </a:lnTo>
                <a:lnTo>
                  <a:pt x="71612" y="115486"/>
                </a:lnTo>
                <a:lnTo>
                  <a:pt x="71009" y="115780"/>
                </a:lnTo>
                <a:lnTo>
                  <a:pt x="70385" y="116075"/>
                </a:lnTo>
                <a:lnTo>
                  <a:pt x="69761" y="116369"/>
                </a:lnTo>
                <a:lnTo>
                  <a:pt x="69136" y="116656"/>
                </a:lnTo>
                <a:lnTo>
                  <a:pt x="68541" y="116929"/>
                </a:lnTo>
                <a:lnTo>
                  <a:pt x="67974" y="117209"/>
                </a:lnTo>
                <a:lnTo>
                  <a:pt x="67679" y="117359"/>
                </a:lnTo>
                <a:lnTo>
                  <a:pt x="67378" y="117496"/>
                </a:lnTo>
                <a:lnTo>
                  <a:pt x="67076" y="117639"/>
                </a:lnTo>
                <a:lnTo>
                  <a:pt x="66775" y="117769"/>
                </a:lnTo>
                <a:lnTo>
                  <a:pt x="66481" y="117912"/>
                </a:lnTo>
                <a:lnTo>
                  <a:pt x="66172" y="118041"/>
                </a:lnTo>
                <a:lnTo>
                  <a:pt x="65871" y="118170"/>
                </a:lnTo>
                <a:lnTo>
                  <a:pt x="65576" y="118314"/>
                </a:lnTo>
                <a:lnTo>
                  <a:pt x="65311" y="118436"/>
                </a:lnTo>
                <a:lnTo>
                  <a:pt x="65017" y="118580"/>
                </a:lnTo>
                <a:lnTo>
                  <a:pt x="64686" y="118730"/>
                </a:lnTo>
                <a:lnTo>
                  <a:pt x="64342" y="118888"/>
                </a:lnTo>
                <a:lnTo>
                  <a:pt x="64005" y="119046"/>
                </a:lnTo>
                <a:lnTo>
                  <a:pt x="63674" y="119175"/>
                </a:lnTo>
                <a:lnTo>
                  <a:pt x="63366" y="119290"/>
                </a:lnTo>
                <a:lnTo>
                  <a:pt x="63100" y="119376"/>
                </a:lnTo>
                <a:lnTo>
                  <a:pt x="62756" y="119556"/>
                </a:lnTo>
                <a:lnTo>
                  <a:pt x="62368" y="119728"/>
                </a:lnTo>
                <a:lnTo>
                  <a:pt x="61959" y="119907"/>
                </a:lnTo>
                <a:lnTo>
                  <a:pt x="61536" y="120080"/>
                </a:lnTo>
                <a:lnTo>
                  <a:pt x="61098" y="120252"/>
                </a:lnTo>
                <a:lnTo>
                  <a:pt x="60674" y="120417"/>
                </a:lnTo>
                <a:lnTo>
                  <a:pt x="60258" y="120568"/>
                </a:lnTo>
                <a:lnTo>
                  <a:pt x="59885" y="120725"/>
                </a:lnTo>
                <a:lnTo>
                  <a:pt x="59533" y="120869"/>
                </a:lnTo>
                <a:lnTo>
                  <a:pt x="59052" y="121056"/>
                </a:lnTo>
                <a:lnTo>
                  <a:pt x="58478" y="121285"/>
                </a:lnTo>
                <a:lnTo>
                  <a:pt x="57825" y="121558"/>
                </a:lnTo>
                <a:lnTo>
                  <a:pt x="57093" y="121845"/>
                </a:lnTo>
                <a:lnTo>
                  <a:pt x="56311" y="122161"/>
                </a:lnTo>
                <a:lnTo>
                  <a:pt x="55507" y="122484"/>
                </a:lnTo>
                <a:lnTo>
                  <a:pt x="54696" y="122814"/>
                </a:lnTo>
                <a:lnTo>
                  <a:pt x="53878" y="123130"/>
                </a:lnTo>
                <a:lnTo>
                  <a:pt x="53088" y="123446"/>
                </a:lnTo>
                <a:lnTo>
                  <a:pt x="52349" y="123733"/>
                </a:lnTo>
                <a:lnTo>
                  <a:pt x="51674" y="123998"/>
                </a:lnTo>
                <a:lnTo>
                  <a:pt x="51072" y="124221"/>
                </a:lnTo>
                <a:lnTo>
                  <a:pt x="50569" y="124400"/>
                </a:lnTo>
                <a:lnTo>
                  <a:pt x="50196" y="124529"/>
                </a:lnTo>
                <a:lnTo>
                  <a:pt x="49945" y="124601"/>
                </a:lnTo>
                <a:lnTo>
                  <a:pt x="49830" y="124659"/>
                </a:lnTo>
                <a:lnTo>
                  <a:pt x="49643" y="124752"/>
                </a:lnTo>
                <a:lnTo>
                  <a:pt x="49385" y="124867"/>
                </a:lnTo>
                <a:lnTo>
                  <a:pt x="49069" y="124989"/>
                </a:lnTo>
                <a:lnTo>
                  <a:pt x="48294" y="125283"/>
                </a:lnTo>
                <a:lnTo>
                  <a:pt x="47426" y="125606"/>
                </a:lnTo>
                <a:lnTo>
                  <a:pt x="46529" y="125914"/>
                </a:lnTo>
                <a:lnTo>
                  <a:pt x="45703" y="126216"/>
                </a:lnTo>
                <a:lnTo>
                  <a:pt x="45021" y="126453"/>
                </a:lnTo>
                <a:lnTo>
                  <a:pt x="44576" y="126596"/>
                </a:lnTo>
                <a:lnTo>
                  <a:pt x="43464" y="126970"/>
                </a:lnTo>
                <a:lnTo>
                  <a:pt x="42373" y="127328"/>
                </a:lnTo>
                <a:lnTo>
                  <a:pt x="41289" y="127673"/>
                </a:lnTo>
                <a:lnTo>
                  <a:pt x="40213" y="128010"/>
                </a:lnTo>
                <a:lnTo>
                  <a:pt x="39151" y="128340"/>
                </a:lnTo>
                <a:lnTo>
                  <a:pt x="38074" y="128663"/>
                </a:lnTo>
                <a:lnTo>
                  <a:pt x="37005" y="128965"/>
                </a:lnTo>
                <a:lnTo>
                  <a:pt x="35928" y="129252"/>
                </a:lnTo>
                <a:lnTo>
                  <a:pt x="35390" y="129388"/>
                </a:lnTo>
                <a:lnTo>
                  <a:pt x="34844" y="129532"/>
                </a:lnTo>
                <a:lnTo>
                  <a:pt x="34299" y="129661"/>
                </a:lnTo>
                <a:lnTo>
                  <a:pt x="33761" y="129783"/>
                </a:lnTo>
                <a:lnTo>
                  <a:pt x="33208" y="129912"/>
                </a:lnTo>
                <a:lnTo>
                  <a:pt x="32648" y="130034"/>
                </a:lnTo>
                <a:lnTo>
                  <a:pt x="32103" y="130149"/>
                </a:lnTo>
                <a:lnTo>
                  <a:pt x="31543" y="130264"/>
                </a:lnTo>
                <a:lnTo>
                  <a:pt x="30976" y="130371"/>
                </a:lnTo>
                <a:lnTo>
                  <a:pt x="30402" y="130465"/>
                </a:lnTo>
                <a:lnTo>
                  <a:pt x="29835" y="130565"/>
                </a:lnTo>
                <a:lnTo>
                  <a:pt x="29253" y="130666"/>
                </a:lnTo>
                <a:lnTo>
                  <a:pt x="28672" y="130752"/>
                </a:lnTo>
                <a:lnTo>
                  <a:pt x="28076" y="130838"/>
                </a:lnTo>
                <a:lnTo>
                  <a:pt x="27481" y="130910"/>
                </a:lnTo>
                <a:lnTo>
                  <a:pt x="26878" y="130982"/>
                </a:lnTo>
                <a:lnTo>
                  <a:pt x="26454" y="131032"/>
                </a:lnTo>
                <a:lnTo>
                  <a:pt x="26017" y="131082"/>
                </a:lnTo>
                <a:lnTo>
                  <a:pt x="25586" y="131132"/>
                </a:lnTo>
                <a:lnTo>
                  <a:pt x="25155" y="131175"/>
                </a:lnTo>
                <a:lnTo>
                  <a:pt x="24718" y="131218"/>
                </a:lnTo>
                <a:lnTo>
                  <a:pt x="24287" y="131247"/>
                </a:lnTo>
                <a:lnTo>
                  <a:pt x="23849" y="131283"/>
                </a:lnTo>
                <a:lnTo>
                  <a:pt x="23411" y="131312"/>
                </a:lnTo>
                <a:lnTo>
                  <a:pt x="22966" y="131340"/>
                </a:lnTo>
                <a:lnTo>
                  <a:pt x="22536" y="131362"/>
                </a:lnTo>
                <a:lnTo>
                  <a:pt x="22098" y="131376"/>
                </a:lnTo>
                <a:lnTo>
                  <a:pt x="21653" y="131398"/>
                </a:lnTo>
                <a:lnTo>
                  <a:pt x="21222" y="131405"/>
                </a:lnTo>
                <a:lnTo>
                  <a:pt x="20785" y="131412"/>
                </a:lnTo>
                <a:lnTo>
                  <a:pt x="20347" y="131412"/>
                </a:lnTo>
                <a:lnTo>
                  <a:pt x="19923" y="131405"/>
                </a:lnTo>
                <a:lnTo>
                  <a:pt x="19701" y="131405"/>
                </a:lnTo>
                <a:lnTo>
                  <a:pt x="19493" y="131398"/>
                </a:lnTo>
                <a:lnTo>
                  <a:pt x="19285" y="131376"/>
                </a:lnTo>
                <a:lnTo>
                  <a:pt x="19076" y="131362"/>
                </a:lnTo>
                <a:lnTo>
                  <a:pt x="18883" y="131340"/>
                </a:lnTo>
                <a:lnTo>
                  <a:pt x="18682" y="131312"/>
                </a:lnTo>
                <a:lnTo>
                  <a:pt x="18488" y="131283"/>
                </a:lnTo>
                <a:lnTo>
                  <a:pt x="18294" y="131247"/>
                </a:lnTo>
                <a:lnTo>
                  <a:pt x="17921" y="131175"/>
                </a:lnTo>
                <a:lnTo>
                  <a:pt x="17555" y="131082"/>
                </a:lnTo>
                <a:lnTo>
                  <a:pt x="17203" y="130974"/>
                </a:lnTo>
                <a:lnTo>
                  <a:pt x="16859" y="130852"/>
                </a:lnTo>
                <a:lnTo>
                  <a:pt x="16529" y="130723"/>
                </a:lnTo>
                <a:lnTo>
                  <a:pt x="16213" y="130580"/>
                </a:lnTo>
                <a:lnTo>
                  <a:pt x="15897" y="130436"/>
                </a:lnTo>
                <a:lnTo>
                  <a:pt x="15596" y="130271"/>
                </a:lnTo>
                <a:lnTo>
                  <a:pt x="15301" y="130099"/>
                </a:lnTo>
                <a:lnTo>
                  <a:pt x="15007" y="129919"/>
                </a:lnTo>
                <a:lnTo>
                  <a:pt x="14727" y="129726"/>
                </a:lnTo>
                <a:lnTo>
                  <a:pt x="14447" y="129532"/>
                </a:lnTo>
                <a:lnTo>
                  <a:pt x="14210" y="129352"/>
                </a:lnTo>
                <a:lnTo>
                  <a:pt x="13974" y="129173"/>
                </a:lnTo>
                <a:lnTo>
                  <a:pt x="13758" y="128972"/>
                </a:lnTo>
                <a:lnTo>
                  <a:pt x="13529" y="128778"/>
                </a:lnTo>
                <a:lnTo>
                  <a:pt x="13306" y="128570"/>
                </a:lnTo>
                <a:lnTo>
                  <a:pt x="13091" y="128355"/>
                </a:lnTo>
                <a:lnTo>
                  <a:pt x="12875" y="128132"/>
                </a:lnTo>
                <a:lnTo>
                  <a:pt x="12660" y="127910"/>
                </a:lnTo>
                <a:lnTo>
                  <a:pt x="12459" y="127673"/>
                </a:lnTo>
                <a:lnTo>
                  <a:pt x="12251" y="127436"/>
                </a:lnTo>
                <a:lnTo>
                  <a:pt x="12057" y="127192"/>
                </a:lnTo>
                <a:lnTo>
                  <a:pt x="11856" y="126941"/>
                </a:lnTo>
                <a:lnTo>
                  <a:pt x="11663" y="126682"/>
                </a:lnTo>
                <a:lnTo>
                  <a:pt x="11469" y="126417"/>
                </a:lnTo>
                <a:lnTo>
                  <a:pt x="11282" y="126144"/>
                </a:lnTo>
                <a:lnTo>
                  <a:pt x="11096" y="125871"/>
                </a:lnTo>
                <a:lnTo>
                  <a:pt x="10916" y="125592"/>
                </a:lnTo>
                <a:lnTo>
                  <a:pt x="10737" y="125304"/>
                </a:lnTo>
                <a:lnTo>
                  <a:pt x="10557" y="125003"/>
                </a:lnTo>
                <a:lnTo>
                  <a:pt x="10385" y="124709"/>
                </a:lnTo>
                <a:lnTo>
                  <a:pt x="10213" y="124407"/>
                </a:lnTo>
                <a:lnTo>
                  <a:pt x="10041" y="124092"/>
                </a:lnTo>
                <a:lnTo>
                  <a:pt x="9883" y="123783"/>
                </a:lnTo>
                <a:lnTo>
                  <a:pt x="9718" y="123460"/>
                </a:lnTo>
                <a:lnTo>
                  <a:pt x="9560" y="123130"/>
                </a:lnTo>
                <a:lnTo>
                  <a:pt x="9402" y="122807"/>
                </a:lnTo>
                <a:lnTo>
                  <a:pt x="9244" y="122470"/>
                </a:lnTo>
                <a:lnTo>
                  <a:pt x="9093" y="122132"/>
                </a:lnTo>
                <a:lnTo>
                  <a:pt x="8792" y="121436"/>
                </a:lnTo>
                <a:lnTo>
                  <a:pt x="8505" y="120725"/>
                </a:lnTo>
                <a:lnTo>
                  <a:pt x="8268" y="120108"/>
                </a:lnTo>
                <a:lnTo>
                  <a:pt x="8031" y="119469"/>
                </a:lnTo>
                <a:lnTo>
                  <a:pt x="7794" y="118824"/>
                </a:lnTo>
                <a:lnTo>
                  <a:pt x="7564" y="118142"/>
                </a:lnTo>
                <a:lnTo>
                  <a:pt x="7335" y="117453"/>
                </a:lnTo>
                <a:lnTo>
                  <a:pt x="7112" y="116742"/>
                </a:lnTo>
                <a:lnTo>
                  <a:pt x="6890" y="116017"/>
                </a:lnTo>
                <a:lnTo>
                  <a:pt x="6667" y="115292"/>
                </a:lnTo>
                <a:lnTo>
                  <a:pt x="6452" y="114539"/>
                </a:lnTo>
                <a:lnTo>
                  <a:pt x="6244" y="113785"/>
                </a:lnTo>
                <a:lnTo>
                  <a:pt x="6029" y="113017"/>
                </a:lnTo>
                <a:lnTo>
                  <a:pt x="5820" y="112242"/>
                </a:lnTo>
                <a:lnTo>
                  <a:pt x="5627" y="111460"/>
                </a:lnTo>
                <a:lnTo>
                  <a:pt x="5419" y="110670"/>
                </a:lnTo>
                <a:lnTo>
                  <a:pt x="5232" y="109888"/>
                </a:lnTo>
                <a:lnTo>
                  <a:pt x="5031" y="109091"/>
                </a:lnTo>
                <a:lnTo>
                  <a:pt x="4665" y="107505"/>
                </a:lnTo>
                <a:lnTo>
                  <a:pt x="4320" y="105912"/>
                </a:lnTo>
                <a:lnTo>
                  <a:pt x="3983" y="104340"/>
                </a:lnTo>
                <a:lnTo>
                  <a:pt x="3667" y="102790"/>
                </a:lnTo>
                <a:lnTo>
                  <a:pt x="3373" y="101268"/>
                </a:lnTo>
                <a:lnTo>
                  <a:pt x="3108" y="99797"/>
                </a:lnTo>
                <a:lnTo>
                  <a:pt x="2856" y="98376"/>
                </a:lnTo>
                <a:lnTo>
                  <a:pt x="2627" y="97027"/>
                </a:lnTo>
                <a:lnTo>
                  <a:pt x="2505" y="96216"/>
                </a:lnTo>
                <a:lnTo>
                  <a:pt x="2375" y="95405"/>
                </a:lnTo>
                <a:lnTo>
                  <a:pt x="2253" y="94594"/>
                </a:lnTo>
                <a:lnTo>
                  <a:pt x="2139" y="93776"/>
                </a:lnTo>
                <a:lnTo>
                  <a:pt x="2017" y="92965"/>
                </a:lnTo>
                <a:lnTo>
                  <a:pt x="1916" y="92146"/>
                </a:lnTo>
                <a:lnTo>
                  <a:pt x="1808" y="91328"/>
                </a:lnTo>
                <a:lnTo>
                  <a:pt x="1701" y="90510"/>
                </a:lnTo>
                <a:lnTo>
                  <a:pt x="1600" y="89699"/>
                </a:lnTo>
                <a:lnTo>
                  <a:pt x="1500" y="88874"/>
                </a:lnTo>
                <a:lnTo>
                  <a:pt x="1414" y="88055"/>
                </a:lnTo>
                <a:lnTo>
                  <a:pt x="1320" y="87230"/>
                </a:lnTo>
                <a:lnTo>
                  <a:pt x="1234" y="86412"/>
                </a:lnTo>
                <a:lnTo>
                  <a:pt x="1148" y="85594"/>
                </a:lnTo>
                <a:lnTo>
                  <a:pt x="1069" y="84768"/>
                </a:lnTo>
                <a:lnTo>
                  <a:pt x="990" y="83950"/>
                </a:lnTo>
                <a:lnTo>
                  <a:pt x="911" y="83075"/>
                </a:lnTo>
                <a:lnTo>
                  <a:pt x="840" y="82206"/>
                </a:lnTo>
                <a:lnTo>
                  <a:pt x="775" y="81338"/>
                </a:lnTo>
                <a:lnTo>
                  <a:pt x="703" y="80477"/>
                </a:lnTo>
                <a:lnTo>
                  <a:pt x="646" y="79601"/>
                </a:lnTo>
                <a:lnTo>
                  <a:pt x="588" y="78740"/>
                </a:lnTo>
                <a:lnTo>
                  <a:pt x="531" y="77878"/>
                </a:lnTo>
                <a:lnTo>
                  <a:pt x="488" y="77017"/>
                </a:lnTo>
                <a:lnTo>
                  <a:pt x="438" y="76156"/>
                </a:lnTo>
                <a:lnTo>
                  <a:pt x="387" y="75288"/>
                </a:lnTo>
                <a:lnTo>
                  <a:pt x="337" y="74419"/>
                </a:lnTo>
                <a:lnTo>
                  <a:pt x="294" y="73558"/>
                </a:lnTo>
                <a:lnTo>
                  <a:pt x="244" y="72689"/>
                </a:lnTo>
                <a:lnTo>
                  <a:pt x="194" y="71814"/>
                </a:lnTo>
                <a:lnTo>
                  <a:pt x="151" y="70945"/>
                </a:lnTo>
                <a:lnTo>
                  <a:pt x="100" y="70070"/>
                </a:lnTo>
                <a:lnTo>
                  <a:pt x="72" y="69481"/>
                </a:lnTo>
                <a:lnTo>
                  <a:pt x="50" y="68893"/>
                </a:lnTo>
                <a:lnTo>
                  <a:pt x="21" y="68311"/>
                </a:lnTo>
                <a:lnTo>
                  <a:pt x="14" y="67730"/>
                </a:lnTo>
                <a:lnTo>
                  <a:pt x="7" y="67134"/>
                </a:lnTo>
                <a:lnTo>
                  <a:pt x="0" y="66553"/>
                </a:lnTo>
                <a:lnTo>
                  <a:pt x="0" y="65957"/>
                </a:lnTo>
                <a:lnTo>
                  <a:pt x="0" y="65376"/>
                </a:lnTo>
                <a:lnTo>
                  <a:pt x="21" y="64206"/>
                </a:lnTo>
                <a:lnTo>
                  <a:pt x="57" y="63029"/>
                </a:lnTo>
                <a:lnTo>
                  <a:pt x="100" y="61859"/>
                </a:lnTo>
                <a:lnTo>
                  <a:pt x="158" y="60689"/>
                </a:lnTo>
                <a:lnTo>
                  <a:pt x="222" y="59519"/>
                </a:lnTo>
                <a:lnTo>
                  <a:pt x="301" y="58350"/>
                </a:lnTo>
                <a:lnTo>
                  <a:pt x="387" y="57180"/>
                </a:lnTo>
                <a:lnTo>
                  <a:pt x="466" y="56017"/>
                </a:lnTo>
                <a:lnTo>
                  <a:pt x="567" y="54854"/>
                </a:lnTo>
                <a:lnTo>
                  <a:pt x="660" y="53692"/>
                </a:lnTo>
                <a:lnTo>
                  <a:pt x="753" y="52529"/>
                </a:lnTo>
                <a:lnTo>
                  <a:pt x="854" y="51374"/>
                </a:lnTo>
                <a:lnTo>
                  <a:pt x="911" y="50541"/>
                </a:lnTo>
                <a:lnTo>
                  <a:pt x="983" y="49716"/>
                </a:lnTo>
                <a:lnTo>
                  <a:pt x="1062" y="48883"/>
                </a:lnTo>
                <a:lnTo>
                  <a:pt x="1148" y="48065"/>
                </a:lnTo>
                <a:lnTo>
                  <a:pt x="1242" y="47232"/>
                </a:lnTo>
                <a:lnTo>
                  <a:pt x="1328" y="46414"/>
                </a:lnTo>
                <a:lnTo>
                  <a:pt x="1428" y="45589"/>
                </a:lnTo>
                <a:lnTo>
                  <a:pt x="1536" y="44771"/>
                </a:lnTo>
                <a:lnTo>
                  <a:pt x="1643" y="43952"/>
                </a:lnTo>
                <a:lnTo>
                  <a:pt x="1751" y="43127"/>
                </a:lnTo>
                <a:lnTo>
                  <a:pt x="1859" y="42316"/>
                </a:lnTo>
                <a:lnTo>
                  <a:pt x="1974" y="41491"/>
                </a:lnTo>
                <a:lnTo>
                  <a:pt x="2074" y="40680"/>
                </a:lnTo>
                <a:lnTo>
                  <a:pt x="2182" y="39869"/>
                </a:lnTo>
                <a:lnTo>
                  <a:pt x="2297" y="39058"/>
                </a:lnTo>
                <a:lnTo>
                  <a:pt x="2404" y="38240"/>
                </a:lnTo>
                <a:lnTo>
                  <a:pt x="2483" y="37701"/>
                </a:lnTo>
                <a:lnTo>
                  <a:pt x="2555" y="37156"/>
                </a:lnTo>
                <a:lnTo>
                  <a:pt x="2634" y="36603"/>
                </a:lnTo>
                <a:lnTo>
                  <a:pt x="2727" y="36058"/>
                </a:lnTo>
                <a:lnTo>
                  <a:pt x="2813" y="35498"/>
                </a:lnTo>
                <a:lnTo>
                  <a:pt x="2907" y="34938"/>
                </a:lnTo>
                <a:lnTo>
                  <a:pt x="3007" y="34385"/>
                </a:lnTo>
                <a:lnTo>
                  <a:pt x="3108" y="33833"/>
                </a:lnTo>
                <a:lnTo>
                  <a:pt x="3208" y="33273"/>
                </a:lnTo>
                <a:lnTo>
                  <a:pt x="3308" y="32720"/>
                </a:lnTo>
                <a:lnTo>
                  <a:pt x="3416" y="32175"/>
                </a:lnTo>
                <a:lnTo>
                  <a:pt x="3524" y="31622"/>
                </a:lnTo>
                <a:lnTo>
                  <a:pt x="3631" y="31077"/>
                </a:lnTo>
                <a:lnTo>
                  <a:pt x="3746" y="30546"/>
                </a:lnTo>
                <a:lnTo>
                  <a:pt x="3854" y="30015"/>
                </a:lnTo>
                <a:lnTo>
                  <a:pt x="3969" y="29483"/>
                </a:lnTo>
                <a:lnTo>
                  <a:pt x="4084" y="28945"/>
                </a:lnTo>
                <a:lnTo>
                  <a:pt x="4198" y="28421"/>
                </a:lnTo>
                <a:lnTo>
                  <a:pt x="4313" y="27890"/>
                </a:lnTo>
                <a:lnTo>
                  <a:pt x="4428" y="27366"/>
                </a:lnTo>
                <a:lnTo>
                  <a:pt x="4543" y="26842"/>
                </a:lnTo>
                <a:lnTo>
                  <a:pt x="4658" y="26318"/>
                </a:lnTo>
                <a:lnTo>
                  <a:pt x="4780" y="25787"/>
                </a:lnTo>
                <a:lnTo>
                  <a:pt x="4902" y="25256"/>
                </a:lnTo>
                <a:lnTo>
                  <a:pt x="4995" y="24840"/>
                </a:lnTo>
                <a:lnTo>
                  <a:pt x="5110" y="24330"/>
                </a:lnTo>
                <a:lnTo>
                  <a:pt x="5239" y="23756"/>
                </a:lnTo>
                <a:lnTo>
                  <a:pt x="5375" y="23146"/>
                </a:lnTo>
                <a:lnTo>
                  <a:pt x="5526" y="22550"/>
                </a:lnTo>
                <a:lnTo>
                  <a:pt x="5670" y="22012"/>
                </a:lnTo>
                <a:lnTo>
                  <a:pt x="5741" y="21768"/>
                </a:lnTo>
                <a:lnTo>
                  <a:pt x="5806" y="21553"/>
                </a:lnTo>
                <a:lnTo>
                  <a:pt x="5871" y="21366"/>
                </a:lnTo>
                <a:lnTo>
                  <a:pt x="5935" y="21208"/>
                </a:lnTo>
                <a:lnTo>
                  <a:pt x="6000" y="20857"/>
                </a:lnTo>
                <a:lnTo>
                  <a:pt x="6093" y="20469"/>
                </a:lnTo>
                <a:lnTo>
                  <a:pt x="6201" y="20074"/>
                </a:lnTo>
                <a:lnTo>
                  <a:pt x="6316" y="19665"/>
                </a:lnTo>
                <a:lnTo>
                  <a:pt x="6430" y="19249"/>
                </a:lnTo>
                <a:lnTo>
                  <a:pt x="6553" y="18847"/>
                </a:lnTo>
                <a:lnTo>
                  <a:pt x="6667" y="18467"/>
                </a:lnTo>
                <a:lnTo>
                  <a:pt x="6775" y="18108"/>
                </a:lnTo>
                <a:lnTo>
                  <a:pt x="6890" y="17735"/>
                </a:lnTo>
                <a:lnTo>
                  <a:pt x="7005" y="17354"/>
                </a:lnTo>
                <a:lnTo>
                  <a:pt x="7119" y="16988"/>
                </a:lnTo>
                <a:lnTo>
                  <a:pt x="7234" y="16615"/>
                </a:lnTo>
                <a:lnTo>
                  <a:pt x="7342" y="16249"/>
                </a:lnTo>
                <a:lnTo>
                  <a:pt x="7457" y="15883"/>
                </a:lnTo>
                <a:lnTo>
                  <a:pt x="7572" y="15517"/>
                </a:lnTo>
                <a:lnTo>
                  <a:pt x="7686" y="15144"/>
                </a:lnTo>
                <a:lnTo>
                  <a:pt x="7902" y="14469"/>
                </a:lnTo>
                <a:lnTo>
                  <a:pt x="8131" y="13744"/>
                </a:lnTo>
                <a:lnTo>
                  <a:pt x="8375" y="12976"/>
                </a:lnTo>
                <a:lnTo>
                  <a:pt x="8641" y="12215"/>
                </a:lnTo>
                <a:lnTo>
                  <a:pt x="8770" y="11828"/>
                </a:lnTo>
                <a:lnTo>
                  <a:pt x="8907" y="11455"/>
                </a:lnTo>
                <a:lnTo>
                  <a:pt x="9050" y="11089"/>
                </a:lnTo>
                <a:lnTo>
                  <a:pt x="9186" y="10737"/>
                </a:lnTo>
                <a:lnTo>
                  <a:pt x="9330" y="10400"/>
                </a:lnTo>
                <a:lnTo>
                  <a:pt x="9474" y="10077"/>
                </a:lnTo>
                <a:lnTo>
                  <a:pt x="9617" y="9775"/>
                </a:lnTo>
                <a:lnTo>
                  <a:pt x="9753" y="9495"/>
                </a:lnTo>
                <a:lnTo>
                  <a:pt x="9811" y="9337"/>
                </a:lnTo>
                <a:lnTo>
                  <a:pt x="9883" y="9165"/>
                </a:lnTo>
                <a:lnTo>
                  <a:pt x="9954" y="8986"/>
                </a:lnTo>
                <a:lnTo>
                  <a:pt x="10033" y="8799"/>
                </a:lnTo>
                <a:lnTo>
                  <a:pt x="10227" y="8397"/>
                </a:lnTo>
                <a:lnTo>
                  <a:pt x="10435" y="7974"/>
                </a:lnTo>
                <a:lnTo>
                  <a:pt x="10679" y="7543"/>
                </a:lnTo>
                <a:lnTo>
                  <a:pt x="10938" y="7091"/>
                </a:lnTo>
                <a:lnTo>
                  <a:pt x="11203" y="6646"/>
                </a:lnTo>
                <a:lnTo>
                  <a:pt x="11483" y="6194"/>
                </a:lnTo>
                <a:lnTo>
                  <a:pt x="11763" y="5756"/>
                </a:lnTo>
                <a:lnTo>
                  <a:pt x="12050" y="5340"/>
                </a:lnTo>
                <a:lnTo>
                  <a:pt x="12323" y="4945"/>
                </a:lnTo>
                <a:lnTo>
                  <a:pt x="12588" y="4572"/>
                </a:lnTo>
                <a:lnTo>
                  <a:pt x="12847" y="4249"/>
                </a:lnTo>
                <a:lnTo>
                  <a:pt x="13084" y="3948"/>
                </a:lnTo>
                <a:lnTo>
                  <a:pt x="13191" y="3825"/>
                </a:lnTo>
                <a:lnTo>
                  <a:pt x="13299" y="3711"/>
                </a:lnTo>
                <a:lnTo>
                  <a:pt x="13392" y="3617"/>
                </a:lnTo>
                <a:lnTo>
                  <a:pt x="13478" y="3524"/>
                </a:lnTo>
                <a:lnTo>
                  <a:pt x="13830" y="3201"/>
                </a:lnTo>
                <a:lnTo>
                  <a:pt x="14124" y="2907"/>
                </a:lnTo>
                <a:lnTo>
                  <a:pt x="14404" y="2634"/>
                </a:lnTo>
                <a:lnTo>
                  <a:pt x="14684" y="2383"/>
                </a:lnTo>
                <a:lnTo>
                  <a:pt x="14820" y="2261"/>
                </a:lnTo>
                <a:lnTo>
                  <a:pt x="14971" y="2139"/>
                </a:lnTo>
                <a:lnTo>
                  <a:pt x="15129" y="2010"/>
                </a:lnTo>
                <a:lnTo>
                  <a:pt x="15301" y="1881"/>
                </a:lnTo>
                <a:lnTo>
                  <a:pt x="15488" y="1751"/>
                </a:lnTo>
                <a:lnTo>
                  <a:pt x="15696" y="1608"/>
                </a:lnTo>
                <a:lnTo>
                  <a:pt x="15919" y="1471"/>
                </a:lnTo>
                <a:lnTo>
                  <a:pt x="16163" y="1321"/>
                </a:lnTo>
                <a:lnTo>
                  <a:pt x="16349" y="1213"/>
                </a:lnTo>
                <a:lnTo>
                  <a:pt x="16550" y="1098"/>
                </a:lnTo>
                <a:lnTo>
                  <a:pt x="16744" y="991"/>
                </a:lnTo>
                <a:lnTo>
                  <a:pt x="16959" y="897"/>
                </a:lnTo>
                <a:lnTo>
                  <a:pt x="17175" y="797"/>
                </a:lnTo>
                <a:lnTo>
                  <a:pt x="17390" y="696"/>
                </a:lnTo>
                <a:lnTo>
                  <a:pt x="17612" y="610"/>
                </a:lnTo>
                <a:lnTo>
                  <a:pt x="17842" y="524"/>
                </a:lnTo>
                <a:lnTo>
                  <a:pt x="18072" y="452"/>
                </a:lnTo>
                <a:lnTo>
                  <a:pt x="18316" y="381"/>
                </a:lnTo>
                <a:lnTo>
                  <a:pt x="18560" y="309"/>
                </a:lnTo>
                <a:lnTo>
                  <a:pt x="18804" y="251"/>
                </a:lnTo>
                <a:lnTo>
                  <a:pt x="19055" y="208"/>
                </a:lnTo>
                <a:lnTo>
                  <a:pt x="19299" y="172"/>
                </a:lnTo>
                <a:lnTo>
                  <a:pt x="19550" y="136"/>
                </a:lnTo>
                <a:lnTo>
                  <a:pt x="19816" y="122"/>
                </a:lnTo>
                <a:lnTo>
                  <a:pt x="19952" y="79"/>
                </a:lnTo>
                <a:lnTo>
                  <a:pt x="20139" y="50"/>
                </a:lnTo>
                <a:lnTo>
                  <a:pt x="20340" y="22"/>
                </a:lnTo>
                <a:lnTo>
                  <a:pt x="20591" y="7"/>
                </a:lnTo>
                <a:close/>
              </a:path>
            </a:pathLst>
          </a:custGeom>
          <a:gradFill>
            <a:gsLst>
              <a:gs pos="0">
                <a:srgbClr val="FFFFFF">
                  <a:alpha val="50000"/>
                </a:srgbClr>
              </a:gs>
              <a:gs pos="60000">
                <a:srgbClr val="FFFFFF"/>
              </a:gs>
            </a:gsLst>
            <a:lin ang="2700000"/>
          </a:gradFill>
        </p:spPr>
        <p:txBody>
          <a:bodyPr vert="horz" wrap="square" lIns="91440" tIns="45720" rIns="91440" bIns="45720" anchor="t">
            <a:prstTxWarp prst="textNoShape">
              <a:avLst/>
            </a:prstTxWarp>
            <a:noAutofit/>
          </a:bodyPr>
          <a:lstStyle/>
          <a:p>
            <a:pPr marL="0" marR="0" indent="0" algn="l" fontAlgn="auto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/>
          </a:p>
        </p:txBody>
      </p:sp>
      <p:sp>
        <p:nvSpPr>
          <p:cNvPr id="8" name="TextBox 8"/>
          <p:cNvSpPr txBox="1"/>
          <p:nvPr/>
        </p:nvSpPr>
        <p:spPr>
          <a:xfrm>
            <a:off x="660400" y="128587"/>
            <a:ext cx="10858500" cy="90011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marL="0" algn="l">
              <a:lnSpc>
                <a:spcPct val="90000"/>
              </a:lnSpc>
              <a:spcBef>
                <a:spcPct val="0"/>
              </a:spcBef>
              <a:defRPr/>
            </a:pPr>
            <a:r>
              <a:rPr lang="zh-CN" altLang="en-US" sz="2800" b="1" i="0" u="none" baseline="0">
                <a:solidFill>
                  <a:srgbClr val="000000"/>
                </a:solidFill>
                <a:latin typeface="微软雅黑"/>
                <a:ea typeface="微软雅黑"/>
              </a:rPr>
              <a:t>Revenue Trend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10795000" y="6540500"/>
            <a:ext cx="1270000" cy="1905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rtlCol="0" anchor="t"/>
          <a:lstStyle/>
          <a:p>
            <a:pPr algn="r">
              <a:defRPr/>
            </a:pPr>
            <a:r>
              <a:rPr lang="en-US" sz="800" b="0" i="0" u="none" baseline="0">
                <a:solidFill>
                  <a:srgbClr val="808080"/>
                </a:solidFill>
                <a:latin typeface="Microsoft YaHei"/>
                <a:ea typeface="Microsoft YaHei"/>
              </a:rPr>
              <a:t>内容由AI生成</a:t>
            </a:r>
            <a:endParaRPr lang="en-US" sz="110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xmlns="" id="{6729B6E3-A134-D372-1746-7318A8518787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79136" y="113665"/>
            <a:ext cx="2185863" cy="625157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FFC717">
                <a:lumMod val="40000"/>
                <a:lumOff val="60000"/>
              </a:srgbClr>
            </a:gs>
            <a:gs pos="100000">
              <a:srgbClr val="FFC717">
                <a:alpha val="0"/>
                <a:lumMod val="20000"/>
                <a:lumOff val="80000"/>
              </a:srgbClr>
            </a:gs>
          </a:gsLst>
          <a:lin ang="162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660400" y="2999530"/>
            <a:ext cx="10858500" cy="3134570"/>
          </a:xfrm>
          <a:prstGeom prst="rect">
            <a:avLst/>
          </a:prstGeom>
          <a:blipFill>
            <a:blip r:embed="rId2"/>
            <a:stretch>
              <a:fillRect t="-65691" b="-65160"/>
            </a:stretch>
          </a:blipFill>
          <a:ln cap="flat" cmpd="sng">
            <a:prstDash val="solid"/>
          </a:ln>
        </p:spPr>
        <p:txBody>
          <a:bodyPr rot="0" vert="horz" wrap="square" lIns="91440" tIns="45720" rIns="91440" bIns="45720" anchor="t">
            <a:noAutofit/>
          </a:bodyPr>
          <a:lstStyle/>
          <a:p>
            <a:pPr marL="0" algn="ctr"/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1198496" y="1379531"/>
            <a:ext cx="3600000" cy="2880000"/>
          </a:xfrm>
          <a:prstGeom prst="roundRect">
            <a:avLst>
              <a:gd name="adj" fmla="val 4077"/>
            </a:avLst>
          </a:prstGeom>
          <a:gradFill>
            <a:gsLst>
              <a:gs pos="0">
                <a:srgbClr val="F54E1A">
                  <a:lumMod val="60000"/>
                  <a:lumOff val="40000"/>
                </a:srgbClr>
              </a:gs>
              <a:gs pos="60000">
                <a:srgbClr val="F54E1A"/>
              </a:gs>
            </a:gsLst>
            <a:lin ang="2700000"/>
          </a:gradFill>
          <a:ln cap="rnd" cmpd="sng">
            <a:prstDash val="solid"/>
          </a:ln>
          <a:effectLst>
            <a:outerShdw blurRad="254000" dist="127000" dir="5400000" algn="ctr" rotWithShape="0">
              <a:schemeClr val="accent1">
                <a:alpha val="20000"/>
              </a:schemeClr>
            </a:outerShdw>
          </a:effectLst>
        </p:spPr>
        <p:txBody>
          <a:bodyPr rot="0" vert="horz" wrap="square" lIns="91440" tIns="45720" rIns="91440" bIns="45720" anchor="ctr">
            <a:noAutofit/>
          </a:bodyPr>
          <a:lstStyle/>
          <a:p>
            <a:pPr marL="342900" indent="-342900" algn="ctr"/>
            <a:endParaRPr/>
          </a:p>
        </p:txBody>
      </p:sp>
      <p:cxnSp>
        <p:nvCxnSpPr>
          <p:cNvPr id="4" name="Connector 4"/>
          <p:cNvCxnSpPr/>
          <p:nvPr/>
        </p:nvCxnSpPr>
        <p:spPr>
          <a:xfrm>
            <a:off x="2818496" y="2245947"/>
            <a:ext cx="360000" cy="0"/>
          </a:xfrm>
          <a:prstGeom prst="line">
            <a:avLst/>
          </a:prstGeom>
          <a:ln w="25400" cap="flat" cmpd="sng">
            <a:solidFill>
              <a:srgbClr val="FFFFFF"/>
            </a:solidFill>
            <a:prstDash val="solid"/>
          </a:ln>
        </p:spPr>
      </p:cxnSp>
      <p:sp>
        <p:nvSpPr>
          <p:cNvPr id="5" name="TextBox 5"/>
          <p:cNvSpPr txBox="1"/>
          <p:nvPr/>
        </p:nvSpPr>
        <p:spPr>
          <a:xfrm>
            <a:off x="1329743" y="1735248"/>
            <a:ext cx="3337508" cy="369332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b">
            <a:spAutoFit/>
          </a:bodyPr>
          <a:lstStyle/>
          <a:p>
            <a:pPr marL="0" algn="ctr">
              <a:defRPr/>
            </a:pPr>
            <a:r>
              <a:rPr lang="zh-CN" altLang="en-US" sz="1800" b="1" i="0" u="none" baseline="0">
                <a:solidFill>
                  <a:srgbClr val="FFFFFF"/>
                </a:solidFill>
                <a:latin typeface="微软雅黑"/>
                <a:ea typeface="微软雅黑"/>
              </a:rPr>
              <a:t>High-Value Segments</a:t>
            </a:r>
            <a:endParaRPr lang="en-US" sz="1100"/>
          </a:p>
        </p:txBody>
      </p:sp>
      <p:sp>
        <p:nvSpPr>
          <p:cNvPr id="6" name="TextBox 6"/>
          <p:cNvSpPr txBox="1"/>
          <p:nvPr/>
        </p:nvSpPr>
        <p:spPr>
          <a:xfrm>
            <a:off x="1329743" y="2387373"/>
            <a:ext cx="3337508" cy="1337203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t">
            <a:spAutoFit/>
          </a:bodyPr>
          <a:lstStyle/>
          <a:p>
            <a:pPr marL="0" algn="ctr">
              <a:lnSpc>
                <a:spcPct val="150000"/>
              </a:lnSpc>
              <a:defRPr/>
            </a:pPr>
            <a:r>
              <a:rPr lang="zh-CN" altLang="en-US" sz="1400" b="0" i="0" u="none" baseline="0">
                <a:solidFill>
                  <a:srgbClr val="FFFFFF"/>
                </a:solidFill>
                <a:latin typeface="微软雅黑"/>
                <a:ea typeface="微软雅黑"/>
              </a:rPr>
              <a:t>A small group of customers contributed a large share of revenue. Increasing repeat purchases could significantly improve overall sales.</a:t>
            </a:r>
            <a:endParaRPr lang="en-US" sz="1100"/>
          </a:p>
        </p:txBody>
      </p:sp>
      <p:sp>
        <p:nvSpPr>
          <p:cNvPr id="7" name="Freeform 7"/>
          <p:cNvSpPr/>
          <p:nvPr/>
        </p:nvSpPr>
        <p:spPr>
          <a:xfrm>
            <a:off x="2741465" y="4031586"/>
            <a:ext cx="514063" cy="131413"/>
          </a:xfrm>
          <a:custGeom>
            <a:avLst/>
            <a:gdLst/>
            <a:ahLst/>
            <a:cxnLst/>
            <a:rect l="l" t="t" r="r" b="b"/>
            <a:pathLst>
              <a:path w="514063" h="131413">
                <a:moveTo>
                  <a:pt x="408080" y="1"/>
                </a:moveTo>
                <a:lnTo>
                  <a:pt x="408374" y="1"/>
                </a:lnTo>
                <a:lnTo>
                  <a:pt x="408697" y="8"/>
                </a:lnTo>
                <a:lnTo>
                  <a:pt x="409049" y="15"/>
                </a:lnTo>
                <a:lnTo>
                  <a:pt x="409802" y="59"/>
                </a:lnTo>
                <a:lnTo>
                  <a:pt x="410621" y="123"/>
                </a:lnTo>
                <a:lnTo>
                  <a:pt x="411475" y="195"/>
                </a:lnTo>
                <a:lnTo>
                  <a:pt x="412357" y="288"/>
                </a:lnTo>
                <a:lnTo>
                  <a:pt x="413240" y="389"/>
                </a:lnTo>
                <a:lnTo>
                  <a:pt x="414116" y="496"/>
                </a:lnTo>
                <a:lnTo>
                  <a:pt x="414948" y="604"/>
                </a:lnTo>
                <a:lnTo>
                  <a:pt x="415738" y="704"/>
                </a:lnTo>
                <a:lnTo>
                  <a:pt x="416456" y="805"/>
                </a:lnTo>
                <a:lnTo>
                  <a:pt x="417080" y="898"/>
                </a:lnTo>
                <a:lnTo>
                  <a:pt x="417597" y="977"/>
                </a:lnTo>
                <a:lnTo>
                  <a:pt x="417977" y="1049"/>
                </a:lnTo>
                <a:lnTo>
                  <a:pt x="418788" y="1207"/>
                </a:lnTo>
                <a:lnTo>
                  <a:pt x="419585" y="1372"/>
                </a:lnTo>
                <a:lnTo>
                  <a:pt x="420389" y="1544"/>
                </a:lnTo>
                <a:lnTo>
                  <a:pt x="421192" y="1724"/>
                </a:lnTo>
                <a:lnTo>
                  <a:pt x="421989" y="1917"/>
                </a:lnTo>
                <a:lnTo>
                  <a:pt x="422793" y="2118"/>
                </a:lnTo>
                <a:lnTo>
                  <a:pt x="423589" y="2326"/>
                </a:lnTo>
                <a:lnTo>
                  <a:pt x="424393" y="2549"/>
                </a:lnTo>
                <a:lnTo>
                  <a:pt x="425190" y="2771"/>
                </a:lnTo>
                <a:lnTo>
                  <a:pt x="425994" y="3001"/>
                </a:lnTo>
                <a:lnTo>
                  <a:pt x="426790" y="3238"/>
                </a:lnTo>
                <a:lnTo>
                  <a:pt x="427587" y="3482"/>
                </a:lnTo>
                <a:lnTo>
                  <a:pt x="428384" y="3740"/>
                </a:lnTo>
                <a:lnTo>
                  <a:pt x="429180" y="3992"/>
                </a:lnTo>
                <a:lnTo>
                  <a:pt x="429977" y="4257"/>
                </a:lnTo>
                <a:lnTo>
                  <a:pt x="430774" y="4530"/>
                </a:lnTo>
                <a:lnTo>
                  <a:pt x="431563" y="4795"/>
                </a:lnTo>
                <a:lnTo>
                  <a:pt x="432353" y="5075"/>
                </a:lnTo>
                <a:lnTo>
                  <a:pt x="433142" y="5362"/>
                </a:lnTo>
                <a:lnTo>
                  <a:pt x="433917" y="5649"/>
                </a:lnTo>
                <a:lnTo>
                  <a:pt x="434707" y="5937"/>
                </a:lnTo>
                <a:lnTo>
                  <a:pt x="435489" y="6238"/>
                </a:lnTo>
                <a:lnTo>
                  <a:pt x="436271" y="6539"/>
                </a:lnTo>
                <a:lnTo>
                  <a:pt x="437039" y="6841"/>
                </a:lnTo>
                <a:lnTo>
                  <a:pt x="438582" y="7451"/>
                </a:lnTo>
                <a:lnTo>
                  <a:pt x="440111" y="8075"/>
                </a:lnTo>
                <a:lnTo>
                  <a:pt x="441633" y="8707"/>
                </a:lnTo>
                <a:lnTo>
                  <a:pt x="443125" y="9338"/>
                </a:lnTo>
                <a:lnTo>
                  <a:pt x="443369" y="9439"/>
                </a:lnTo>
                <a:lnTo>
                  <a:pt x="443635" y="9547"/>
                </a:lnTo>
                <a:lnTo>
                  <a:pt x="443915" y="9654"/>
                </a:lnTo>
                <a:lnTo>
                  <a:pt x="444195" y="9762"/>
                </a:lnTo>
                <a:lnTo>
                  <a:pt x="444467" y="9877"/>
                </a:lnTo>
                <a:lnTo>
                  <a:pt x="444726" y="9992"/>
                </a:lnTo>
                <a:lnTo>
                  <a:pt x="444963" y="10114"/>
                </a:lnTo>
                <a:lnTo>
                  <a:pt x="445185" y="10236"/>
                </a:lnTo>
                <a:lnTo>
                  <a:pt x="445357" y="10286"/>
                </a:lnTo>
                <a:lnTo>
                  <a:pt x="445551" y="10350"/>
                </a:lnTo>
                <a:lnTo>
                  <a:pt x="445745" y="10415"/>
                </a:lnTo>
                <a:lnTo>
                  <a:pt x="445946" y="10487"/>
                </a:lnTo>
                <a:lnTo>
                  <a:pt x="446362" y="10659"/>
                </a:lnTo>
                <a:lnTo>
                  <a:pt x="446778" y="10846"/>
                </a:lnTo>
                <a:lnTo>
                  <a:pt x="447209" y="11032"/>
                </a:lnTo>
                <a:lnTo>
                  <a:pt x="447618" y="11212"/>
                </a:lnTo>
                <a:lnTo>
                  <a:pt x="448013" y="11391"/>
                </a:lnTo>
                <a:lnTo>
                  <a:pt x="448379" y="11542"/>
                </a:lnTo>
                <a:lnTo>
                  <a:pt x="448932" y="11772"/>
                </a:lnTo>
                <a:lnTo>
                  <a:pt x="449499" y="12008"/>
                </a:lnTo>
                <a:lnTo>
                  <a:pt x="450073" y="12252"/>
                </a:lnTo>
                <a:lnTo>
                  <a:pt x="450654" y="12511"/>
                </a:lnTo>
                <a:lnTo>
                  <a:pt x="451250" y="12776"/>
                </a:lnTo>
                <a:lnTo>
                  <a:pt x="451845" y="13035"/>
                </a:lnTo>
                <a:lnTo>
                  <a:pt x="452456" y="13315"/>
                </a:lnTo>
                <a:lnTo>
                  <a:pt x="453051" y="13587"/>
                </a:lnTo>
                <a:lnTo>
                  <a:pt x="453654" y="13867"/>
                </a:lnTo>
                <a:lnTo>
                  <a:pt x="454243" y="14147"/>
                </a:lnTo>
                <a:lnTo>
                  <a:pt x="454838" y="14427"/>
                </a:lnTo>
                <a:lnTo>
                  <a:pt x="455420" y="14693"/>
                </a:lnTo>
                <a:lnTo>
                  <a:pt x="455987" y="14972"/>
                </a:lnTo>
                <a:lnTo>
                  <a:pt x="456539" y="15245"/>
                </a:lnTo>
                <a:lnTo>
                  <a:pt x="457078" y="15518"/>
                </a:lnTo>
                <a:lnTo>
                  <a:pt x="457594" y="15776"/>
                </a:lnTo>
                <a:lnTo>
                  <a:pt x="458341" y="16157"/>
                </a:lnTo>
                <a:lnTo>
                  <a:pt x="459087" y="16544"/>
                </a:lnTo>
                <a:lnTo>
                  <a:pt x="459841" y="16932"/>
                </a:lnTo>
                <a:lnTo>
                  <a:pt x="460580" y="17319"/>
                </a:lnTo>
                <a:lnTo>
                  <a:pt x="461319" y="17714"/>
                </a:lnTo>
                <a:lnTo>
                  <a:pt x="462044" y="18109"/>
                </a:lnTo>
                <a:lnTo>
                  <a:pt x="462776" y="18511"/>
                </a:lnTo>
                <a:lnTo>
                  <a:pt x="463508" y="18913"/>
                </a:lnTo>
                <a:lnTo>
                  <a:pt x="464233" y="19322"/>
                </a:lnTo>
                <a:lnTo>
                  <a:pt x="464944" y="19731"/>
                </a:lnTo>
                <a:lnTo>
                  <a:pt x="465654" y="20140"/>
                </a:lnTo>
                <a:lnTo>
                  <a:pt x="466357" y="20549"/>
                </a:lnTo>
                <a:lnTo>
                  <a:pt x="467054" y="20958"/>
                </a:lnTo>
                <a:lnTo>
                  <a:pt x="467750" y="21382"/>
                </a:lnTo>
                <a:lnTo>
                  <a:pt x="468439" y="21798"/>
                </a:lnTo>
                <a:lnTo>
                  <a:pt x="469106" y="22228"/>
                </a:lnTo>
                <a:lnTo>
                  <a:pt x="469810" y="22666"/>
                </a:lnTo>
                <a:lnTo>
                  <a:pt x="470506" y="23104"/>
                </a:lnTo>
                <a:lnTo>
                  <a:pt x="471195" y="23542"/>
                </a:lnTo>
                <a:lnTo>
                  <a:pt x="471884" y="23973"/>
                </a:lnTo>
                <a:lnTo>
                  <a:pt x="472566" y="24417"/>
                </a:lnTo>
                <a:lnTo>
                  <a:pt x="473247" y="24855"/>
                </a:lnTo>
                <a:lnTo>
                  <a:pt x="473929" y="25300"/>
                </a:lnTo>
                <a:lnTo>
                  <a:pt x="474604" y="25760"/>
                </a:lnTo>
                <a:lnTo>
                  <a:pt x="475314" y="26233"/>
                </a:lnTo>
                <a:lnTo>
                  <a:pt x="476011" y="26714"/>
                </a:lnTo>
                <a:lnTo>
                  <a:pt x="476692" y="27181"/>
                </a:lnTo>
                <a:lnTo>
                  <a:pt x="477345" y="27647"/>
                </a:lnTo>
                <a:lnTo>
                  <a:pt x="477999" y="28106"/>
                </a:lnTo>
                <a:lnTo>
                  <a:pt x="478630" y="28566"/>
                </a:lnTo>
                <a:lnTo>
                  <a:pt x="479262" y="29018"/>
                </a:lnTo>
                <a:lnTo>
                  <a:pt x="479886" y="29477"/>
                </a:lnTo>
                <a:lnTo>
                  <a:pt x="480503" y="29929"/>
                </a:lnTo>
                <a:lnTo>
                  <a:pt x="481121" y="30389"/>
                </a:lnTo>
                <a:lnTo>
                  <a:pt x="481745" y="30855"/>
                </a:lnTo>
                <a:lnTo>
                  <a:pt x="482369" y="31322"/>
                </a:lnTo>
                <a:lnTo>
                  <a:pt x="483008" y="31796"/>
                </a:lnTo>
                <a:lnTo>
                  <a:pt x="483647" y="32269"/>
                </a:lnTo>
                <a:lnTo>
                  <a:pt x="484300" y="32764"/>
                </a:lnTo>
                <a:lnTo>
                  <a:pt x="484975" y="33260"/>
                </a:lnTo>
                <a:lnTo>
                  <a:pt x="485599" y="33733"/>
                </a:lnTo>
                <a:lnTo>
                  <a:pt x="486231" y="34229"/>
                </a:lnTo>
                <a:lnTo>
                  <a:pt x="486862" y="34738"/>
                </a:lnTo>
                <a:lnTo>
                  <a:pt x="487487" y="35248"/>
                </a:lnTo>
                <a:lnTo>
                  <a:pt x="488104" y="35750"/>
                </a:lnTo>
                <a:lnTo>
                  <a:pt x="488721" y="36260"/>
                </a:lnTo>
                <a:lnTo>
                  <a:pt x="489338" y="36755"/>
                </a:lnTo>
                <a:lnTo>
                  <a:pt x="489934" y="37221"/>
                </a:lnTo>
                <a:lnTo>
                  <a:pt x="501891" y="47743"/>
                </a:lnTo>
                <a:lnTo>
                  <a:pt x="502121" y="47965"/>
                </a:lnTo>
                <a:lnTo>
                  <a:pt x="502343" y="48195"/>
                </a:lnTo>
                <a:lnTo>
                  <a:pt x="502551" y="48425"/>
                </a:lnTo>
                <a:lnTo>
                  <a:pt x="502752" y="48654"/>
                </a:lnTo>
                <a:lnTo>
                  <a:pt x="502953" y="48884"/>
                </a:lnTo>
                <a:lnTo>
                  <a:pt x="503140" y="49107"/>
                </a:lnTo>
                <a:lnTo>
                  <a:pt x="503326" y="49322"/>
                </a:lnTo>
                <a:lnTo>
                  <a:pt x="503527" y="49516"/>
                </a:lnTo>
                <a:lnTo>
                  <a:pt x="504101" y="50083"/>
                </a:lnTo>
                <a:lnTo>
                  <a:pt x="504719" y="50707"/>
                </a:lnTo>
                <a:lnTo>
                  <a:pt x="505357" y="51367"/>
                </a:lnTo>
                <a:lnTo>
                  <a:pt x="505996" y="52056"/>
                </a:lnTo>
                <a:lnTo>
                  <a:pt x="506642" y="52753"/>
                </a:lnTo>
                <a:lnTo>
                  <a:pt x="507245" y="53442"/>
                </a:lnTo>
                <a:lnTo>
                  <a:pt x="507539" y="53779"/>
                </a:lnTo>
                <a:lnTo>
                  <a:pt x="507819" y="54116"/>
                </a:lnTo>
                <a:lnTo>
                  <a:pt x="508092" y="54439"/>
                </a:lnTo>
                <a:lnTo>
                  <a:pt x="508336" y="54741"/>
                </a:lnTo>
                <a:lnTo>
                  <a:pt x="508917" y="55458"/>
                </a:lnTo>
                <a:lnTo>
                  <a:pt x="509427" y="56097"/>
                </a:lnTo>
                <a:lnTo>
                  <a:pt x="509664" y="56398"/>
                </a:lnTo>
                <a:lnTo>
                  <a:pt x="509886" y="56700"/>
                </a:lnTo>
                <a:lnTo>
                  <a:pt x="510101" y="56994"/>
                </a:lnTo>
                <a:lnTo>
                  <a:pt x="510317" y="57281"/>
                </a:lnTo>
                <a:lnTo>
                  <a:pt x="510525" y="57583"/>
                </a:lnTo>
                <a:lnTo>
                  <a:pt x="510726" y="57891"/>
                </a:lnTo>
                <a:lnTo>
                  <a:pt x="510934" y="58200"/>
                </a:lnTo>
                <a:lnTo>
                  <a:pt x="511142" y="58530"/>
                </a:lnTo>
                <a:lnTo>
                  <a:pt x="511350" y="58875"/>
                </a:lnTo>
                <a:lnTo>
                  <a:pt x="511573" y="59241"/>
                </a:lnTo>
                <a:lnTo>
                  <a:pt x="511802" y="59643"/>
                </a:lnTo>
                <a:lnTo>
                  <a:pt x="512046" y="60066"/>
                </a:lnTo>
                <a:lnTo>
                  <a:pt x="512197" y="60346"/>
                </a:lnTo>
                <a:lnTo>
                  <a:pt x="512355" y="60683"/>
                </a:lnTo>
                <a:lnTo>
                  <a:pt x="512534" y="61049"/>
                </a:lnTo>
                <a:lnTo>
                  <a:pt x="512714" y="61458"/>
                </a:lnTo>
                <a:lnTo>
                  <a:pt x="512900" y="61896"/>
                </a:lnTo>
                <a:lnTo>
                  <a:pt x="513087" y="62363"/>
                </a:lnTo>
                <a:lnTo>
                  <a:pt x="513259" y="62851"/>
                </a:lnTo>
                <a:lnTo>
                  <a:pt x="513432" y="63339"/>
                </a:lnTo>
                <a:lnTo>
                  <a:pt x="513589" y="63841"/>
                </a:lnTo>
                <a:lnTo>
                  <a:pt x="513733" y="64343"/>
                </a:lnTo>
                <a:lnTo>
                  <a:pt x="513790" y="64588"/>
                </a:lnTo>
                <a:lnTo>
                  <a:pt x="513848" y="64839"/>
                </a:lnTo>
                <a:lnTo>
                  <a:pt x="513905" y="65083"/>
                </a:lnTo>
                <a:lnTo>
                  <a:pt x="513948" y="65320"/>
                </a:lnTo>
                <a:lnTo>
                  <a:pt x="513991" y="65549"/>
                </a:lnTo>
                <a:lnTo>
                  <a:pt x="514020" y="65779"/>
                </a:lnTo>
                <a:lnTo>
                  <a:pt x="514042" y="66001"/>
                </a:lnTo>
                <a:lnTo>
                  <a:pt x="514056" y="66217"/>
                </a:lnTo>
                <a:lnTo>
                  <a:pt x="514063" y="66425"/>
                </a:lnTo>
                <a:lnTo>
                  <a:pt x="514063" y="66626"/>
                </a:lnTo>
                <a:lnTo>
                  <a:pt x="514049" y="66812"/>
                </a:lnTo>
                <a:lnTo>
                  <a:pt x="514020" y="66992"/>
                </a:lnTo>
                <a:lnTo>
                  <a:pt x="513948" y="67401"/>
                </a:lnTo>
                <a:lnTo>
                  <a:pt x="513869" y="67796"/>
                </a:lnTo>
                <a:lnTo>
                  <a:pt x="513783" y="68190"/>
                </a:lnTo>
                <a:lnTo>
                  <a:pt x="513683" y="68564"/>
                </a:lnTo>
                <a:lnTo>
                  <a:pt x="513589" y="68944"/>
                </a:lnTo>
                <a:lnTo>
                  <a:pt x="513482" y="69310"/>
                </a:lnTo>
                <a:lnTo>
                  <a:pt x="513367" y="69676"/>
                </a:lnTo>
                <a:lnTo>
                  <a:pt x="513245" y="70028"/>
                </a:lnTo>
                <a:lnTo>
                  <a:pt x="513116" y="70372"/>
                </a:lnTo>
                <a:lnTo>
                  <a:pt x="512979" y="70717"/>
                </a:lnTo>
                <a:lnTo>
                  <a:pt x="512843" y="71054"/>
                </a:lnTo>
                <a:lnTo>
                  <a:pt x="512699" y="71384"/>
                </a:lnTo>
                <a:lnTo>
                  <a:pt x="512542" y="71714"/>
                </a:lnTo>
                <a:lnTo>
                  <a:pt x="512391" y="72037"/>
                </a:lnTo>
                <a:lnTo>
                  <a:pt x="512226" y="72353"/>
                </a:lnTo>
                <a:lnTo>
                  <a:pt x="512061" y="72669"/>
                </a:lnTo>
                <a:lnTo>
                  <a:pt x="511888" y="72985"/>
                </a:lnTo>
                <a:lnTo>
                  <a:pt x="511709" y="73286"/>
                </a:lnTo>
                <a:lnTo>
                  <a:pt x="511522" y="73595"/>
                </a:lnTo>
                <a:lnTo>
                  <a:pt x="511336" y="73896"/>
                </a:lnTo>
                <a:lnTo>
                  <a:pt x="511149" y="74190"/>
                </a:lnTo>
                <a:lnTo>
                  <a:pt x="510948" y="74492"/>
                </a:lnTo>
                <a:lnTo>
                  <a:pt x="510755" y="74793"/>
                </a:lnTo>
                <a:lnTo>
                  <a:pt x="510546" y="75088"/>
                </a:lnTo>
                <a:lnTo>
                  <a:pt x="510137" y="75669"/>
                </a:lnTo>
                <a:lnTo>
                  <a:pt x="509699" y="76265"/>
                </a:lnTo>
                <a:lnTo>
                  <a:pt x="509262" y="76846"/>
                </a:lnTo>
                <a:lnTo>
                  <a:pt x="508810" y="77434"/>
                </a:lnTo>
                <a:lnTo>
                  <a:pt x="508558" y="77750"/>
                </a:lnTo>
                <a:lnTo>
                  <a:pt x="508314" y="78052"/>
                </a:lnTo>
                <a:lnTo>
                  <a:pt x="508185" y="78202"/>
                </a:lnTo>
                <a:lnTo>
                  <a:pt x="508049" y="78339"/>
                </a:lnTo>
                <a:lnTo>
                  <a:pt x="507912" y="78482"/>
                </a:lnTo>
                <a:lnTo>
                  <a:pt x="507762" y="78611"/>
                </a:lnTo>
                <a:lnTo>
                  <a:pt x="507683" y="78726"/>
                </a:lnTo>
                <a:lnTo>
                  <a:pt x="507503" y="78927"/>
                </a:lnTo>
                <a:lnTo>
                  <a:pt x="507252" y="79207"/>
                </a:lnTo>
                <a:lnTo>
                  <a:pt x="506929" y="79552"/>
                </a:lnTo>
                <a:lnTo>
                  <a:pt x="506556" y="79954"/>
                </a:lnTo>
                <a:lnTo>
                  <a:pt x="506140" y="80399"/>
                </a:lnTo>
                <a:lnTo>
                  <a:pt x="505688" y="80872"/>
                </a:lnTo>
                <a:lnTo>
                  <a:pt x="505221" y="81353"/>
                </a:lnTo>
                <a:lnTo>
                  <a:pt x="504747" y="81841"/>
                </a:lnTo>
                <a:lnTo>
                  <a:pt x="504274" y="82322"/>
                </a:lnTo>
                <a:lnTo>
                  <a:pt x="503822" y="82789"/>
                </a:lnTo>
                <a:lnTo>
                  <a:pt x="503405" y="83219"/>
                </a:lnTo>
                <a:lnTo>
                  <a:pt x="503018" y="83607"/>
                </a:lnTo>
                <a:lnTo>
                  <a:pt x="502680" y="83944"/>
                </a:lnTo>
                <a:lnTo>
                  <a:pt x="502415" y="84210"/>
                </a:lnTo>
                <a:lnTo>
                  <a:pt x="502221" y="84389"/>
                </a:lnTo>
                <a:lnTo>
                  <a:pt x="501984" y="84619"/>
                </a:lnTo>
                <a:lnTo>
                  <a:pt x="501747" y="84856"/>
                </a:lnTo>
                <a:lnTo>
                  <a:pt x="501518" y="85071"/>
                </a:lnTo>
                <a:lnTo>
                  <a:pt x="501288" y="85293"/>
                </a:lnTo>
                <a:lnTo>
                  <a:pt x="501058" y="85516"/>
                </a:lnTo>
                <a:lnTo>
                  <a:pt x="500822" y="85745"/>
                </a:lnTo>
                <a:lnTo>
                  <a:pt x="500592" y="85975"/>
                </a:lnTo>
                <a:lnTo>
                  <a:pt x="500355" y="86219"/>
                </a:lnTo>
                <a:lnTo>
                  <a:pt x="498848" y="87561"/>
                </a:lnTo>
                <a:lnTo>
                  <a:pt x="498697" y="87705"/>
                </a:lnTo>
                <a:lnTo>
                  <a:pt x="498597" y="87798"/>
                </a:lnTo>
                <a:lnTo>
                  <a:pt x="498511" y="87884"/>
                </a:lnTo>
                <a:lnTo>
                  <a:pt x="498360" y="87999"/>
                </a:lnTo>
                <a:lnTo>
                  <a:pt x="498101" y="88214"/>
                </a:lnTo>
                <a:lnTo>
                  <a:pt x="497771" y="88480"/>
                </a:lnTo>
                <a:lnTo>
                  <a:pt x="497405" y="88796"/>
                </a:lnTo>
                <a:lnTo>
                  <a:pt x="497003" y="89147"/>
                </a:lnTo>
                <a:lnTo>
                  <a:pt x="496573" y="89535"/>
                </a:lnTo>
                <a:lnTo>
                  <a:pt x="496121" y="89930"/>
                </a:lnTo>
                <a:lnTo>
                  <a:pt x="495654" y="90339"/>
                </a:lnTo>
                <a:lnTo>
                  <a:pt x="495180" y="90755"/>
                </a:lnTo>
                <a:lnTo>
                  <a:pt x="494714" y="91157"/>
                </a:lnTo>
                <a:lnTo>
                  <a:pt x="494269" y="91552"/>
                </a:lnTo>
                <a:lnTo>
                  <a:pt x="493838" y="91918"/>
                </a:lnTo>
                <a:lnTo>
                  <a:pt x="493444" y="92255"/>
                </a:lnTo>
                <a:lnTo>
                  <a:pt x="493077" y="92549"/>
                </a:lnTo>
                <a:lnTo>
                  <a:pt x="492769" y="92786"/>
                </a:lnTo>
                <a:lnTo>
                  <a:pt x="492640" y="92887"/>
                </a:lnTo>
                <a:lnTo>
                  <a:pt x="492518" y="92973"/>
                </a:lnTo>
                <a:lnTo>
                  <a:pt x="492410" y="93037"/>
                </a:lnTo>
                <a:lnTo>
                  <a:pt x="492317" y="93088"/>
                </a:lnTo>
                <a:lnTo>
                  <a:pt x="492238" y="93174"/>
                </a:lnTo>
                <a:lnTo>
                  <a:pt x="492101" y="93303"/>
                </a:lnTo>
                <a:lnTo>
                  <a:pt x="491922" y="93461"/>
                </a:lnTo>
                <a:lnTo>
                  <a:pt x="491700" y="93647"/>
                </a:lnTo>
                <a:lnTo>
                  <a:pt x="491140" y="94107"/>
                </a:lnTo>
                <a:lnTo>
                  <a:pt x="490451" y="94667"/>
                </a:lnTo>
                <a:lnTo>
                  <a:pt x="489654" y="95298"/>
                </a:lnTo>
                <a:lnTo>
                  <a:pt x="488786" y="95987"/>
                </a:lnTo>
                <a:lnTo>
                  <a:pt x="487860" y="96712"/>
                </a:lnTo>
                <a:lnTo>
                  <a:pt x="486905" y="97451"/>
                </a:lnTo>
                <a:lnTo>
                  <a:pt x="485951" y="98183"/>
                </a:lnTo>
                <a:lnTo>
                  <a:pt x="485018" y="98894"/>
                </a:lnTo>
                <a:lnTo>
                  <a:pt x="484135" y="99569"/>
                </a:lnTo>
                <a:lnTo>
                  <a:pt x="483324" y="100179"/>
                </a:lnTo>
                <a:lnTo>
                  <a:pt x="482621" y="100695"/>
                </a:lnTo>
                <a:lnTo>
                  <a:pt x="482032" y="101112"/>
                </a:lnTo>
                <a:lnTo>
                  <a:pt x="481795" y="101284"/>
                </a:lnTo>
                <a:lnTo>
                  <a:pt x="481601" y="101420"/>
                </a:lnTo>
                <a:lnTo>
                  <a:pt x="481451" y="101506"/>
                </a:lnTo>
                <a:lnTo>
                  <a:pt x="481343" y="101571"/>
                </a:lnTo>
                <a:lnTo>
                  <a:pt x="481106" y="101765"/>
                </a:lnTo>
                <a:lnTo>
                  <a:pt x="480733" y="102045"/>
                </a:lnTo>
                <a:lnTo>
                  <a:pt x="480245" y="102396"/>
                </a:lnTo>
                <a:lnTo>
                  <a:pt x="479671" y="102805"/>
                </a:lnTo>
                <a:lnTo>
                  <a:pt x="479011" y="103265"/>
                </a:lnTo>
                <a:lnTo>
                  <a:pt x="478314" y="103760"/>
                </a:lnTo>
                <a:lnTo>
                  <a:pt x="477568" y="104269"/>
                </a:lnTo>
                <a:lnTo>
                  <a:pt x="476814" y="104786"/>
                </a:lnTo>
                <a:lnTo>
                  <a:pt x="476054" y="105303"/>
                </a:lnTo>
                <a:lnTo>
                  <a:pt x="475314" y="105798"/>
                </a:lnTo>
                <a:lnTo>
                  <a:pt x="474618" y="106265"/>
                </a:lnTo>
                <a:lnTo>
                  <a:pt x="473979" y="106681"/>
                </a:lnTo>
                <a:lnTo>
                  <a:pt x="473420" y="107033"/>
                </a:lnTo>
                <a:lnTo>
                  <a:pt x="472953" y="107327"/>
                </a:lnTo>
                <a:lnTo>
                  <a:pt x="472752" y="107442"/>
                </a:lnTo>
                <a:lnTo>
                  <a:pt x="472601" y="107528"/>
                </a:lnTo>
                <a:lnTo>
                  <a:pt x="472465" y="107592"/>
                </a:lnTo>
                <a:lnTo>
                  <a:pt x="472379" y="107636"/>
                </a:lnTo>
                <a:lnTo>
                  <a:pt x="472307" y="107707"/>
                </a:lnTo>
                <a:lnTo>
                  <a:pt x="472171" y="107808"/>
                </a:lnTo>
                <a:lnTo>
                  <a:pt x="471991" y="107930"/>
                </a:lnTo>
                <a:lnTo>
                  <a:pt x="471762" y="108088"/>
                </a:lnTo>
                <a:lnTo>
                  <a:pt x="471180" y="108454"/>
                </a:lnTo>
                <a:lnTo>
                  <a:pt x="470441" y="108920"/>
                </a:lnTo>
                <a:lnTo>
                  <a:pt x="469580" y="109444"/>
                </a:lnTo>
                <a:lnTo>
                  <a:pt x="468625" y="110011"/>
                </a:lnTo>
                <a:lnTo>
                  <a:pt x="467606" y="110607"/>
                </a:lnTo>
                <a:lnTo>
                  <a:pt x="466537" y="111231"/>
                </a:lnTo>
                <a:lnTo>
                  <a:pt x="465460" y="111848"/>
                </a:lnTo>
                <a:lnTo>
                  <a:pt x="464405" y="112459"/>
                </a:lnTo>
                <a:lnTo>
                  <a:pt x="463386" y="113025"/>
                </a:lnTo>
                <a:lnTo>
                  <a:pt x="462439" y="113549"/>
                </a:lnTo>
                <a:lnTo>
                  <a:pt x="461585" y="114016"/>
                </a:lnTo>
                <a:lnTo>
                  <a:pt x="460867" y="114396"/>
                </a:lnTo>
                <a:lnTo>
                  <a:pt x="460558" y="114561"/>
                </a:lnTo>
                <a:lnTo>
                  <a:pt x="460300" y="114683"/>
                </a:lnTo>
                <a:lnTo>
                  <a:pt x="460078" y="114791"/>
                </a:lnTo>
                <a:lnTo>
                  <a:pt x="459905" y="114863"/>
                </a:lnTo>
                <a:lnTo>
                  <a:pt x="459647" y="115021"/>
                </a:lnTo>
                <a:lnTo>
                  <a:pt x="459389" y="115179"/>
                </a:lnTo>
                <a:lnTo>
                  <a:pt x="459109" y="115329"/>
                </a:lnTo>
                <a:lnTo>
                  <a:pt x="458822" y="115487"/>
                </a:lnTo>
                <a:lnTo>
                  <a:pt x="458219" y="115781"/>
                </a:lnTo>
                <a:lnTo>
                  <a:pt x="457594" y="116076"/>
                </a:lnTo>
                <a:lnTo>
                  <a:pt x="456970" y="116370"/>
                </a:lnTo>
                <a:lnTo>
                  <a:pt x="456345" y="116657"/>
                </a:lnTo>
                <a:lnTo>
                  <a:pt x="455750" y="116930"/>
                </a:lnTo>
                <a:lnTo>
                  <a:pt x="455183" y="117210"/>
                </a:lnTo>
                <a:lnTo>
                  <a:pt x="454889" y="117360"/>
                </a:lnTo>
                <a:lnTo>
                  <a:pt x="454587" y="117497"/>
                </a:lnTo>
                <a:lnTo>
                  <a:pt x="454286" y="117640"/>
                </a:lnTo>
                <a:lnTo>
                  <a:pt x="453984" y="117770"/>
                </a:lnTo>
                <a:lnTo>
                  <a:pt x="453690" y="117913"/>
                </a:lnTo>
                <a:lnTo>
                  <a:pt x="453381" y="118042"/>
                </a:lnTo>
                <a:lnTo>
                  <a:pt x="453080" y="118171"/>
                </a:lnTo>
                <a:lnTo>
                  <a:pt x="452786" y="118315"/>
                </a:lnTo>
                <a:lnTo>
                  <a:pt x="452520" y="118437"/>
                </a:lnTo>
                <a:lnTo>
                  <a:pt x="452226" y="118581"/>
                </a:lnTo>
                <a:lnTo>
                  <a:pt x="451896" y="118731"/>
                </a:lnTo>
                <a:lnTo>
                  <a:pt x="451551" y="118889"/>
                </a:lnTo>
                <a:lnTo>
                  <a:pt x="451214" y="119047"/>
                </a:lnTo>
                <a:lnTo>
                  <a:pt x="450884" y="119176"/>
                </a:lnTo>
                <a:lnTo>
                  <a:pt x="450575" y="119291"/>
                </a:lnTo>
                <a:lnTo>
                  <a:pt x="450310" y="119377"/>
                </a:lnTo>
                <a:lnTo>
                  <a:pt x="449965" y="119557"/>
                </a:lnTo>
                <a:lnTo>
                  <a:pt x="449578" y="119729"/>
                </a:lnTo>
                <a:lnTo>
                  <a:pt x="449168" y="119908"/>
                </a:lnTo>
                <a:lnTo>
                  <a:pt x="448745" y="120081"/>
                </a:lnTo>
                <a:lnTo>
                  <a:pt x="448307" y="120253"/>
                </a:lnTo>
                <a:lnTo>
                  <a:pt x="447884" y="120418"/>
                </a:lnTo>
                <a:lnTo>
                  <a:pt x="447467" y="120569"/>
                </a:lnTo>
                <a:lnTo>
                  <a:pt x="447094" y="120726"/>
                </a:lnTo>
                <a:lnTo>
                  <a:pt x="446743" y="120870"/>
                </a:lnTo>
                <a:lnTo>
                  <a:pt x="446262" y="121057"/>
                </a:lnTo>
                <a:lnTo>
                  <a:pt x="445688" y="121286"/>
                </a:lnTo>
                <a:lnTo>
                  <a:pt x="445034" y="121559"/>
                </a:lnTo>
                <a:lnTo>
                  <a:pt x="444302" y="121846"/>
                </a:lnTo>
                <a:lnTo>
                  <a:pt x="443520" y="122162"/>
                </a:lnTo>
                <a:lnTo>
                  <a:pt x="442716" y="122485"/>
                </a:lnTo>
                <a:lnTo>
                  <a:pt x="441905" y="122815"/>
                </a:lnTo>
                <a:lnTo>
                  <a:pt x="441087" y="123131"/>
                </a:lnTo>
                <a:lnTo>
                  <a:pt x="440298" y="123447"/>
                </a:lnTo>
                <a:lnTo>
                  <a:pt x="439558" y="123734"/>
                </a:lnTo>
                <a:lnTo>
                  <a:pt x="438884" y="123999"/>
                </a:lnTo>
                <a:lnTo>
                  <a:pt x="438281" y="124222"/>
                </a:lnTo>
                <a:lnTo>
                  <a:pt x="437778" y="124401"/>
                </a:lnTo>
                <a:lnTo>
                  <a:pt x="437405" y="124530"/>
                </a:lnTo>
                <a:lnTo>
                  <a:pt x="437154" y="124602"/>
                </a:lnTo>
                <a:lnTo>
                  <a:pt x="437039" y="124660"/>
                </a:lnTo>
                <a:lnTo>
                  <a:pt x="436853" y="124753"/>
                </a:lnTo>
                <a:lnTo>
                  <a:pt x="436594" y="124868"/>
                </a:lnTo>
                <a:lnTo>
                  <a:pt x="436278" y="124990"/>
                </a:lnTo>
                <a:lnTo>
                  <a:pt x="435503" y="125284"/>
                </a:lnTo>
                <a:lnTo>
                  <a:pt x="434635" y="125607"/>
                </a:lnTo>
                <a:lnTo>
                  <a:pt x="433738" y="125915"/>
                </a:lnTo>
                <a:lnTo>
                  <a:pt x="432912" y="126217"/>
                </a:lnTo>
                <a:lnTo>
                  <a:pt x="432231" y="126454"/>
                </a:lnTo>
                <a:lnTo>
                  <a:pt x="431786" y="126597"/>
                </a:lnTo>
                <a:lnTo>
                  <a:pt x="430673" y="126971"/>
                </a:lnTo>
                <a:lnTo>
                  <a:pt x="429582" y="127329"/>
                </a:lnTo>
                <a:lnTo>
                  <a:pt x="428499" y="127674"/>
                </a:lnTo>
                <a:lnTo>
                  <a:pt x="427422" y="128011"/>
                </a:lnTo>
                <a:lnTo>
                  <a:pt x="426360" y="128341"/>
                </a:lnTo>
                <a:lnTo>
                  <a:pt x="425283" y="128664"/>
                </a:lnTo>
                <a:lnTo>
                  <a:pt x="424214" y="128966"/>
                </a:lnTo>
                <a:lnTo>
                  <a:pt x="423137" y="129253"/>
                </a:lnTo>
                <a:lnTo>
                  <a:pt x="422599" y="129389"/>
                </a:lnTo>
                <a:lnTo>
                  <a:pt x="422054" y="129533"/>
                </a:lnTo>
                <a:lnTo>
                  <a:pt x="421508" y="129662"/>
                </a:lnTo>
                <a:lnTo>
                  <a:pt x="420970" y="129784"/>
                </a:lnTo>
                <a:lnTo>
                  <a:pt x="420417" y="129913"/>
                </a:lnTo>
                <a:lnTo>
                  <a:pt x="419857" y="130035"/>
                </a:lnTo>
                <a:lnTo>
                  <a:pt x="419312" y="130150"/>
                </a:lnTo>
                <a:lnTo>
                  <a:pt x="418752" y="130265"/>
                </a:lnTo>
                <a:lnTo>
                  <a:pt x="418185" y="130372"/>
                </a:lnTo>
                <a:lnTo>
                  <a:pt x="417611" y="130466"/>
                </a:lnTo>
                <a:lnTo>
                  <a:pt x="417044" y="130566"/>
                </a:lnTo>
                <a:lnTo>
                  <a:pt x="416463" y="130667"/>
                </a:lnTo>
                <a:lnTo>
                  <a:pt x="415881" y="130753"/>
                </a:lnTo>
                <a:lnTo>
                  <a:pt x="415286" y="130839"/>
                </a:lnTo>
                <a:lnTo>
                  <a:pt x="414690" y="130911"/>
                </a:lnTo>
                <a:lnTo>
                  <a:pt x="414087" y="130983"/>
                </a:lnTo>
                <a:lnTo>
                  <a:pt x="413664" y="131033"/>
                </a:lnTo>
                <a:lnTo>
                  <a:pt x="413226" y="131083"/>
                </a:lnTo>
                <a:lnTo>
                  <a:pt x="412795" y="131133"/>
                </a:lnTo>
                <a:lnTo>
                  <a:pt x="412365" y="131176"/>
                </a:lnTo>
                <a:lnTo>
                  <a:pt x="411927" y="131219"/>
                </a:lnTo>
                <a:lnTo>
                  <a:pt x="411496" y="131248"/>
                </a:lnTo>
                <a:lnTo>
                  <a:pt x="411058" y="131284"/>
                </a:lnTo>
                <a:lnTo>
                  <a:pt x="410621" y="131313"/>
                </a:lnTo>
                <a:lnTo>
                  <a:pt x="410176" y="131341"/>
                </a:lnTo>
                <a:lnTo>
                  <a:pt x="409745" y="131363"/>
                </a:lnTo>
                <a:lnTo>
                  <a:pt x="409307" y="131377"/>
                </a:lnTo>
                <a:lnTo>
                  <a:pt x="408862" y="131399"/>
                </a:lnTo>
                <a:lnTo>
                  <a:pt x="408432" y="131406"/>
                </a:lnTo>
                <a:lnTo>
                  <a:pt x="407994" y="131413"/>
                </a:lnTo>
                <a:lnTo>
                  <a:pt x="407556" y="131413"/>
                </a:lnTo>
                <a:lnTo>
                  <a:pt x="407133" y="131406"/>
                </a:lnTo>
                <a:lnTo>
                  <a:pt x="406910" y="131406"/>
                </a:lnTo>
                <a:lnTo>
                  <a:pt x="406702" y="131399"/>
                </a:lnTo>
                <a:lnTo>
                  <a:pt x="406494" y="131377"/>
                </a:lnTo>
                <a:lnTo>
                  <a:pt x="406286" y="131363"/>
                </a:lnTo>
                <a:lnTo>
                  <a:pt x="406092" y="131341"/>
                </a:lnTo>
                <a:lnTo>
                  <a:pt x="405891" y="131313"/>
                </a:lnTo>
                <a:lnTo>
                  <a:pt x="405697" y="131284"/>
                </a:lnTo>
                <a:lnTo>
                  <a:pt x="405503" y="131248"/>
                </a:lnTo>
                <a:lnTo>
                  <a:pt x="405130" y="131176"/>
                </a:lnTo>
                <a:lnTo>
                  <a:pt x="404764" y="131083"/>
                </a:lnTo>
                <a:lnTo>
                  <a:pt x="404412" y="130975"/>
                </a:lnTo>
                <a:lnTo>
                  <a:pt x="404068" y="130853"/>
                </a:lnTo>
                <a:lnTo>
                  <a:pt x="403738" y="130724"/>
                </a:lnTo>
                <a:lnTo>
                  <a:pt x="403422" y="130581"/>
                </a:lnTo>
                <a:lnTo>
                  <a:pt x="403106" y="130437"/>
                </a:lnTo>
                <a:lnTo>
                  <a:pt x="402805" y="130272"/>
                </a:lnTo>
                <a:lnTo>
                  <a:pt x="402511" y="130100"/>
                </a:lnTo>
                <a:lnTo>
                  <a:pt x="402216" y="129920"/>
                </a:lnTo>
                <a:lnTo>
                  <a:pt x="401936" y="129727"/>
                </a:lnTo>
                <a:lnTo>
                  <a:pt x="401656" y="129533"/>
                </a:lnTo>
                <a:lnTo>
                  <a:pt x="401420" y="129353"/>
                </a:lnTo>
                <a:lnTo>
                  <a:pt x="401183" y="129174"/>
                </a:lnTo>
                <a:lnTo>
                  <a:pt x="400967" y="128973"/>
                </a:lnTo>
                <a:lnTo>
                  <a:pt x="400738" y="128779"/>
                </a:lnTo>
                <a:lnTo>
                  <a:pt x="400515" y="128571"/>
                </a:lnTo>
                <a:lnTo>
                  <a:pt x="400300" y="128356"/>
                </a:lnTo>
                <a:lnTo>
                  <a:pt x="400085" y="128133"/>
                </a:lnTo>
                <a:lnTo>
                  <a:pt x="399869" y="127911"/>
                </a:lnTo>
                <a:lnTo>
                  <a:pt x="399668" y="127674"/>
                </a:lnTo>
                <a:lnTo>
                  <a:pt x="399460" y="127437"/>
                </a:lnTo>
                <a:lnTo>
                  <a:pt x="399267" y="127193"/>
                </a:lnTo>
                <a:lnTo>
                  <a:pt x="399066" y="126942"/>
                </a:lnTo>
                <a:lnTo>
                  <a:pt x="398872" y="126683"/>
                </a:lnTo>
                <a:lnTo>
                  <a:pt x="398678" y="126418"/>
                </a:lnTo>
                <a:lnTo>
                  <a:pt x="398491" y="126145"/>
                </a:lnTo>
                <a:lnTo>
                  <a:pt x="398305" y="125872"/>
                </a:lnTo>
                <a:lnTo>
                  <a:pt x="398125" y="125593"/>
                </a:lnTo>
                <a:lnTo>
                  <a:pt x="397946" y="125305"/>
                </a:lnTo>
                <a:lnTo>
                  <a:pt x="397767" y="125004"/>
                </a:lnTo>
                <a:lnTo>
                  <a:pt x="397594" y="124710"/>
                </a:lnTo>
                <a:lnTo>
                  <a:pt x="397422" y="124408"/>
                </a:lnTo>
                <a:lnTo>
                  <a:pt x="397250" y="124093"/>
                </a:lnTo>
                <a:lnTo>
                  <a:pt x="397092" y="123784"/>
                </a:lnTo>
                <a:lnTo>
                  <a:pt x="396927" y="123461"/>
                </a:lnTo>
                <a:lnTo>
                  <a:pt x="396769" y="123131"/>
                </a:lnTo>
                <a:lnTo>
                  <a:pt x="396611" y="122808"/>
                </a:lnTo>
                <a:lnTo>
                  <a:pt x="396453" y="122471"/>
                </a:lnTo>
                <a:lnTo>
                  <a:pt x="396302" y="122133"/>
                </a:lnTo>
                <a:lnTo>
                  <a:pt x="396001" y="121437"/>
                </a:lnTo>
                <a:lnTo>
                  <a:pt x="395714" y="120726"/>
                </a:lnTo>
                <a:lnTo>
                  <a:pt x="395477" y="120109"/>
                </a:lnTo>
                <a:lnTo>
                  <a:pt x="395240" y="119470"/>
                </a:lnTo>
                <a:lnTo>
                  <a:pt x="395003" y="118825"/>
                </a:lnTo>
                <a:lnTo>
                  <a:pt x="394774" y="118143"/>
                </a:lnTo>
                <a:lnTo>
                  <a:pt x="394544" y="117454"/>
                </a:lnTo>
                <a:lnTo>
                  <a:pt x="394322" y="116743"/>
                </a:lnTo>
                <a:lnTo>
                  <a:pt x="394099" y="116018"/>
                </a:lnTo>
                <a:lnTo>
                  <a:pt x="393877" y="115293"/>
                </a:lnTo>
                <a:lnTo>
                  <a:pt x="393661" y="114540"/>
                </a:lnTo>
                <a:lnTo>
                  <a:pt x="393453" y="113786"/>
                </a:lnTo>
                <a:lnTo>
                  <a:pt x="393238" y="113018"/>
                </a:lnTo>
                <a:lnTo>
                  <a:pt x="393030" y="112243"/>
                </a:lnTo>
                <a:lnTo>
                  <a:pt x="392836" y="111461"/>
                </a:lnTo>
                <a:lnTo>
                  <a:pt x="392628" y="110671"/>
                </a:lnTo>
                <a:lnTo>
                  <a:pt x="392441" y="109889"/>
                </a:lnTo>
                <a:lnTo>
                  <a:pt x="392240" y="109092"/>
                </a:lnTo>
                <a:lnTo>
                  <a:pt x="391874" y="107506"/>
                </a:lnTo>
                <a:lnTo>
                  <a:pt x="391530" y="105913"/>
                </a:lnTo>
                <a:lnTo>
                  <a:pt x="391192" y="104341"/>
                </a:lnTo>
                <a:lnTo>
                  <a:pt x="390877" y="102791"/>
                </a:lnTo>
                <a:lnTo>
                  <a:pt x="390582" y="101269"/>
                </a:lnTo>
                <a:lnTo>
                  <a:pt x="390317" y="99798"/>
                </a:lnTo>
                <a:lnTo>
                  <a:pt x="390066" y="98377"/>
                </a:lnTo>
                <a:lnTo>
                  <a:pt x="389836" y="97028"/>
                </a:lnTo>
                <a:lnTo>
                  <a:pt x="389714" y="96217"/>
                </a:lnTo>
                <a:lnTo>
                  <a:pt x="389585" y="95406"/>
                </a:lnTo>
                <a:lnTo>
                  <a:pt x="389463" y="94595"/>
                </a:lnTo>
                <a:lnTo>
                  <a:pt x="389348" y="93777"/>
                </a:lnTo>
                <a:lnTo>
                  <a:pt x="389226" y="92966"/>
                </a:lnTo>
                <a:lnTo>
                  <a:pt x="389125" y="92147"/>
                </a:lnTo>
                <a:lnTo>
                  <a:pt x="389018" y="91329"/>
                </a:lnTo>
                <a:lnTo>
                  <a:pt x="388910" y="90511"/>
                </a:lnTo>
                <a:lnTo>
                  <a:pt x="388810" y="89700"/>
                </a:lnTo>
                <a:lnTo>
                  <a:pt x="388709" y="88875"/>
                </a:lnTo>
                <a:lnTo>
                  <a:pt x="388623" y="88056"/>
                </a:lnTo>
                <a:lnTo>
                  <a:pt x="388530" y="87231"/>
                </a:lnTo>
                <a:lnTo>
                  <a:pt x="388444" y="86413"/>
                </a:lnTo>
                <a:lnTo>
                  <a:pt x="388357" y="85595"/>
                </a:lnTo>
                <a:lnTo>
                  <a:pt x="388279" y="84769"/>
                </a:lnTo>
                <a:lnTo>
                  <a:pt x="388200" y="83951"/>
                </a:lnTo>
                <a:lnTo>
                  <a:pt x="388121" y="83076"/>
                </a:lnTo>
                <a:lnTo>
                  <a:pt x="388049" y="82207"/>
                </a:lnTo>
                <a:lnTo>
                  <a:pt x="387984" y="81339"/>
                </a:lnTo>
                <a:lnTo>
                  <a:pt x="387912" y="80478"/>
                </a:lnTo>
                <a:lnTo>
                  <a:pt x="387855" y="79602"/>
                </a:lnTo>
                <a:lnTo>
                  <a:pt x="387798" y="78741"/>
                </a:lnTo>
                <a:lnTo>
                  <a:pt x="387740" y="77879"/>
                </a:lnTo>
                <a:lnTo>
                  <a:pt x="387697" y="77018"/>
                </a:lnTo>
                <a:lnTo>
                  <a:pt x="387647" y="76157"/>
                </a:lnTo>
                <a:lnTo>
                  <a:pt x="387597" y="75289"/>
                </a:lnTo>
                <a:lnTo>
                  <a:pt x="387546" y="74420"/>
                </a:lnTo>
                <a:lnTo>
                  <a:pt x="387503" y="73559"/>
                </a:lnTo>
                <a:lnTo>
                  <a:pt x="387453" y="72690"/>
                </a:lnTo>
                <a:lnTo>
                  <a:pt x="387403" y="71815"/>
                </a:lnTo>
                <a:lnTo>
                  <a:pt x="387360" y="70946"/>
                </a:lnTo>
                <a:lnTo>
                  <a:pt x="387310" y="70071"/>
                </a:lnTo>
                <a:lnTo>
                  <a:pt x="387281" y="69482"/>
                </a:lnTo>
                <a:lnTo>
                  <a:pt x="387259" y="68894"/>
                </a:lnTo>
                <a:lnTo>
                  <a:pt x="387231" y="68312"/>
                </a:lnTo>
                <a:lnTo>
                  <a:pt x="387223" y="67731"/>
                </a:lnTo>
                <a:lnTo>
                  <a:pt x="387216" y="67135"/>
                </a:lnTo>
                <a:lnTo>
                  <a:pt x="387209" y="66554"/>
                </a:lnTo>
                <a:lnTo>
                  <a:pt x="387209" y="65958"/>
                </a:lnTo>
                <a:lnTo>
                  <a:pt x="387209" y="65377"/>
                </a:lnTo>
                <a:lnTo>
                  <a:pt x="387231" y="64207"/>
                </a:lnTo>
                <a:lnTo>
                  <a:pt x="387267" y="63030"/>
                </a:lnTo>
                <a:lnTo>
                  <a:pt x="387310" y="61860"/>
                </a:lnTo>
                <a:lnTo>
                  <a:pt x="387367" y="60690"/>
                </a:lnTo>
                <a:lnTo>
                  <a:pt x="387432" y="59520"/>
                </a:lnTo>
                <a:lnTo>
                  <a:pt x="387511" y="58351"/>
                </a:lnTo>
                <a:lnTo>
                  <a:pt x="387597" y="57181"/>
                </a:lnTo>
                <a:lnTo>
                  <a:pt x="387676" y="56018"/>
                </a:lnTo>
                <a:lnTo>
                  <a:pt x="387776" y="54855"/>
                </a:lnTo>
                <a:lnTo>
                  <a:pt x="387869" y="53693"/>
                </a:lnTo>
                <a:lnTo>
                  <a:pt x="387963" y="52530"/>
                </a:lnTo>
                <a:lnTo>
                  <a:pt x="388063" y="51375"/>
                </a:lnTo>
                <a:lnTo>
                  <a:pt x="388121" y="50542"/>
                </a:lnTo>
                <a:lnTo>
                  <a:pt x="388192" y="49717"/>
                </a:lnTo>
                <a:lnTo>
                  <a:pt x="388271" y="48884"/>
                </a:lnTo>
                <a:lnTo>
                  <a:pt x="388357" y="48066"/>
                </a:lnTo>
                <a:lnTo>
                  <a:pt x="388451" y="47233"/>
                </a:lnTo>
                <a:lnTo>
                  <a:pt x="388537" y="46415"/>
                </a:lnTo>
                <a:lnTo>
                  <a:pt x="388637" y="45590"/>
                </a:lnTo>
                <a:lnTo>
                  <a:pt x="388745" y="44772"/>
                </a:lnTo>
                <a:lnTo>
                  <a:pt x="388853" y="43953"/>
                </a:lnTo>
                <a:lnTo>
                  <a:pt x="388960" y="43128"/>
                </a:lnTo>
                <a:lnTo>
                  <a:pt x="389068" y="42317"/>
                </a:lnTo>
                <a:lnTo>
                  <a:pt x="389183" y="41492"/>
                </a:lnTo>
                <a:lnTo>
                  <a:pt x="389283" y="40681"/>
                </a:lnTo>
                <a:lnTo>
                  <a:pt x="389391" y="39870"/>
                </a:lnTo>
                <a:lnTo>
                  <a:pt x="389506" y="39059"/>
                </a:lnTo>
                <a:lnTo>
                  <a:pt x="389613" y="38241"/>
                </a:lnTo>
                <a:lnTo>
                  <a:pt x="389692" y="37702"/>
                </a:lnTo>
                <a:lnTo>
                  <a:pt x="389764" y="37157"/>
                </a:lnTo>
                <a:lnTo>
                  <a:pt x="389843" y="36604"/>
                </a:lnTo>
                <a:lnTo>
                  <a:pt x="389936" y="36059"/>
                </a:lnTo>
                <a:lnTo>
                  <a:pt x="390023" y="35499"/>
                </a:lnTo>
                <a:lnTo>
                  <a:pt x="390116" y="34939"/>
                </a:lnTo>
                <a:lnTo>
                  <a:pt x="390216" y="34386"/>
                </a:lnTo>
                <a:lnTo>
                  <a:pt x="390317" y="33834"/>
                </a:lnTo>
                <a:lnTo>
                  <a:pt x="390417" y="33274"/>
                </a:lnTo>
                <a:lnTo>
                  <a:pt x="390518" y="32721"/>
                </a:lnTo>
                <a:lnTo>
                  <a:pt x="390625" y="32176"/>
                </a:lnTo>
                <a:lnTo>
                  <a:pt x="390733" y="31623"/>
                </a:lnTo>
                <a:lnTo>
                  <a:pt x="390841" y="31078"/>
                </a:lnTo>
                <a:lnTo>
                  <a:pt x="390956" y="30547"/>
                </a:lnTo>
                <a:lnTo>
                  <a:pt x="391063" y="30016"/>
                </a:lnTo>
                <a:lnTo>
                  <a:pt x="391178" y="29484"/>
                </a:lnTo>
                <a:lnTo>
                  <a:pt x="391293" y="28946"/>
                </a:lnTo>
                <a:lnTo>
                  <a:pt x="391408" y="28422"/>
                </a:lnTo>
                <a:lnTo>
                  <a:pt x="391523" y="27891"/>
                </a:lnTo>
                <a:lnTo>
                  <a:pt x="391637" y="27367"/>
                </a:lnTo>
                <a:lnTo>
                  <a:pt x="391752" y="26843"/>
                </a:lnTo>
                <a:lnTo>
                  <a:pt x="391867" y="26319"/>
                </a:lnTo>
                <a:lnTo>
                  <a:pt x="391989" y="25788"/>
                </a:lnTo>
                <a:lnTo>
                  <a:pt x="392111" y="25257"/>
                </a:lnTo>
                <a:lnTo>
                  <a:pt x="392204" y="24841"/>
                </a:lnTo>
                <a:lnTo>
                  <a:pt x="392319" y="24331"/>
                </a:lnTo>
                <a:lnTo>
                  <a:pt x="392448" y="23757"/>
                </a:lnTo>
                <a:lnTo>
                  <a:pt x="392585" y="23147"/>
                </a:lnTo>
                <a:lnTo>
                  <a:pt x="392735" y="22551"/>
                </a:lnTo>
                <a:lnTo>
                  <a:pt x="392879" y="22013"/>
                </a:lnTo>
                <a:lnTo>
                  <a:pt x="392951" y="21769"/>
                </a:lnTo>
                <a:lnTo>
                  <a:pt x="393015" y="21554"/>
                </a:lnTo>
                <a:lnTo>
                  <a:pt x="393080" y="21367"/>
                </a:lnTo>
                <a:lnTo>
                  <a:pt x="393145" y="21209"/>
                </a:lnTo>
                <a:lnTo>
                  <a:pt x="393209" y="20858"/>
                </a:lnTo>
                <a:lnTo>
                  <a:pt x="393302" y="20470"/>
                </a:lnTo>
                <a:lnTo>
                  <a:pt x="393410" y="20075"/>
                </a:lnTo>
                <a:lnTo>
                  <a:pt x="393525" y="19666"/>
                </a:lnTo>
                <a:lnTo>
                  <a:pt x="393640" y="19250"/>
                </a:lnTo>
                <a:lnTo>
                  <a:pt x="393762" y="18848"/>
                </a:lnTo>
                <a:lnTo>
                  <a:pt x="393877" y="18468"/>
                </a:lnTo>
                <a:lnTo>
                  <a:pt x="393984" y="18109"/>
                </a:lnTo>
                <a:lnTo>
                  <a:pt x="394099" y="17736"/>
                </a:lnTo>
                <a:lnTo>
                  <a:pt x="394214" y="17355"/>
                </a:lnTo>
                <a:lnTo>
                  <a:pt x="394329" y="16989"/>
                </a:lnTo>
                <a:lnTo>
                  <a:pt x="394444" y="16616"/>
                </a:lnTo>
                <a:lnTo>
                  <a:pt x="394551" y="16250"/>
                </a:lnTo>
                <a:lnTo>
                  <a:pt x="394666" y="15884"/>
                </a:lnTo>
                <a:lnTo>
                  <a:pt x="394781" y="15518"/>
                </a:lnTo>
                <a:lnTo>
                  <a:pt x="394896" y="15145"/>
                </a:lnTo>
                <a:lnTo>
                  <a:pt x="395111" y="14470"/>
                </a:lnTo>
                <a:lnTo>
                  <a:pt x="395341" y="13745"/>
                </a:lnTo>
                <a:lnTo>
                  <a:pt x="395585" y="12977"/>
                </a:lnTo>
                <a:lnTo>
                  <a:pt x="395850" y="12216"/>
                </a:lnTo>
                <a:lnTo>
                  <a:pt x="395979" y="11829"/>
                </a:lnTo>
                <a:lnTo>
                  <a:pt x="396116" y="11456"/>
                </a:lnTo>
                <a:lnTo>
                  <a:pt x="396259" y="11090"/>
                </a:lnTo>
                <a:lnTo>
                  <a:pt x="396396" y="10738"/>
                </a:lnTo>
                <a:lnTo>
                  <a:pt x="396539" y="10401"/>
                </a:lnTo>
                <a:lnTo>
                  <a:pt x="396683" y="10078"/>
                </a:lnTo>
                <a:lnTo>
                  <a:pt x="396826" y="9776"/>
                </a:lnTo>
                <a:lnTo>
                  <a:pt x="396963" y="9496"/>
                </a:lnTo>
                <a:lnTo>
                  <a:pt x="397020" y="9338"/>
                </a:lnTo>
                <a:lnTo>
                  <a:pt x="397092" y="9166"/>
                </a:lnTo>
                <a:lnTo>
                  <a:pt x="397164" y="8987"/>
                </a:lnTo>
                <a:lnTo>
                  <a:pt x="397243" y="8800"/>
                </a:lnTo>
                <a:lnTo>
                  <a:pt x="397436" y="8398"/>
                </a:lnTo>
                <a:lnTo>
                  <a:pt x="397645" y="7975"/>
                </a:lnTo>
                <a:lnTo>
                  <a:pt x="397889" y="7544"/>
                </a:lnTo>
                <a:lnTo>
                  <a:pt x="398147" y="7092"/>
                </a:lnTo>
                <a:lnTo>
                  <a:pt x="398412" y="6647"/>
                </a:lnTo>
                <a:lnTo>
                  <a:pt x="398692" y="6195"/>
                </a:lnTo>
                <a:lnTo>
                  <a:pt x="398972" y="5757"/>
                </a:lnTo>
                <a:lnTo>
                  <a:pt x="399259" y="5341"/>
                </a:lnTo>
                <a:lnTo>
                  <a:pt x="399532" y="4946"/>
                </a:lnTo>
                <a:lnTo>
                  <a:pt x="399798" y="4573"/>
                </a:lnTo>
                <a:lnTo>
                  <a:pt x="400056" y="4250"/>
                </a:lnTo>
                <a:lnTo>
                  <a:pt x="400293" y="3949"/>
                </a:lnTo>
                <a:lnTo>
                  <a:pt x="400401" y="3826"/>
                </a:lnTo>
                <a:lnTo>
                  <a:pt x="400508" y="3712"/>
                </a:lnTo>
                <a:lnTo>
                  <a:pt x="400601" y="3618"/>
                </a:lnTo>
                <a:lnTo>
                  <a:pt x="400688" y="3525"/>
                </a:lnTo>
                <a:lnTo>
                  <a:pt x="401039" y="3202"/>
                </a:lnTo>
                <a:lnTo>
                  <a:pt x="401334" y="2908"/>
                </a:lnTo>
                <a:lnTo>
                  <a:pt x="401613" y="2635"/>
                </a:lnTo>
                <a:lnTo>
                  <a:pt x="401893" y="2384"/>
                </a:lnTo>
                <a:lnTo>
                  <a:pt x="402030" y="2262"/>
                </a:lnTo>
                <a:lnTo>
                  <a:pt x="402180" y="2140"/>
                </a:lnTo>
                <a:lnTo>
                  <a:pt x="402338" y="2011"/>
                </a:lnTo>
                <a:lnTo>
                  <a:pt x="402511" y="1882"/>
                </a:lnTo>
                <a:lnTo>
                  <a:pt x="402697" y="1752"/>
                </a:lnTo>
                <a:lnTo>
                  <a:pt x="402905" y="1609"/>
                </a:lnTo>
                <a:lnTo>
                  <a:pt x="403128" y="1472"/>
                </a:lnTo>
                <a:lnTo>
                  <a:pt x="403372" y="1322"/>
                </a:lnTo>
                <a:lnTo>
                  <a:pt x="403558" y="1214"/>
                </a:lnTo>
                <a:lnTo>
                  <a:pt x="403759" y="1099"/>
                </a:lnTo>
                <a:lnTo>
                  <a:pt x="403953" y="992"/>
                </a:lnTo>
                <a:lnTo>
                  <a:pt x="404168" y="898"/>
                </a:lnTo>
                <a:lnTo>
                  <a:pt x="404384" y="798"/>
                </a:lnTo>
                <a:lnTo>
                  <a:pt x="404599" y="697"/>
                </a:lnTo>
                <a:lnTo>
                  <a:pt x="404822" y="611"/>
                </a:lnTo>
                <a:lnTo>
                  <a:pt x="405051" y="525"/>
                </a:lnTo>
                <a:lnTo>
                  <a:pt x="405281" y="453"/>
                </a:lnTo>
                <a:lnTo>
                  <a:pt x="405525" y="382"/>
                </a:lnTo>
                <a:lnTo>
                  <a:pt x="405769" y="310"/>
                </a:lnTo>
                <a:lnTo>
                  <a:pt x="406013" y="252"/>
                </a:lnTo>
                <a:lnTo>
                  <a:pt x="406264" y="209"/>
                </a:lnTo>
                <a:lnTo>
                  <a:pt x="406508" y="173"/>
                </a:lnTo>
                <a:lnTo>
                  <a:pt x="406759" y="137"/>
                </a:lnTo>
                <a:lnTo>
                  <a:pt x="407025" y="123"/>
                </a:lnTo>
                <a:lnTo>
                  <a:pt x="407161" y="80"/>
                </a:lnTo>
                <a:lnTo>
                  <a:pt x="407348" y="51"/>
                </a:lnTo>
                <a:lnTo>
                  <a:pt x="407549" y="23"/>
                </a:lnTo>
                <a:lnTo>
                  <a:pt x="407800" y="8"/>
                </a:lnTo>
                <a:close/>
                <a:moveTo>
                  <a:pt x="214476" y="1"/>
                </a:moveTo>
                <a:lnTo>
                  <a:pt x="214770" y="1"/>
                </a:lnTo>
                <a:lnTo>
                  <a:pt x="215093" y="8"/>
                </a:lnTo>
                <a:lnTo>
                  <a:pt x="215445" y="15"/>
                </a:lnTo>
                <a:lnTo>
                  <a:pt x="216198" y="59"/>
                </a:lnTo>
                <a:lnTo>
                  <a:pt x="217016" y="123"/>
                </a:lnTo>
                <a:lnTo>
                  <a:pt x="217870" y="195"/>
                </a:lnTo>
                <a:lnTo>
                  <a:pt x="218753" y="288"/>
                </a:lnTo>
                <a:lnTo>
                  <a:pt x="219636" y="389"/>
                </a:lnTo>
                <a:lnTo>
                  <a:pt x="220512" y="496"/>
                </a:lnTo>
                <a:lnTo>
                  <a:pt x="221344" y="604"/>
                </a:lnTo>
                <a:lnTo>
                  <a:pt x="222134" y="704"/>
                </a:lnTo>
                <a:lnTo>
                  <a:pt x="222851" y="805"/>
                </a:lnTo>
                <a:lnTo>
                  <a:pt x="223476" y="898"/>
                </a:lnTo>
                <a:lnTo>
                  <a:pt x="223992" y="977"/>
                </a:lnTo>
                <a:lnTo>
                  <a:pt x="224373" y="1049"/>
                </a:lnTo>
                <a:lnTo>
                  <a:pt x="225184" y="1207"/>
                </a:lnTo>
                <a:lnTo>
                  <a:pt x="225980" y="1372"/>
                </a:lnTo>
                <a:lnTo>
                  <a:pt x="226784" y="1544"/>
                </a:lnTo>
                <a:lnTo>
                  <a:pt x="227588" y="1724"/>
                </a:lnTo>
                <a:lnTo>
                  <a:pt x="228385" y="1917"/>
                </a:lnTo>
                <a:lnTo>
                  <a:pt x="229189" y="2118"/>
                </a:lnTo>
                <a:lnTo>
                  <a:pt x="229985" y="2326"/>
                </a:lnTo>
                <a:lnTo>
                  <a:pt x="230789" y="2549"/>
                </a:lnTo>
                <a:lnTo>
                  <a:pt x="231586" y="2771"/>
                </a:lnTo>
                <a:lnTo>
                  <a:pt x="232390" y="3001"/>
                </a:lnTo>
                <a:lnTo>
                  <a:pt x="233186" y="3238"/>
                </a:lnTo>
                <a:lnTo>
                  <a:pt x="233983" y="3482"/>
                </a:lnTo>
                <a:lnTo>
                  <a:pt x="234779" y="3740"/>
                </a:lnTo>
                <a:lnTo>
                  <a:pt x="235576" y="3992"/>
                </a:lnTo>
                <a:lnTo>
                  <a:pt x="236373" y="4257"/>
                </a:lnTo>
                <a:lnTo>
                  <a:pt x="237169" y="4530"/>
                </a:lnTo>
                <a:lnTo>
                  <a:pt x="237959" y="4795"/>
                </a:lnTo>
                <a:lnTo>
                  <a:pt x="238748" y="5075"/>
                </a:lnTo>
                <a:lnTo>
                  <a:pt x="239538" y="5362"/>
                </a:lnTo>
                <a:lnTo>
                  <a:pt x="240313" y="5649"/>
                </a:lnTo>
                <a:lnTo>
                  <a:pt x="241102" y="5937"/>
                </a:lnTo>
                <a:lnTo>
                  <a:pt x="241885" y="6238"/>
                </a:lnTo>
                <a:lnTo>
                  <a:pt x="242667" y="6539"/>
                </a:lnTo>
                <a:lnTo>
                  <a:pt x="243435" y="6841"/>
                </a:lnTo>
                <a:lnTo>
                  <a:pt x="244978" y="7451"/>
                </a:lnTo>
                <a:lnTo>
                  <a:pt x="246507" y="8075"/>
                </a:lnTo>
                <a:lnTo>
                  <a:pt x="248028" y="8707"/>
                </a:lnTo>
                <a:lnTo>
                  <a:pt x="249521" y="9338"/>
                </a:lnTo>
                <a:lnTo>
                  <a:pt x="249765" y="9439"/>
                </a:lnTo>
                <a:lnTo>
                  <a:pt x="250031" y="9547"/>
                </a:lnTo>
                <a:lnTo>
                  <a:pt x="250311" y="9654"/>
                </a:lnTo>
                <a:lnTo>
                  <a:pt x="250590" y="9762"/>
                </a:lnTo>
                <a:lnTo>
                  <a:pt x="250863" y="9877"/>
                </a:lnTo>
                <a:lnTo>
                  <a:pt x="251122" y="9992"/>
                </a:lnTo>
                <a:lnTo>
                  <a:pt x="251358" y="10114"/>
                </a:lnTo>
                <a:lnTo>
                  <a:pt x="251581" y="10236"/>
                </a:lnTo>
                <a:lnTo>
                  <a:pt x="251753" y="10286"/>
                </a:lnTo>
                <a:lnTo>
                  <a:pt x="251947" y="10350"/>
                </a:lnTo>
                <a:lnTo>
                  <a:pt x="252141" y="10415"/>
                </a:lnTo>
                <a:lnTo>
                  <a:pt x="252342" y="10487"/>
                </a:lnTo>
                <a:lnTo>
                  <a:pt x="252758" y="10659"/>
                </a:lnTo>
                <a:lnTo>
                  <a:pt x="253174" y="10846"/>
                </a:lnTo>
                <a:lnTo>
                  <a:pt x="253605" y="11032"/>
                </a:lnTo>
                <a:lnTo>
                  <a:pt x="254014" y="11212"/>
                </a:lnTo>
                <a:lnTo>
                  <a:pt x="254409" y="11391"/>
                </a:lnTo>
                <a:lnTo>
                  <a:pt x="254775" y="11542"/>
                </a:lnTo>
                <a:lnTo>
                  <a:pt x="255327" y="11772"/>
                </a:lnTo>
                <a:lnTo>
                  <a:pt x="255894" y="12008"/>
                </a:lnTo>
                <a:lnTo>
                  <a:pt x="256468" y="12252"/>
                </a:lnTo>
                <a:lnTo>
                  <a:pt x="257050" y="12511"/>
                </a:lnTo>
                <a:lnTo>
                  <a:pt x="257646" y="12776"/>
                </a:lnTo>
                <a:lnTo>
                  <a:pt x="258241" y="13035"/>
                </a:lnTo>
                <a:lnTo>
                  <a:pt x="258851" y="13315"/>
                </a:lnTo>
                <a:lnTo>
                  <a:pt x="259447" y="13587"/>
                </a:lnTo>
                <a:lnTo>
                  <a:pt x="260050" y="13867"/>
                </a:lnTo>
                <a:lnTo>
                  <a:pt x="260638" y="14147"/>
                </a:lnTo>
                <a:lnTo>
                  <a:pt x="261234" y="14427"/>
                </a:lnTo>
                <a:lnTo>
                  <a:pt x="261815" y="14693"/>
                </a:lnTo>
                <a:lnTo>
                  <a:pt x="262382" y="14972"/>
                </a:lnTo>
                <a:lnTo>
                  <a:pt x="262935" y="15245"/>
                </a:lnTo>
                <a:lnTo>
                  <a:pt x="263473" y="15518"/>
                </a:lnTo>
                <a:lnTo>
                  <a:pt x="263990" y="15776"/>
                </a:lnTo>
                <a:lnTo>
                  <a:pt x="264736" y="16157"/>
                </a:lnTo>
                <a:lnTo>
                  <a:pt x="265483" y="16544"/>
                </a:lnTo>
                <a:lnTo>
                  <a:pt x="266236" y="16932"/>
                </a:lnTo>
                <a:lnTo>
                  <a:pt x="266976" y="17319"/>
                </a:lnTo>
                <a:lnTo>
                  <a:pt x="267715" y="17714"/>
                </a:lnTo>
                <a:lnTo>
                  <a:pt x="268440" y="18109"/>
                </a:lnTo>
                <a:lnTo>
                  <a:pt x="269172" y="18511"/>
                </a:lnTo>
                <a:lnTo>
                  <a:pt x="269904" y="18913"/>
                </a:lnTo>
                <a:lnTo>
                  <a:pt x="270629" y="19322"/>
                </a:lnTo>
                <a:lnTo>
                  <a:pt x="271339" y="19731"/>
                </a:lnTo>
                <a:lnTo>
                  <a:pt x="272050" y="20140"/>
                </a:lnTo>
                <a:lnTo>
                  <a:pt x="272753" y="20549"/>
                </a:lnTo>
                <a:lnTo>
                  <a:pt x="273449" y="20958"/>
                </a:lnTo>
                <a:lnTo>
                  <a:pt x="274145" y="21382"/>
                </a:lnTo>
                <a:lnTo>
                  <a:pt x="274834" y="21798"/>
                </a:lnTo>
                <a:lnTo>
                  <a:pt x="275502" y="22228"/>
                </a:lnTo>
                <a:lnTo>
                  <a:pt x="276205" y="22666"/>
                </a:lnTo>
                <a:lnTo>
                  <a:pt x="276901" y="23104"/>
                </a:lnTo>
                <a:lnTo>
                  <a:pt x="277590" y="23542"/>
                </a:lnTo>
                <a:lnTo>
                  <a:pt x="278279" y="23973"/>
                </a:lnTo>
                <a:lnTo>
                  <a:pt x="278961" y="24417"/>
                </a:lnTo>
                <a:lnTo>
                  <a:pt x="279643" y="24855"/>
                </a:lnTo>
                <a:lnTo>
                  <a:pt x="280325" y="25300"/>
                </a:lnTo>
                <a:lnTo>
                  <a:pt x="281000" y="25760"/>
                </a:lnTo>
                <a:lnTo>
                  <a:pt x="281710" y="26233"/>
                </a:lnTo>
                <a:lnTo>
                  <a:pt x="282406" y="26714"/>
                </a:lnTo>
                <a:lnTo>
                  <a:pt x="283088" y="27181"/>
                </a:lnTo>
                <a:lnTo>
                  <a:pt x="283741" y="27647"/>
                </a:lnTo>
                <a:lnTo>
                  <a:pt x="284394" y="28106"/>
                </a:lnTo>
                <a:lnTo>
                  <a:pt x="285026" y="28566"/>
                </a:lnTo>
                <a:lnTo>
                  <a:pt x="285657" y="29018"/>
                </a:lnTo>
                <a:lnTo>
                  <a:pt x="286282" y="29477"/>
                </a:lnTo>
                <a:lnTo>
                  <a:pt x="286899" y="29929"/>
                </a:lnTo>
                <a:lnTo>
                  <a:pt x="287516" y="30389"/>
                </a:lnTo>
                <a:lnTo>
                  <a:pt x="288141" y="30855"/>
                </a:lnTo>
                <a:lnTo>
                  <a:pt x="288765" y="31322"/>
                </a:lnTo>
                <a:lnTo>
                  <a:pt x="289404" y="31796"/>
                </a:lnTo>
                <a:lnTo>
                  <a:pt x="290043" y="32269"/>
                </a:lnTo>
                <a:lnTo>
                  <a:pt x="290696" y="32764"/>
                </a:lnTo>
                <a:lnTo>
                  <a:pt x="291370" y="33260"/>
                </a:lnTo>
                <a:lnTo>
                  <a:pt x="291995" y="33733"/>
                </a:lnTo>
                <a:lnTo>
                  <a:pt x="292626" y="34229"/>
                </a:lnTo>
                <a:lnTo>
                  <a:pt x="293258" y="34738"/>
                </a:lnTo>
                <a:lnTo>
                  <a:pt x="293882" y="35248"/>
                </a:lnTo>
                <a:lnTo>
                  <a:pt x="294500" y="35750"/>
                </a:lnTo>
                <a:lnTo>
                  <a:pt x="295117" y="36260"/>
                </a:lnTo>
                <a:lnTo>
                  <a:pt x="295734" y="36755"/>
                </a:lnTo>
                <a:lnTo>
                  <a:pt x="296330" y="37221"/>
                </a:lnTo>
                <a:lnTo>
                  <a:pt x="308287" y="47743"/>
                </a:lnTo>
                <a:lnTo>
                  <a:pt x="308516" y="47965"/>
                </a:lnTo>
                <a:lnTo>
                  <a:pt x="308739" y="48195"/>
                </a:lnTo>
                <a:lnTo>
                  <a:pt x="308947" y="48425"/>
                </a:lnTo>
                <a:lnTo>
                  <a:pt x="309148" y="48654"/>
                </a:lnTo>
                <a:lnTo>
                  <a:pt x="309349" y="48884"/>
                </a:lnTo>
                <a:lnTo>
                  <a:pt x="309535" y="49107"/>
                </a:lnTo>
                <a:lnTo>
                  <a:pt x="309722" y="49322"/>
                </a:lnTo>
                <a:lnTo>
                  <a:pt x="309923" y="49516"/>
                </a:lnTo>
                <a:lnTo>
                  <a:pt x="310497" y="50083"/>
                </a:lnTo>
                <a:lnTo>
                  <a:pt x="311114" y="50707"/>
                </a:lnTo>
                <a:lnTo>
                  <a:pt x="311753" y="51367"/>
                </a:lnTo>
                <a:lnTo>
                  <a:pt x="312392" y="52056"/>
                </a:lnTo>
                <a:lnTo>
                  <a:pt x="313038" y="52753"/>
                </a:lnTo>
                <a:lnTo>
                  <a:pt x="313641" y="53442"/>
                </a:lnTo>
                <a:lnTo>
                  <a:pt x="313935" y="53779"/>
                </a:lnTo>
                <a:lnTo>
                  <a:pt x="314215" y="54116"/>
                </a:lnTo>
                <a:lnTo>
                  <a:pt x="314488" y="54439"/>
                </a:lnTo>
                <a:lnTo>
                  <a:pt x="314732" y="54741"/>
                </a:lnTo>
                <a:lnTo>
                  <a:pt x="315313" y="55458"/>
                </a:lnTo>
                <a:lnTo>
                  <a:pt x="315823" y="56097"/>
                </a:lnTo>
                <a:lnTo>
                  <a:pt x="316059" y="56398"/>
                </a:lnTo>
                <a:lnTo>
                  <a:pt x="316282" y="56700"/>
                </a:lnTo>
                <a:lnTo>
                  <a:pt x="316497" y="56994"/>
                </a:lnTo>
                <a:lnTo>
                  <a:pt x="316712" y="57281"/>
                </a:lnTo>
                <a:lnTo>
                  <a:pt x="316921" y="57583"/>
                </a:lnTo>
                <a:lnTo>
                  <a:pt x="317122" y="57891"/>
                </a:lnTo>
                <a:lnTo>
                  <a:pt x="317330" y="58200"/>
                </a:lnTo>
                <a:lnTo>
                  <a:pt x="317538" y="58530"/>
                </a:lnTo>
                <a:lnTo>
                  <a:pt x="317746" y="58875"/>
                </a:lnTo>
                <a:lnTo>
                  <a:pt x="317968" y="59241"/>
                </a:lnTo>
                <a:lnTo>
                  <a:pt x="318198" y="59643"/>
                </a:lnTo>
                <a:lnTo>
                  <a:pt x="318442" y="60066"/>
                </a:lnTo>
                <a:lnTo>
                  <a:pt x="318593" y="60346"/>
                </a:lnTo>
                <a:lnTo>
                  <a:pt x="318751" y="60683"/>
                </a:lnTo>
                <a:lnTo>
                  <a:pt x="318930" y="61049"/>
                </a:lnTo>
                <a:lnTo>
                  <a:pt x="319110" y="61458"/>
                </a:lnTo>
                <a:lnTo>
                  <a:pt x="319296" y="61896"/>
                </a:lnTo>
                <a:lnTo>
                  <a:pt x="319483" y="62363"/>
                </a:lnTo>
                <a:lnTo>
                  <a:pt x="319655" y="62851"/>
                </a:lnTo>
                <a:lnTo>
                  <a:pt x="319827" y="63339"/>
                </a:lnTo>
                <a:lnTo>
                  <a:pt x="319985" y="63841"/>
                </a:lnTo>
                <a:lnTo>
                  <a:pt x="320129" y="64343"/>
                </a:lnTo>
                <a:lnTo>
                  <a:pt x="320186" y="64588"/>
                </a:lnTo>
                <a:lnTo>
                  <a:pt x="320244" y="64839"/>
                </a:lnTo>
                <a:lnTo>
                  <a:pt x="320301" y="65083"/>
                </a:lnTo>
                <a:lnTo>
                  <a:pt x="320344" y="65320"/>
                </a:lnTo>
                <a:lnTo>
                  <a:pt x="320387" y="65549"/>
                </a:lnTo>
                <a:lnTo>
                  <a:pt x="320416" y="65779"/>
                </a:lnTo>
                <a:lnTo>
                  <a:pt x="320437" y="66001"/>
                </a:lnTo>
                <a:lnTo>
                  <a:pt x="320452" y="66217"/>
                </a:lnTo>
                <a:lnTo>
                  <a:pt x="320459" y="66425"/>
                </a:lnTo>
                <a:lnTo>
                  <a:pt x="320459" y="66626"/>
                </a:lnTo>
                <a:lnTo>
                  <a:pt x="320445" y="66812"/>
                </a:lnTo>
                <a:lnTo>
                  <a:pt x="320416" y="66992"/>
                </a:lnTo>
                <a:lnTo>
                  <a:pt x="320344" y="67401"/>
                </a:lnTo>
                <a:lnTo>
                  <a:pt x="320265" y="67796"/>
                </a:lnTo>
                <a:lnTo>
                  <a:pt x="320179" y="68190"/>
                </a:lnTo>
                <a:lnTo>
                  <a:pt x="320078" y="68564"/>
                </a:lnTo>
                <a:lnTo>
                  <a:pt x="319985" y="68944"/>
                </a:lnTo>
                <a:lnTo>
                  <a:pt x="319878" y="69310"/>
                </a:lnTo>
                <a:lnTo>
                  <a:pt x="319763" y="69676"/>
                </a:lnTo>
                <a:lnTo>
                  <a:pt x="319641" y="70028"/>
                </a:lnTo>
                <a:lnTo>
                  <a:pt x="319512" y="70372"/>
                </a:lnTo>
                <a:lnTo>
                  <a:pt x="319375" y="70717"/>
                </a:lnTo>
                <a:lnTo>
                  <a:pt x="319239" y="71054"/>
                </a:lnTo>
                <a:lnTo>
                  <a:pt x="319095" y="71384"/>
                </a:lnTo>
                <a:lnTo>
                  <a:pt x="318937" y="71714"/>
                </a:lnTo>
                <a:lnTo>
                  <a:pt x="318787" y="72037"/>
                </a:lnTo>
                <a:lnTo>
                  <a:pt x="318622" y="72353"/>
                </a:lnTo>
                <a:lnTo>
                  <a:pt x="318456" y="72669"/>
                </a:lnTo>
                <a:lnTo>
                  <a:pt x="318284" y="72985"/>
                </a:lnTo>
                <a:lnTo>
                  <a:pt x="318105" y="73286"/>
                </a:lnTo>
                <a:lnTo>
                  <a:pt x="317918" y="73595"/>
                </a:lnTo>
                <a:lnTo>
                  <a:pt x="317732" y="73896"/>
                </a:lnTo>
                <a:lnTo>
                  <a:pt x="317545" y="74190"/>
                </a:lnTo>
                <a:lnTo>
                  <a:pt x="317344" y="74492"/>
                </a:lnTo>
                <a:lnTo>
                  <a:pt x="317150" y="74793"/>
                </a:lnTo>
                <a:lnTo>
                  <a:pt x="316942" y="75088"/>
                </a:lnTo>
                <a:lnTo>
                  <a:pt x="316533" y="75669"/>
                </a:lnTo>
                <a:lnTo>
                  <a:pt x="316095" y="76265"/>
                </a:lnTo>
                <a:lnTo>
                  <a:pt x="315657" y="76846"/>
                </a:lnTo>
                <a:lnTo>
                  <a:pt x="315205" y="77434"/>
                </a:lnTo>
                <a:lnTo>
                  <a:pt x="314954" y="77750"/>
                </a:lnTo>
                <a:lnTo>
                  <a:pt x="314710" y="78052"/>
                </a:lnTo>
                <a:lnTo>
                  <a:pt x="314581" y="78202"/>
                </a:lnTo>
                <a:lnTo>
                  <a:pt x="314445" y="78339"/>
                </a:lnTo>
                <a:lnTo>
                  <a:pt x="314308" y="78482"/>
                </a:lnTo>
                <a:lnTo>
                  <a:pt x="314157" y="78611"/>
                </a:lnTo>
                <a:lnTo>
                  <a:pt x="314078" y="78726"/>
                </a:lnTo>
                <a:lnTo>
                  <a:pt x="313899" y="78927"/>
                </a:lnTo>
                <a:lnTo>
                  <a:pt x="313648" y="79207"/>
                </a:lnTo>
                <a:lnTo>
                  <a:pt x="313325" y="79552"/>
                </a:lnTo>
                <a:lnTo>
                  <a:pt x="312952" y="79954"/>
                </a:lnTo>
                <a:lnTo>
                  <a:pt x="312535" y="80399"/>
                </a:lnTo>
                <a:lnTo>
                  <a:pt x="312083" y="80872"/>
                </a:lnTo>
                <a:lnTo>
                  <a:pt x="311617" y="81353"/>
                </a:lnTo>
                <a:lnTo>
                  <a:pt x="311143" y="81841"/>
                </a:lnTo>
                <a:lnTo>
                  <a:pt x="310669" y="82322"/>
                </a:lnTo>
                <a:lnTo>
                  <a:pt x="310217" y="82789"/>
                </a:lnTo>
                <a:lnTo>
                  <a:pt x="309801" y="83219"/>
                </a:lnTo>
                <a:lnTo>
                  <a:pt x="309413" y="83607"/>
                </a:lnTo>
                <a:lnTo>
                  <a:pt x="309076" y="83944"/>
                </a:lnTo>
                <a:lnTo>
                  <a:pt x="308811" y="84210"/>
                </a:lnTo>
                <a:lnTo>
                  <a:pt x="308617" y="84389"/>
                </a:lnTo>
                <a:lnTo>
                  <a:pt x="308380" y="84619"/>
                </a:lnTo>
                <a:lnTo>
                  <a:pt x="308143" y="84856"/>
                </a:lnTo>
                <a:lnTo>
                  <a:pt x="307913" y="85071"/>
                </a:lnTo>
                <a:lnTo>
                  <a:pt x="307684" y="85293"/>
                </a:lnTo>
                <a:lnTo>
                  <a:pt x="307454" y="85516"/>
                </a:lnTo>
                <a:lnTo>
                  <a:pt x="307217" y="85745"/>
                </a:lnTo>
                <a:lnTo>
                  <a:pt x="306988" y="85975"/>
                </a:lnTo>
                <a:lnTo>
                  <a:pt x="306751" y="86219"/>
                </a:lnTo>
                <a:lnTo>
                  <a:pt x="305244" y="87561"/>
                </a:lnTo>
                <a:lnTo>
                  <a:pt x="305093" y="87705"/>
                </a:lnTo>
                <a:lnTo>
                  <a:pt x="304992" y="87798"/>
                </a:lnTo>
                <a:lnTo>
                  <a:pt x="304906" y="87884"/>
                </a:lnTo>
                <a:lnTo>
                  <a:pt x="304756" y="87999"/>
                </a:lnTo>
                <a:lnTo>
                  <a:pt x="304497" y="88214"/>
                </a:lnTo>
                <a:lnTo>
                  <a:pt x="304167" y="88480"/>
                </a:lnTo>
                <a:lnTo>
                  <a:pt x="303801" y="88796"/>
                </a:lnTo>
                <a:lnTo>
                  <a:pt x="303399" y="89147"/>
                </a:lnTo>
                <a:lnTo>
                  <a:pt x="302968" y="89535"/>
                </a:lnTo>
                <a:lnTo>
                  <a:pt x="302516" y="89930"/>
                </a:lnTo>
                <a:lnTo>
                  <a:pt x="302050" y="90339"/>
                </a:lnTo>
                <a:lnTo>
                  <a:pt x="301576" y="90755"/>
                </a:lnTo>
                <a:lnTo>
                  <a:pt x="301110" y="91157"/>
                </a:lnTo>
                <a:lnTo>
                  <a:pt x="300665" y="91552"/>
                </a:lnTo>
                <a:lnTo>
                  <a:pt x="300234" y="91918"/>
                </a:lnTo>
                <a:lnTo>
                  <a:pt x="299839" y="92255"/>
                </a:lnTo>
                <a:lnTo>
                  <a:pt x="299473" y="92549"/>
                </a:lnTo>
                <a:lnTo>
                  <a:pt x="299165" y="92786"/>
                </a:lnTo>
                <a:lnTo>
                  <a:pt x="299035" y="92887"/>
                </a:lnTo>
                <a:lnTo>
                  <a:pt x="298913" y="92973"/>
                </a:lnTo>
                <a:lnTo>
                  <a:pt x="298806" y="93037"/>
                </a:lnTo>
                <a:lnTo>
                  <a:pt x="298712" y="93088"/>
                </a:lnTo>
                <a:lnTo>
                  <a:pt x="298634" y="93174"/>
                </a:lnTo>
                <a:lnTo>
                  <a:pt x="298497" y="93303"/>
                </a:lnTo>
                <a:lnTo>
                  <a:pt x="298318" y="93461"/>
                </a:lnTo>
                <a:lnTo>
                  <a:pt x="298095" y="93647"/>
                </a:lnTo>
                <a:lnTo>
                  <a:pt x="297535" y="94107"/>
                </a:lnTo>
                <a:lnTo>
                  <a:pt x="296846" y="94667"/>
                </a:lnTo>
                <a:lnTo>
                  <a:pt x="296050" y="95298"/>
                </a:lnTo>
                <a:lnTo>
                  <a:pt x="295181" y="95987"/>
                </a:lnTo>
                <a:lnTo>
                  <a:pt x="294256" y="96712"/>
                </a:lnTo>
                <a:lnTo>
                  <a:pt x="293301" y="97451"/>
                </a:lnTo>
                <a:lnTo>
                  <a:pt x="292346" y="98183"/>
                </a:lnTo>
                <a:lnTo>
                  <a:pt x="291413" y="98894"/>
                </a:lnTo>
                <a:lnTo>
                  <a:pt x="290531" y="99569"/>
                </a:lnTo>
                <a:lnTo>
                  <a:pt x="289720" y="100179"/>
                </a:lnTo>
                <a:lnTo>
                  <a:pt x="289016" y="100695"/>
                </a:lnTo>
                <a:lnTo>
                  <a:pt x="288428" y="101112"/>
                </a:lnTo>
                <a:lnTo>
                  <a:pt x="288191" y="101284"/>
                </a:lnTo>
                <a:lnTo>
                  <a:pt x="287997" y="101420"/>
                </a:lnTo>
                <a:lnTo>
                  <a:pt x="287846" y="101506"/>
                </a:lnTo>
                <a:lnTo>
                  <a:pt x="287739" y="101571"/>
                </a:lnTo>
                <a:lnTo>
                  <a:pt x="287502" y="101765"/>
                </a:lnTo>
                <a:lnTo>
                  <a:pt x="287129" y="102045"/>
                </a:lnTo>
                <a:lnTo>
                  <a:pt x="286641" y="102396"/>
                </a:lnTo>
                <a:lnTo>
                  <a:pt x="286067" y="102805"/>
                </a:lnTo>
                <a:lnTo>
                  <a:pt x="285406" y="103265"/>
                </a:lnTo>
                <a:lnTo>
                  <a:pt x="284710" y="103760"/>
                </a:lnTo>
                <a:lnTo>
                  <a:pt x="283964" y="104269"/>
                </a:lnTo>
                <a:lnTo>
                  <a:pt x="283210" y="104786"/>
                </a:lnTo>
                <a:lnTo>
                  <a:pt x="282449" y="105303"/>
                </a:lnTo>
                <a:lnTo>
                  <a:pt x="281710" y="105798"/>
                </a:lnTo>
                <a:lnTo>
                  <a:pt x="281014" y="106265"/>
                </a:lnTo>
                <a:lnTo>
                  <a:pt x="280375" y="106681"/>
                </a:lnTo>
                <a:lnTo>
                  <a:pt x="279815" y="107033"/>
                </a:lnTo>
                <a:lnTo>
                  <a:pt x="279349" y="107327"/>
                </a:lnTo>
                <a:lnTo>
                  <a:pt x="279148" y="107442"/>
                </a:lnTo>
                <a:lnTo>
                  <a:pt x="278997" y="107528"/>
                </a:lnTo>
                <a:lnTo>
                  <a:pt x="278861" y="107592"/>
                </a:lnTo>
                <a:lnTo>
                  <a:pt x="278775" y="107636"/>
                </a:lnTo>
                <a:lnTo>
                  <a:pt x="278703" y="107707"/>
                </a:lnTo>
                <a:lnTo>
                  <a:pt x="278567" y="107808"/>
                </a:lnTo>
                <a:lnTo>
                  <a:pt x="278387" y="107930"/>
                </a:lnTo>
                <a:lnTo>
                  <a:pt x="278157" y="108088"/>
                </a:lnTo>
                <a:lnTo>
                  <a:pt x="277576" y="108454"/>
                </a:lnTo>
                <a:lnTo>
                  <a:pt x="276837" y="108920"/>
                </a:lnTo>
                <a:lnTo>
                  <a:pt x="275976" y="109444"/>
                </a:lnTo>
                <a:lnTo>
                  <a:pt x="275021" y="110011"/>
                </a:lnTo>
                <a:lnTo>
                  <a:pt x="274002" y="110607"/>
                </a:lnTo>
                <a:lnTo>
                  <a:pt x="272933" y="111231"/>
                </a:lnTo>
                <a:lnTo>
                  <a:pt x="271856" y="111848"/>
                </a:lnTo>
                <a:lnTo>
                  <a:pt x="270801" y="112459"/>
                </a:lnTo>
                <a:lnTo>
                  <a:pt x="269782" y="113025"/>
                </a:lnTo>
                <a:lnTo>
                  <a:pt x="268834" y="113549"/>
                </a:lnTo>
                <a:lnTo>
                  <a:pt x="267980" y="114016"/>
                </a:lnTo>
                <a:lnTo>
                  <a:pt x="267263" y="114396"/>
                </a:lnTo>
                <a:lnTo>
                  <a:pt x="266954" y="114561"/>
                </a:lnTo>
                <a:lnTo>
                  <a:pt x="266696" y="114683"/>
                </a:lnTo>
                <a:lnTo>
                  <a:pt x="266473" y="114791"/>
                </a:lnTo>
                <a:lnTo>
                  <a:pt x="266301" y="114863"/>
                </a:lnTo>
                <a:lnTo>
                  <a:pt x="266043" y="115021"/>
                </a:lnTo>
                <a:lnTo>
                  <a:pt x="265784" y="115179"/>
                </a:lnTo>
                <a:lnTo>
                  <a:pt x="265504" y="115329"/>
                </a:lnTo>
                <a:lnTo>
                  <a:pt x="265217" y="115487"/>
                </a:lnTo>
                <a:lnTo>
                  <a:pt x="264614" y="115781"/>
                </a:lnTo>
                <a:lnTo>
                  <a:pt x="263990" y="116076"/>
                </a:lnTo>
                <a:lnTo>
                  <a:pt x="263366" y="116370"/>
                </a:lnTo>
                <a:lnTo>
                  <a:pt x="262741" y="116657"/>
                </a:lnTo>
                <a:lnTo>
                  <a:pt x="262146" y="116930"/>
                </a:lnTo>
                <a:lnTo>
                  <a:pt x="261579" y="117210"/>
                </a:lnTo>
                <a:lnTo>
                  <a:pt x="261284" y="117360"/>
                </a:lnTo>
                <a:lnTo>
                  <a:pt x="260983" y="117497"/>
                </a:lnTo>
                <a:lnTo>
                  <a:pt x="260681" y="117640"/>
                </a:lnTo>
                <a:lnTo>
                  <a:pt x="260380" y="117770"/>
                </a:lnTo>
                <a:lnTo>
                  <a:pt x="260086" y="117913"/>
                </a:lnTo>
                <a:lnTo>
                  <a:pt x="259777" y="118042"/>
                </a:lnTo>
                <a:lnTo>
                  <a:pt x="259476" y="118171"/>
                </a:lnTo>
                <a:lnTo>
                  <a:pt x="259181" y="118315"/>
                </a:lnTo>
                <a:lnTo>
                  <a:pt x="258916" y="118437"/>
                </a:lnTo>
                <a:lnTo>
                  <a:pt x="258622" y="118581"/>
                </a:lnTo>
                <a:lnTo>
                  <a:pt x="258291" y="118731"/>
                </a:lnTo>
                <a:lnTo>
                  <a:pt x="257947" y="118889"/>
                </a:lnTo>
                <a:lnTo>
                  <a:pt x="257610" y="119047"/>
                </a:lnTo>
                <a:lnTo>
                  <a:pt x="257279" y="119176"/>
                </a:lnTo>
                <a:lnTo>
                  <a:pt x="256971" y="119291"/>
                </a:lnTo>
                <a:lnTo>
                  <a:pt x="256705" y="119377"/>
                </a:lnTo>
                <a:lnTo>
                  <a:pt x="256361" y="119557"/>
                </a:lnTo>
                <a:lnTo>
                  <a:pt x="255973" y="119729"/>
                </a:lnTo>
                <a:lnTo>
                  <a:pt x="255564" y="119908"/>
                </a:lnTo>
                <a:lnTo>
                  <a:pt x="255141" y="120081"/>
                </a:lnTo>
                <a:lnTo>
                  <a:pt x="254703" y="120253"/>
                </a:lnTo>
                <a:lnTo>
                  <a:pt x="254279" y="120418"/>
                </a:lnTo>
                <a:lnTo>
                  <a:pt x="253863" y="120569"/>
                </a:lnTo>
                <a:lnTo>
                  <a:pt x="253490" y="120726"/>
                </a:lnTo>
                <a:lnTo>
                  <a:pt x="253138" y="120870"/>
                </a:lnTo>
                <a:lnTo>
                  <a:pt x="252657" y="121057"/>
                </a:lnTo>
                <a:lnTo>
                  <a:pt x="252083" y="121286"/>
                </a:lnTo>
                <a:lnTo>
                  <a:pt x="251430" y="121559"/>
                </a:lnTo>
                <a:lnTo>
                  <a:pt x="250698" y="121846"/>
                </a:lnTo>
                <a:lnTo>
                  <a:pt x="249916" y="122162"/>
                </a:lnTo>
                <a:lnTo>
                  <a:pt x="249112" y="122485"/>
                </a:lnTo>
                <a:lnTo>
                  <a:pt x="248301" y="122815"/>
                </a:lnTo>
                <a:lnTo>
                  <a:pt x="247483" y="123131"/>
                </a:lnTo>
                <a:lnTo>
                  <a:pt x="246693" y="123447"/>
                </a:lnTo>
                <a:lnTo>
                  <a:pt x="245954" y="123734"/>
                </a:lnTo>
                <a:lnTo>
                  <a:pt x="245279" y="123999"/>
                </a:lnTo>
                <a:lnTo>
                  <a:pt x="244677" y="124222"/>
                </a:lnTo>
                <a:lnTo>
                  <a:pt x="244174" y="124401"/>
                </a:lnTo>
                <a:lnTo>
                  <a:pt x="243801" y="124530"/>
                </a:lnTo>
                <a:lnTo>
                  <a:pt x="243550" y="124602"/>
                </a:lnTo>
                <a:lnTo>
                  <a:pt x="243435" y="124660"/>
                </a:lnTo>
                <a:lnTo>
                  <a:pt x="243248" y="124753"/>
                </a:lnTo>
                <a:lnTo>
                  <a:pt x="242990" y="124868"/>
                </a:lnTo>
                <a:lnTo>
                  <a:pt x="242674" y="124990"/>
                </a:lnTo>
                <a:lnTo>
                  <a:pt x="241899" y="125284"/>
                </a:lnTo>
                <a:lnTo>
                  <a:pt x="241031" y="125607"/>
                </a:lnTo>
                <a:lnTo>
                  <a:pt x="240134" y="125915"/>
                </a:lnTo>
                <a:lnTo>
                  <a:pt x="239308" y="126217"/>
                </a:lnTo>
                <a:lnTo>
                  <a:pt x="238626" y="126454"/>
                </a:lnTo>
                <a:lnTo>
                  <a:pt x="238181" y="126597"/>
                </a:lnTo>
                <a:lnTo>
                  <a:pt x="237069" y="126971"/>
                </a:lnTo>
                <a:lnTo>
                  <a:pt x="235978" y="127329"/>
                </a:lnTo>
                <a:lnTo>
                  <a:pt x="234894" y="127674"/>
                </a:lnTo>
                <a:lnTo>
                  <a:pt x="233818" y="128011"/>
                </a:lnTo>
                <a:lnTo>
                  <a:pt x="232756" y="128341"/>
                </a:lnTo>
                <a:lnTo>
                  <a:pt x="231679" y="128664"/>
                </a:lnTo>
                <a:lnTo>
                  <a:pt x="230610" y="128966"/>
                </a:lnTo>
                <a:lnTo>
                  <a:pt x="229533" y="129253"/>
                </a:lnTo>
                <a:lnTo>
                  <a:pt x="228995" y="129389"/>
                </a:lnTo>
                <a:lnTo>
                  <a:pt x="228449" y="129533"/>
                </a:lnTo>
                <a:lnTo>
                  <a:pt x="227904" y="129662"/>
                </a:lnTo>
                <a:lnTo>
                  <a:pt x="227366" y="129784"/>
                </a:lnTo>
                <a:lnTo>
                  <a:pt x="226813" y="129913"/>
                </a:lnTo>
                <a:lnTo>
                  <a:pt x="226253" y="130035"/>
                </a:lnTo>
                <a:lnTo>
                  <a:pt x="225708" y="130150"/>
                </a:lnTo>
                <a:lnTo>
                  <a:pt x="225148" y="130265"/>
                </a:lnTo>
                <a:lnTo>
                  <a:pt x="224581" y="130372"/>
                </a:lnTo>
                <a:lnTo>
                  <a:pt x="224007" y="130466"/>
                </a:lnTo>
                <a:lnTo>
                  <a:pt x="223440" y="130566"/>
                </a:lnTo>
                <a:lnTo>
                  <a:pt x="222858" y="130667"/>
                </a:lnTo>
                <a:lnTo>
                  <a:pt x="222277" y="130753"/>
                </a:lnTo>
                <a:lnTo>
                  <a:pt x="221681" y="130839"/>
                </a:lnTo>
                <a:lnTo>
                  <a:pt x="221086" y="130911"/>
                </a:lnTo>
                <a:lnTo>
                  <a:pt x="220483" y="130983"/>
                </a:lnTo>
                <a:lnTo>
                  <a:pt x="220059" y="131033"/>
                </a:lnTo>
                <a:lnTo>
                  <a:pt x="219622" y="131083"/>
                </a:lnTo>
                <a:lnTo>
                  <a:pt x="219191" y="131133"/>
                </a:lnTo>
                <a:lnTo>
                  <a:pt x="218760" y="131176"/>
                </a:lnTo>
                <a:lnTo>
                  <a:pt x="218323" y="131219"/>
                </a:lnTo>
                <a:lnTo>
                  <a:pt x="217892" y="131248"/>
                </a:lnTo>
                <a:lnTo>
                  <a:pt x="217454" y="131284"/>
                </a:lnTo>
                <a:lnTo>
                  <a:pt x="217016" y="131313"/>
                </a:lnTo>
                <a:lnTo>
                  <a:pt x="216571" y="131341"/>
                </a:lnTo>
                <a:lnTo>
                  <a:pt x="216141" y="131363"/>
                </a:lnTo>
                <a:lnTo>
                  <a:pt x="215703" y="131377"/>
                </a:lnTo>
                <a:lnTo>
                  <a:pt x="215258" y="131399"/>
                </a:lnTo>
                <a:lnTo>
                  <a:pt x="214827" y="131406"/>
                </a:lnTo>
                <a:lnTo>
                  <a:pt x="214390" y="131413"/>
                </a:lnTo>
                <a:lnTo>
                  <a:pt x="213952" y="131413"/>
                </a:lnTo>
                <a:lnTo>
                  <a:pt x="213528" y="131406"/>
                </a:lnTo>
                <a:lnTo>
                  <a:pt x="213306" y="131406"/>
                </a:lnTo>
                <a:lnTo>
                  <a:pt x="213098" y="131399"/>
                </a:lnTo>
                <a:lnTo>
                  <a:pt x="212890" y="131377"/>
                </a:lnTo>
                <a:lnTo>
                  <a:pt x="212681" y="131363"/>
                </a:lnTo>
                <a:lnTo>
                  <a:pt x="212488" y="131341"/>
                </a:lnTo>
                <a:lnTo>
                  <a:pt x="212287" y="131313"/>
                </a:lnTo>
                <a:lnTo>
                  <a:pt x="212093" y="131284"/>
                </a:lnTo>
                <a:lnTo>
                  <a:pt x="211899" y="131248"/>
                </a:lnTo>
                <a:lnTo>
                  <a:pt x="211526" y="131176"/>
                </a:lnTo>
                <a:lnTo>
                  <a:pt x="211160" y="131083"/>
                </a:lnTo>
                <a:lnTo>
                  <a:pt x="210808" y="130975"/>
                </a:lnTo>
                <a:lnTo>
                  <a:pt x="210464" y="130853"/>
                </a:lnTo>
                <a:lnTo>
                  <a:pt x="210134" y="130724"/>
                </a:lnTo>
                <a:lnTo>
                  <a:pt x="209818" y="130581"/>
                </a:lnTo>
                <a:lnTo>
                  <a:pt x="209502" y="130437"/>
                </a:lnTo>
                <a:lnTo>
                  <a:pt x="209201" y="130272"/>
                </a:lnTo>
                <a:lnTo>
                  <a:pt x="208906" y="130100"/>
                </a:lnTo>
                <a:lnTo>
                  <a:pt x="208612" y="129920"/>
                </a:lnTo>
                <a:lnTo>
                  <a:pt x="208332" y="129727"/>
                </a:lnTo>
                <a:lnTo>
                  <a:pt x="208052" y="129533"/>
                </a:lnTo>
                <a:lnTo>
                  <a:pt x="207815" y="129353"/>
                </a:lnTo>
                <a:lnTo>
                  <a:pt x="207579" y="129174"/>
                </a:lnTo>
                <a:lnTo>
                  <a:pt x="207363" y="128973"/>
                </a:lnTo>
                <a:lnTo>
                  <a:pt x="207134" y="128779"/>
                </a:lnTo>
                <a:lnTo>
                  <a:pt x="206911" y="128571"/>
                </a:lnTo>
                <a:lnTo>
                  <a:pt x="206696" y="128356"/>
                </a:lnTo>
                <a:lnTo>
                  <a:pt x="206480" y="128133"/>
                </a:lnTo>
                <a:lnTo>
                  <a:pt x="206265" y="127911"/>
                </a:lnTo>
                <a:lnTo>
                  <a:pt x="206064" y="127674"/>
                </a:lnTo>
                <a:lnTo>
                  <a:pt x="205856" y="127437"/>
                </a:lnTo>
                <a:lnTo>
                  <a:pt x="205662" y="127193"/>
                </a:lnTo>
                <a:lnTo>
                  <a:pt x="205461" y="126942"/>
                </a:lnTo>
                <a:lnTo>
                  <a:pt x="205268" y="126683"/>
                </a:lnTo>
                <a:lnTo>
                  <a:pt x="205074" y="126418"/>
                </a:lnTo>
                <a:lnTo>
                  <a:pt x="204887" y="126145"/>
                </a:lnTo>
                <a:lnTo>
                  <a:pt x="204701" y="125872"/>
                </a:lnTo>
                <a:lnTo>
                  <a:pt x="204521" y="125593"/>
                </a:lnTo>
                <a:lnTo>
                  <a:pt x="204342" y="125305"/>
                </a:lnTo>
                <a:lnTo>
                  <a:pt x="204162" y="125004"/>
                </a:lnTo>
                <a:lnTo>
                  <a:pt x="203990" y="124710"/>
                </a:lnTo>
                <a:lnTo>
                  <a:pt x="203818" y="124408"/>
                </a:lnTo>
                <a:lnTo>
                  <a:pt x="203646" y="124093"/>
                </a:lnTo>
                <a:lnTo>
                  <a:pt x="203488" y="123784"/>
                </a:lnTo>
                <a:lnTo>
                  <a:pt x="203323" y="123461"/>
                </a:lnTo>
                <a:lnTo>
                  <a:pt x="203165" y="123131"/>
                </a:lnTo>
                <a:lnTo>
                  <a:pt x="203007" y="122808"/>
                </a:lnTo>
                <a:lnTo>
                  <a:pt x="202849" y="122471"/>
                </a:lnTo>
                <a:lnTo>
                  <a:pt x="202698" y="122133"/>
                </a:lnTo>
                <a:lnTo>
                  <a:pt x="202397" y="121437"/>
                </a:lnTo>
                <a:lnTo>
                  <a:pt x="202110" y="120726"/>
                </a:lnTo>
                <a:lnTo>
                  <a:pt x="201873" y="120109"/>
                </a:lnTo>
                <a:lnTo>
                  <a:pt x="201636" y="119470"/>
                </a:lnTo>
                <a:lnTo>
                  <a:pt x="201399" y="118825"/>
                </a:lnTo>
                <a:lnTo>
                  <a:pt x="201169" y="118143"/>
                </a:lnTo>
                <a:lnTo>
                  <a:pt x="200940" y="117454"/>
                </a:lnTo>
                <a:lnTo>
                  <a:pt x="200717" y="116743"/>
                </a:lnTo>
                <a:lnTo>
                  <a:pt x="200495" y="116018"/>
                </a:lnTo>
                <a:lnTo>
                  <a:pt x="200272" y="115293"/>
                </a:lnTo>
                <a:lnTo>
                  <a:pt x="200057" y="114540"/>
                </a:lnTo>
                <a:lnTo>
                  <a:pt x="199849" y="113786"/>
                </a:lnTo>
                <a:lnTo>
                  <a:pt x="199634" y="113018"/>
                </a:lnTo>
                <a:lnTo>
                  <a:pt x="199425" y="112243"/>
                </a:lnTo>
                <a:lnTo>
                  <a:pt x="199232" y="111461"/>
                </a:lnTo>
                <a:lnTo>
                  <a:pt x="199024" y="110671"/>
                </a:lnTo>
                <a:lnTo>
                  <a:pt x="198837" y="109889"/>
                </a:lnTo>
                <a:lnTo>
                  <a:pt x="198636" y="109092"/>
                </a:lnTo>
                <a:lnTo>
                  <a:pt x="198270" y="107506"/>
                </a:lnTo>
                <a:lnTo>
                  <a:pt x="197925" y="105913"/>
                </a:lnTo>
                <a:lnTo>
                  <a:pt x="197588" y="104341"/>
                </a:lnTo>
                <a:lnTo>
                  <a:pt x="197272" y="102791"/>
                </a:lnTo>
                <a:lnTo>
                  <a:pt x="196978" y="101269"/>
                </a:lnTo>
                <a:lnTo>
                  <a:pt x="196713" y="99798"/>
                </a:lnTo>
                <a:lnTo>
                  <a:pt x="196461" y="98377"/>
                </a:lnTo>
                <a:lnTo>
                  <a:pt x="196232" y="97028"/>
                </a:lnTo>
                <a:lnTo>
                  <a:pt x="196110" y="96217"/>
                </a:lnTo>
                <a:lnTo>
                  <a:pt x="195980" y="95406"/>
                </a:lnTo>
                <a:lnTo>
                  <a:pt x="195858" y="94595"/>
                </a:lnTo>
                <a:lnTo>
                  <a:pt x="195744" y="93777"/>
                </a:lnTo>
                <a:lnTo>
                  <a:pt x="195622" y="92966"/>
                </a:lnTo>
                <a:lnTo>
                  <a:pt x="195521" y="92147"/>
                </a:lnTo>
                <a:lnTo>
                  <a:pt x="195413" y="91329"/>
                </a:lnTo>
                <a:lnTo>
                  <a:pt x="195306" y="90511"/>
                </a:lnTo>
                <a:lnTo>
                  <a:pt x="195205" y="89700"/>
                </a:lnTo>
                <a:lnTo>
                  <a:pt x="195105" y="88875"/>
                </a:lnTo>
                <a:lnTo>
                  <a:pt x="195019" y="88056"/>
                </a:lnTo>
                <a:lnTo>
                  <a:pt x="194925" y="87231"/>
                </a:lnTo>
                <a:lnTo>
                  <a:pt x="194839" y="86413"/>
                </a:lnTo>
                <a:lnTo>
                  <a:pt x="194753" y="85595"/>
                </a:lnTo>
                <a:lnTo>
                  <a:pt x="194674" y="84769"/>
                </a:lnTo>
                <a:lnTo>
                  <a:pt x="194595" y="83951"/>
                </a:lnTo>
                <a:lnTo>
                  <a:pt x="194516" y="83076"/>
                </a:lnTo>
                <a:lnTo>
                  <a:pt x="194445" y="82207"/>
                </a:lnTo>
                <a:lnTo>
                  <a:pt x="194380" y="81339"/>
                </a:lnTo>
                <a:lnTo>
                  <a:pt x="194308" y="80478"/>
                </a:lnTo>
                <a:lnTo>
                  <a:pt x="194251" y="79602"/>
                </a:lnTo>
                <a:lnTo>
                  <a:pt x="194193" y="78741"/>
                </a:lnTo>
                <a:lnTo>
                  <a:pt x="194136" y="77879"/>
                </a:lnTo>
                <a:lnTo>
                  <a:pt x="194093" y="77018"/>
                </a:lnTo>
                <a:lnTo>
                  <a:pt x="194043" y="76157"/>
                </a:lnTo>
                <a:lnTo>
                  <a:pt x="193992" y="75289"/>
                </a:lnTo>
                <a:lnTo>
                  <a:pt x="193942" y="74420"/>
                </a:lnTo>
                <a:lnTo>
                  <a:pt x="193899" y="73559"/>
                </a:lnTo>
                <a:lnTo>
                  <a:pt x="193849" y="72690"/>
                </a:lnTo>
                <a:lnTo>
                  <a:pt x="193799" y="71815"/>
                </a:lnTo>
                <a:lnTo>
                  <a:pt x="193756" y="70946"/>
                </a:lnTo>
                <a:lnTo>
                  <a:pt x="193705" y="70071"/>
                </a:lnTo>
                <a:lnTo>
                  <a:pt x="193677" y="69482"/>
                </a:lnTo>
                <a:lnTo>
                  <a:pt x="193655" y="68894"/>
                </a:lnTo>
                <a:lnTo>
                  <a:pt x="193626" y="68312"/>
                </a:lnTo>
                <a:lnTo>
                  <a:pt x="193619" y="67731"/>
                </a:lnTo>
                <a:lnTo>
                  <a:pt x="193612" y="67135"/>
                </a:lnTo>
                <a:lnTo>
                  <a:pt x="193605" y="66554"/>
                </a:lnTo>
                <a:lnTo>
                  <a:pt x="193605" y="65958"/>
                </a:lnTo>
                <a:lnTo>
                  <a:pt x="193605" y="65377"/>
                </a:lnTo>
                <a:lnTo>
                  <a:pt x="193626" y="64207"/>
                </a:lnTo>
                <a:lnTo>
                  <a:pt x="193662" y="63030"/>
                </a:lnTo>
                <a:lnTo>
                  <a:pt x="193705" y="61860"/>
                </a:lnTo>
                <a:lnTo>
                  <a:pt x="193763" y="60690"/>
                </a:lnTo>
                <a:lnTo>
                  <a:pt x="193827" y="59520"/>
                </a:lnTo>
                <a:lnTo>
                  <a:pt x="193906" y="58351"/>
                </a:lnTo>
                <a:lnTo>
                  <a:pt x="193992" y="57181"/>
                </a:lnTo>
                <a:lnTo>
                  <a:pt x="194071" y="56018"/>
                </a:lnTo>
                <a:lnTo>
                  <a:pt x="194172" y="54855"/>
                </a:lnTo>
                <a:lnTo>
                  <a:pt x="194265" y="53693"/>
                </a:lnTo>
                <a:lnTo>
                  <a:pt x="194358" y="52530"/>
                </a:lnTo>
                <a:lnTo>
                  <a:pt x="194459" y="51375"/>
                </a:lnTo>
                <a:lnTo>
                  <a:pt x="194516" y="50542"/>
                </a:lnTo>
                <a:lnTo>
                  <a:pt x="194588" y="49717"/>
                </a:lnTo>
                <a:lnTo>
                  <a:pt x="194667" y="48884"/>
                </a:lnTo>
                <a:lnTo>
                  <a:pt x="194753" y="48066"/>
                </a:lnTo>
                <a:lnTo>
                  <a:pt x="194847" y="47233"/>
                </a:lnTo>
                <a:lnTo>
                  <a:pt x="194933" y="46415"/>
                </a:lnTo>
                <a:lnTo>
                  <a:pt x="195033" y="45590"/>
                </a:lnTo>
                <a:lnTo>
                  <a:pt x="195141" y="44772"/>
                </a:lnTo>
                <a:lnTo>
                  <a:pt x="195248" y="43953"/>
                </a:lnTo>
                <a:lnTo>
                  <a:pt x="195356" y="43128"/>
                </a:lnTo>
                <a:lnTo>
                  <a:pt x="195464" y="42317"/>
                </a:lnTo>
                <a:lnTo>
                  <a:pt x="195579" y="41492"/>
                </a:lnTo>
                <a:lnTo>
                  <a:pt x="195679" y="40681"/>
                </a:lnTo>
                <a:lnTo>
                  <a:pt x="195787" y="39870"/>
                </a:lnTo>
                <a:lnTo>
                  <a:pt x="195902" y="39059"/>
                </a:lnTo>
                <a:lnTo>
                  <a:pt x="196009" y="38241"/>
                </a:lnTo>
                <a:lnTo>
                  <a:pt x="196088" y="37702"/>
                </a:lnTo>
                <a:lnTo>
                  <a:pt x="196160" y="37157"/>
                </a:lnTo>
                <a:lnTo>
                  <a:pt x="196239" y="36604"/>
                </a:lnTo>
                <a:lnTo>
                  <a:pt x="196332" y="36059"/>
                </a:lnTo>
                <a:lnTo>
                  <a:pt x="196418" y="35499"/>
                </a:lnTo>
                <a:lnTo>
                  <a:pt x="196512" y="34939"/>
                </a:lnTo>
                <a:lnTo>
                  <a:pt x="196612" y="34386"/>
                </a:lnTo>
                <a:lnTo>
                  <a:pt x="196713" y="33834"/>
                </a:lnTo>
                <a:lnTo>
                  <a:pt x="196813" y="33274"/>
                </a:lnTo>
                <a:lnTo>
                  <a:pt x="196913" y="32721"/>
                </a:lnTo>
                <a:lnTo>
                  <a:pt x="197021" y="32176"/>
                </a:lnTo>
                <a:lnTo>
                  <a:pt x="197129" y="31623"/>
                </a:lnTo>
                <a:lnTo>
                  <a:pt x="197236" y="31078"/>
                </a:lnTo>
                <a:lnTo>
                  <a:pt x="197351" y="30547"/>
                </a:lnTo>
                <a:lnTo>
                  <a:pt x="197459" y="30016"/>
                </a:lnTo>
                <a:lnTo>
                  <a:pt x="197574" y="29484"/>
                </a:lnTo>
                <a:lnTo>
                  <a:pt x="197689" y="28946"/>
                </a:lnTo>
                <a:lnTo>
                  <a:pt x="197803" y="28422"/>
                </a:lnTo>
                <a:lnTo>
                  <a:pt x="197918" y="27891"/>
                </a:lnTo>
                <a:lnTo>
                  <a:pt x="198033" y="27367"/>
                </a:lnTo>
                <a:lnTo>
                  <a:pt x="198148" y="26843"/>
                </a:lnTo>
                <a:lnTo>
                  <a:pt x="198263" y="26319"/>
                </a:lnTo>
                <a:lnTo>
                  <a:pt x="198385" y="25788"/>
                </a:lnTo>
                <a:lnTo>
                  <a:pt x="198507" y="25257"/>
                </a:lnTo>
                <a:lnTo>
                  <a:pt x="198600" y="24841"/>
                </a:lnTo>
                <a:lnTo>
                  <a:pt x="198715" y="24331"/>
                </a:lnTo>
                <a:lnTo>
                  <a:pt x="198844" y="23757"/>
                </a:lnTo>
                <a:lnTo>
                  <a:pt x="198980" y="23147"/>
                </a:lnTo>
                <a:lnTo>
                  <a:pt x="199131" y="22551"/>
                </a:lnTo>
                <a:lnTo>
                  <a:pt x="199275" y="22013"/>
                </a:lnTo>
                <a:lnTo>
                  <a:pt x="199346" y="21769"/>
                </a:lnTo>
                <a:lnTo>
                  <a:pt x="199411" y="21554"/>
                </a:lnTo>
                <a:lnTo>
                  <a:pt x="199476" y="21367"/>
                </a:lnTo>
                <a:lnTo>
                  <a:pt x="199540" y="21209"/>
                </a:lnTo>
                <a:lnTo>
                  <a:pt x="199605" y="20858"/>
                </a:lnTo>
                <a:lnTo>
                  <a:pt x="199698" y="20470"/>
                </a:lnTo>
                <a:lnTo>
                  <a:pt x="199806" y="20075"/>
                </a:lnTo>
                <a:lnTo>
                  <a:pt x="199921" y="19666"/>
                </a:lnTo>
                <a:lnTo>
                  <a:pt x="200035" y="19250"/>
                </a:lnTo>
                <a:lnTo>
                  <a:pt x="200158" y="18848"/>
                </a:lnTo>
                <a:lnTo>
                  <a:pt x="200272" y="18468"/>
                </a:lnTo>
                <a:lnTo>
                  <a:pt x="200380" y="18109"/>
                </a:lnTo>
                <a:lnTo>
                  <a:pt x="200495" y="17736"/>
                </a:lnTo>
                <a:lnTo>
                  <a:pt x="200610" y="17355"/>
                </a:lnTo>
                <a:lnTo>
                  <a:pt x="200724" y="16989"/>
                </a:lnTo>
                <a:lnTo>
                  <a:pt x="200839" y="16616"/>
                </a:lnTo>
                <a:lnTo>
                  <a:pt x="200947" y="16250"/>
                </a:lnTo>
                <a:lnTo>
                  <a:pt x="201062" y="15884"/>
                </a:lnTo>
                <a:lnTo>
                  <a:pt x="201177" y="15518"/>
                </a:lnTo>
                <a:lnTo>
                  <a:pt x="201291" y="15145"/>
                </a:lnTo>
                <a:lnTo>
                  <a:pt x="201507" y="14470"/>
                </a:lnTo>
                <a:lnTo>
                  <a:pt x="201736" y="13745"/>
                </a:lnTo>
                <a:lnTo>
                  <a:pt x="201980" y="12977"/>
                </a:lnTo>
                <a:lnTo>
                  <a:pt x="202246" y="12216"/>
                </a:lnTo>
                <a:lnTo>
                  <a:pt x="202375" y="11829"/>
                </a:lnTo>
                <a:lnTo>
                  <a:pt x="202512" y="11456"/>
                </a:lnTo>
                <a:lnTo>
                  <a:pt x="202655" y="11090"/>
                </a:lnTo>
                <a:lnTo>
                  <a:pt x="202791" y="10738"/>
                </a:lnTo>
                <a:lnTo>
                  <a:pt x="202935" y="10401"/>
                </a:lnTo>
                <a:lnTo>
                  <a:pt x="203079" y="10078"/>
                </a:lnTo>
                <a:lnTo>
                  <a:pt x="203222" y="9776"/>
                </a:lnTo>
                <a:lnTo>
                  <a:pt x="203358" y="9496"/>
                </a:lnTo>
                <a:lnTo>
                  <a:pt x="203416" y="9338"/>
                </a:lnTo>
                <a:lnTo>
                  <a:pt x="203488" y="9166"/>
                </a:lnTo>
                <a:lnTo>
                  <a:pt x="203559" y="8987"/>
                </a:lnTo>
                <a:lnTo>
                  <a:pt x="203638" y="8800"/>
                </a:lnTo>
                <a:lnTo>
                  <a:pt x="203832" y="8398"/>
                </a:lnTo>
                <a:lnTo>
                  <a:pt x="204040" y="7975"/>
                </a:lnTo>
                <a:lnTo>
                  <a:pt x="204284" y="7544"/>
                </a:lnTo>
                <a:lnTo>
                  <a:pt x="204543" y="7092"/>
                </a:lnTo>
                <a:lnTo>
                  <a:pt x="204808" y="6647"/>
                </a:lnTo>
                <a:lnTo>
                  <a:pt x="205088" y="6195"/>
                </a:lnTo>
                <a:lnTo>
                  <a:pt x="205368" y="5757"/>
                </a:lnTo>
                <a:lnTo>
                  <a:pt x="205655" y="5341"/>
                </a:lnTo>
                <a:lnTo>
                  <a:pt x="205928" y="4946"/>
                </a:lnTo>
                <a:lnTo>
                  <a:pt x="206193" y="4573"/>
                </a:lnTo>
                <a:lnTo>
                  <a:pt x="206452" y="4250"/>
                </a:lnTo>
                <a:lnTo>
                  <a:pt x="206689" y="3949"/>
                </a:lnTo>
                <a:lnTo>
                  <a:pt x="206796" y="3826"/>
                </a:lnTo>
                <a:lnTo>
                  <a:pt x="206904" y="3712"/>
                </a:lnTo>
                <a:lnTo>
                  <a:pt x="206997" y="3618"/>
                </a:lnTo>
                <a:lnTo>
                  <a:pt x="207083" y="3525"/>
                </a:lnTo>
                <a:lnTo>
                  <a:pt x="207435" y="3202"/>
                </a:lnTo>
                <a:lnTo>
                  <a:pt x="207729" y="2908"/>
                </a:lnTo>
                <a:lnTo>
                  <a:pt x="208009" y="2635"/>
                </a:lnTo>
                <a:lnTo>
                  <a:pt x="208289" y="2384"/>
                </a:lnTo>
                <a:lnTo>
                  <a:pt x="208425" y="2262"/>
                </a:lnTo>
                <a:lnTo>
                  <a:pt x="208576" y="2140"/>
                </a:lnTo>
                <a:lnTo>
                  <a:pt x="208734" y="2011"/>
                </a:lnTo>
                <a:lnTo>
                  <a:pt x="208906" y="1882"/>
                </a:lnTo>
                <a:lnTo>
                  <a:pt x="209093" y="1752"/>
                </a:lnTo>
                <a:lnTo>
                  <a:pt x="209301" y="1609"/>
                </a:lnTo>
                <a:lnTo>
                  <a:pt x="209524" y="1472"/>
                </a:lnTo>
                <a:lnTo>
                  <a:pt x="209768" y="1322"/>
                </a:lnTo>
                <a:lnTo>
                  <a:pt x="209954" y="1214"/>
                </a:lnTo>
                <a:lnTo>
                  <a:pt x="210155" y="1099"/>
                </a:lnTo>
                <a:lnTo>
                  <a:pt x="210349" y="992"/>
                </a:lnTo>
                <a:lnTo>
                  <a:pt x="210564" y="898"/>
                </a:lnTo>
                <a:lnTo>
                  <a:pt x="210780" y="798"/>
                </a:lnTo>
                <a:lnTo>
                  <a:pt x="210995" y="697"/>
                </a:lnTo>
                <a:lnTo>
                  <a:pt x="211217" y="611"/>
                </a:lnTo>
                <a:lnTo>
                  <a:pt x="211447" y="525"/>
                </a:lnTo>
                <a:lnTo>
                  <a:pt x="211677" y="453"/>
                </a:lnTo>
                <a:lnTo>
                  <a:pt x="211921" y="382"/>
                </a:lnTo>
                <a:lnTo>
                  <a:pt x="212165" y="310"/>
                </a:lnTo>
                <a:lnTo>
                  <a:pt x="212409" y="252"/>
                </a:lnTo>
                <a:lnTo>
                  <a:pt x="212660" y="209"/>
                </a:lnTo>
                <a:lnTo>
                  <a:pt x="212904" y="173"/>
                </a:lnTo>
                <a:lnTo>
                  <a:pt x="213155" y="137"/>
                </a:lnTo>
                <a:lnTo>
                  <a:pt x="213421" y="123"/>
                </a:lnTo>
                <a:lnTo>
                  <a:pt x="213557" y="80"/>
                </a:lnTo>
                <a:lnTo>
                  <a:pt x="213744" y="51"/>
                </a:lnTo>
                <a:lnTo>
                  <a:pt x="213945" y="23"/>
                </a:lnTo>
                <a:lnTo>
                  <a:pt x="214196" y="8"/>
                </a:lnTo>
                <a:close/>
                <a:moveTo>
                  <a:pt x="20871" y="0"/>
                </a:moveTo>
                <a:lnTo>
                  <a:pt x="21165" y="0"/>
                </a:lnTo>
                <a:lnTo>
                  <a:pt x="21488" y="7"/>
                </a:lnTo>
                <a:lnTo>
                  <a:pt x="21840" y="14"/>
                </a:lnTo>
                <a:lnTo>
                  <a:pt x="22593" y="58"/>
                </a:lnTo>
                <a:lnTo>
                  <a:pt x="23411" y="122"/>
                </a:lnTo>
                <a:lnTo>
                  <a:pt x="24265" y="194"/>
                </a:lnTo>
                <a:lnTo>
                  <a:pt x="25148" y="287"/>
                </a:lnTo>
                <a:lnTo>
                  <a:pt x="26031" y="388"/>
                </a:lnTo>
                <a:lnTo>
                  <a:pt x="26907" y="495"/>
                </a:lnTo>
                <a:lnTo>
                  <a:pt x="27739" y="603"/>
                </a:lnTo>
                <a:lnTo>
                  <a:pt x="28529" y="703"/>
                </a:lnTo>
                <a:lnTo>
                  <a:pt x="29246" y="804"/>
                </a:lnTo>
                <a:lnTo>
                  <a:pt x="29871" y="897"/>
                </a:lnTo>
                <a:lnTo>
                  <a:pt x="30387" y="976"/>
                </a:lnTo>
                <a:lnTo>
                  <a:pt x="30768" y="1048"/>
                </a:lnTo>
                <a:lnTo>
                  <a:pt x="31579" y="1206"/>
                </a:lnTo>
                <a:lnTo>
                  <a:pt x="32375" y="1371"/>
                </a:lnTo>
                <a:lnTo>
                  <a:pt x="33179" y="1543"/>
                </a:lnTo>
                <a:lnTo>
                  <a:pt x="33983" y="1723"/>
                </a:lnTo>
                <a:lnTo>
                  <a:pt x="34780" y="1916"/>
                </a:lnTo>
                <a:lnTo>
                  <a:pt x="35584" y="2117"/>
                </a:lnTo>
                <a:lnTo>
                  <a:pt x="36380" y="2325"/>
                </a:lnTo>
                <a:lnTo>
                  <a:pt x="37184" y="2548"/>
                </a:lnTo>
                <a:lnTo>
                  <a:pt x="37981" y="2770"/>
                </a:lnTo>
                <a:lnTo>
                  <a:pt x="38785" y="3000"/>
                </a:lnTo>
                <a:lnTo>
                  <a:pt x="39581" y="3237"/>
                </a:lnTo>
                <a:lnTo>
                  <a:pt x="40378" y="3481"/>
                </a:lnTo>
                <a:lnTo>
                  <a:pt x="41174" y="3739"/>
                </a:lnTo>
                <a:lnTo>
                  <a:pt x="41971" y="3991"/>
                </a:lnTo>
                <a:lnTo>
                  <a:pt x="42768" y="4256"/>
                </a:lnTo>
                <a:lnTo>
                  <a:pt x="43564" y="4529"/>
                </a:lnTo>
                <a:lnTo>
                  <a:pt x="44354" y="4794"/>
                </a:lnTo>
                <a:lnTo>
                  <a:pt x="45143" y="5074"/>
                </a:lnTo>
                <a:lnTo>
                  <a:pt x="45933" y="5361"/>
                </a:lnTo>
                <a:lnTo>
                  <a:pt x="46708" y="5648"/>
                </a:lnTo>
                <a:lnTo>
                  <a:pt x="47497" y="5936"/>
                </a:lnTo>
                <a:lnTo>
                  <a:pt x="48280" y="6237"/>
                </a:lnTo>
                <a:lnTo>
                  <a:pt x="49062" y="6538"/>
                </a:lnTo>
                <a:lnTo>
                  <a:pt x="49830" y="6840"/>
                </a:lnTo>
                <a:lnTo>
                  <a:pt x="51373" y="7450"/>
                </a:lnTo>
                <a:lnTo>
                  <a:pt x="52902" y="8074"/>
                </a:lnTo>
                <a:lnTo>
                  <a:pt x="54423" y="8706"/>
                </a:lnTo>
                <a:lnTo>
                  <a:pt x="55916" y="9337"/>
                </a:lnTo>
                <a:lnTo>
                  <a:pt x="56160" y="9438"/>
                </a:lnTo>
                <a:lnTo>
                  <a:pt x="56426" y="9546"/>
                </a:lnTo>
                <a:lnTo>
                  <a:pt x="56706" y="9653"/>
                </a:lnTo>
                <a:lnTo>
                  <a:pt x="56985" y="9761"/>
                </a:lnTo>
                <a:lnTo>
                  <a:pt x="57258" y="9876"/>
                </a:lnTo>
                <a:lnTo>
                  <a:pt x="57517" y="9991"/>
                </a:lnTo>
                <a:lnTo>
                  <a:pt x="57753" y="10113"/>
                </a:lnTo>
                <a:lnTo>
                  <a:pt x="57976" y="10235"/>
                </a:lnTo>
                <a:lnTo>
                  <a:pt x="58148" y="10285"/>
                </a:lnTo>
                <a:lnTo>
                  <a:pt x="58342" y="10349"/>
                </a:lnTo>
                <a:lnTo>
                  <a:pt x="58536" y="10414"/>
                </a:lnTo>
                <a:lnTo>
                  <a:pt x="58737" y="10486"/>
                </a:lnTo>
                <a:lnTo>
                  <a:pt x="59153" y="10658"/>
                </a:lnTo>
                <a:lnTo>
                  <a:pt x="59569" y="10845"/>
                </a:lnTo>
                <a:lnTo>
                  <a:pt x="60000" y="11031"/>
                </a:lnTo>
                <a:lnTo>
                  <a:pt x="60409" y="11211"/>
                </a:lnTo>
                <a:lnTo>
                  <a:pt x="60804" y="11390"/>
                </a:lnTo>
                <a:lnTo>
                  <a:pt x="61170" y="11541"/>
                </a:lnTo>
                <a:lnTo>
                  <a:pt x="61722" y="11771"/>
                </a:lnTo>
                <a:lnTo>
                  <a:pt x="62289" y="12007"/>
                </a:lnTo>
                <a:lnTo>
                  <a:pt x="62863" y="12251"/>
                </a:lnTo>
                <a:lnTo>
                  <a:pt x="63445" y="12510"/>
                </a:lnTo>
                <a:lnTo>
                  <a:pt x="64041" y="12775"/>
                </a:lnTo>
                <a:lnTo>
                  <a:pt x="64636" y="13034"/>
                </a:lnTo>
                <a:lnTo>
                  <a:pt x="65246" y="13314"/>
                </a:lnTo>
                <a:lnTo>
                  <a:pt x="65842" y="13586"/>
                </a:lnTo>
                <a:lnTo>
                  <a:pt x="66445" y="13866"/>
                </a:lnTo>
                <a:lnTo>
                  <a:pt x="67033" y="14146"/>
                </a:lnTo>
                <a:lnTo>
                  <a:pt x="67629" y="14426"/>
                </a:lnTo>
                <a:lnTo>
                  <a:pt x="68210" y="14692"/>
                </a:lnTo>
                <a:lnTo>
                  <a:pt x="68777" y="14971"/>
                </a:lnTo>
                <a:lnTo>
                  <a:pt x="69330" y="15244"/>
                </a:lnTo>
                <a:lnTo>
                  <a:pt x="69868" y="15517"/>
                </a:lnTo>
                <a:lnTo>
                  <a:pt x="70385" y="15775"/>
                </a:lnTo>
                <a:lnTo>
                  <a:pt x="71131" y="16156"/>
                </a:lnTo>
                <a:lnTo>
                  <a:pt x="71878" y="16543"/>
                </a:lnTo>
                <a:lnTo>
                  <a:pt x="72631" y="16931"/>
                </a:lnTo>
                <a:lnTo>
                  <a:pt x="73371" y="17318"/>
                </a:lnTo>
                <a:lnTo>
                  <a:pt x="74110" y="17713"/>
                </a:lnTo>
                <a:lnTo>
                  <a:pt x="74835" y="18108"/>
                </a:lnTo>
                <a:lnTo>
                  <a:pt x="75567" y="18510"/>
                </a:lnTo>
                <a:lnTo>
                  <a:pt x="76299" y="18912"/>
                </a:lnTo>
                <a:lnTo>
                  <a:pt x="77024" y="19321"/>
                </a:lnTo>
                <a:lnTo>
                  <a:pt x="77734" y="19730"/>
                </a:lnTo>
                <a:lnTo>
                  <a:pt x="78445" y="20139"/>
                </a:lnTo>
                <a:lnTo>
                  <a:pt x="79148" y="20548"/>
                </a:lnTo>
                <a:lnTo>
                  <a:pt x="79844" y="20957"/>
                </a:lnTo>
                <a:lnTo>
                  <a:pt x="80540" y="21381"/>
                </a:lnTo>
                <a:lnTo>
                  <a:pt x="81229" y="21797"/>
                </a:lnTo>
                <a:lnTo>
                  <a:pt x="81897" y="22227"/>
                </a:lnTo>
                <a:lnTo>
                  <a:pt x="82600" y="22665"/>
                </a:lnTo>
                <a:lnTo>
                  <a:pt x="83296" y="23103"/>
                </a:lnTo>
                <a:lnTo>
                  <a:pt x="83985" y="23541"/>
                </a:lnTo>
                <a:lnTo>
                  <a:pt x="84674" y="23972"/>
                </a:lnTo>
                <a:lnTo>
                  <a:pt x="85356" y="24416"/>
                </a:lnTo>
                <a:lnTo>
                  <a:pt x="86038" y="24854"/>
                </a:lnTo>
                <a:lnTo>
                  <a:pt x="86720" y="25299"/>
                </a:lnTo>
                <a:lnTo>
                  <a:pt x="87395" y="25759"/>
                </a:lnTo>
                <a:lnTo>
                  <a:pt x="88105" y="26232"/>
                </a:lnTo>
                <a:lnTo>
                  <a:pt x="88801" y="26713"/>
                </a:lnTo>
                <a:lnTo>
                  <a:pt x="89483" y="27180"/>
                </a:lnTo>
                <a:lnTo>
                  <a:pt x="90136" y="27646"/>
                </a:lnTo>
                <a:lnTo>
                  <a:pt x="90789" y="28105"/>
                </a:lnTo>
                <a:lnTo>
                  <a:pt x="91421" y="28565"/>
                </a:lnTo>
                <a:lnTo>
                  <a:pt x="92052" y="29017"/>
                </a:lnTo>
                <a:lnTo>
                  <a:pt x="92677" y="29476"/>
                </a:lnTo>
                <a:lnTo>
                  <a:pt x="93294" y="29928"/>
                </a:lnTo>
                <a:lnTo>
                  <a:pt x="93911" y="30388"/>
                </a:lnTo>
                <a:lnTo>
                  <a:pt x="94536" y="30854"/>
                </a:lnTo>
                <a:lnTo>
                  <a:pt x="95160" y="31321"/>
                </a:lnTo>
                <a:lnTo>
                  <a:pt x="95799" y="31795"/>
                </a:lnTo>
                <a:lnTo>
                  <a:pt x="96438" y="32268"/>
                </a:lnTo>
                <a:lnTo>
                  <a:pt x="97091" y="32763"/>
                </a:lnTo>
                <a:lnTo>
                  <a:pt x="97765" y="33259"/>
                </a:lnTo>
                <a:lnTo>
                  <a:pt x="98390" y="33732"/>
                </a:lnTo>
                <a:lnTo>
                  <a:pt x="99021" y="34228"/>
                </a:lnTo>
                <a:lnTo>
                  <a:pt x="99653" y="34737"/>
                </a:lnTo>
                <a:lnTo>
                  <a:pt x="100277" y="35247"/>
                </a:lnTo>
                <a:lnTo>
                  <a:pt x="100895" y="35749"/>
                </a:lnTo>
                <a:lnTo>
                  <a:pt x="101512" y="36259"/>
                </a:lnTo>
                <a:lnTo>
                  <a:pt x="102129" y="36754"/>
                </a:lnTo>
                <a:lnTo>
                  <a:pt x="102725" y="37220"/>
                </a:lnTo>
                <a:lnTo>
                  <a:pt x="114682" y="47742"/>
                </a:lnTo>
                <a:lnTo>
                  <a:pt x="114911" y="47964"/>
                </a:lnTo>
                <a:lnTo>
                  <a:pt x="115134" y="48194"/>
                </a:lnTo>
                <a:lnTo>
                  <a:pt x="115342" y="48424"/>
                </a:lnTo>
                <a:lnTo>
                  <a:pt x="115543" y="48653"/>
                </a:lnTo>
                <a:lnTo>
                  <a:pt x="115744" y="48883"/>
                </a:lnTo>
                <a:lnTo>
                  <a:pt x="115930" y="49106"/>
                </a:lnTo>
                <a:lnTo>
                  <a:pt x="116117" y="49321"/>
                </a:lnTo>
                <a:lnTo>
                  <a:pt x="116318" y="49515"/>
                </a:lnTo>
                <a:lnTo>
                  <a:pt x="116892" y="50082"/>
                </a:lnTo>
                <a:lnTo>
                  <a:pt x="117509" y="50706"/>
                </a:lnTo>
                <a:lnTo>
                  <a:pt x="118148" y="51366"/>
                </a:lnTo>
                <a:lnTo>
                  <a:pt x="118787" y="52055"/>
                </a:lnTo>
                <a:lnTo>
                  <a:pt x="119433" y="52752"/>
                </a:lnTo>
                <a:lnTo>
                  <a:pt x="120036" y="53441"/>
                </a:lnTo>
                <a:lnTo>
                  <a:pt x="120330" y="53778"/>
                </a:lnTo>
                <a:lnTo>
                  <a:pt x="120610" y="54115"/>
                </a:lnTo>
                <a:lnTo>
                  <a:pt x="120883" y="54438"/>
                </a:lnTo>
                <a:lnTo>
                  <a:pt x="121127" y="54740"/>
                </a:lnTo>
                <a:lnTo>
                  <a:pt x="121708" y="55457"/>
                </a:lnTo>
                <a:lnTo>
                  <a:pt x="122218" y="56096"/>
                </a:lnTo>
                <a:lnTo>
                  <a:pt x="122454" y="56397"/>
                </a:lnTo>
                <a:lnTo>
                  <a:pt x="122677" y="56699"/>
                </a:lnTo>
                <a:lnTo>
                  <a:pt x="122892" y="56993"/>
                </a:lnTo>
                <a:lnTo>
                  <a:pt x="123107" y="57280"/>
                </a:lnTo>
                <a:lnTo>
                  <a:pt x="123316" y="57582"/>
                </a:lnTo>
                <a:lnTo>
                  <a:pt x="123517" y="57890"/>
                </a:lnTo>
                <a:lnTo>
                  <a:pt x="123725" y="58199"/>
                </a:lnTo>
                <a:lnTo>
                  <a:pt x="123933" y="58529"/>
                </a:lnTo>
                <a:lnTo>
                  <a:pt x="124141" y="58874"/>
                </a:lnTo>
                <a:lnTo>
                  <a:pt x="124363" y="59240"/>
                </a:lnTo>
                <a:lnTo>
                  <a:pt x="124593" y="59642"/>
                </a:lnTo>
                <a:lnTo>
                  <a:pt x="124837" y="60065"/>
                </a:lnTo>
                <a:lnTo>
                  <a:pt x="124988" y="60345"/>
                </a:lnTo>
                <a:lnTo>
                  <a:pt x="125146" y="60682"/>
                </a:lnTo>
                <a:lnTo>
                  <a:pt x="125325" y="61048"/>
                </a:lnTo>
                <a:lnTo>
                  <a:pt x="125505" y="61457"/>
                </a:lnTo>
                <a:lnTo>
                  <a:pt x="125691" y="61895"/>
                </a:lnTo>
                <a:lnTo>
                  <a:pt x="125878" y="62362"/>
                </a:lnTo>
                <a:lnTo>
                  <a:pt x="126050" y="62850"/>
                </a:lnTo>
                <a:lnTo>
                  <a:pt x="126222" y="63338"/>
                </a:lnTo>
                <a:lnTo>
                  <a:pt x="126380" y="63840"/>
                </a:lnTo>
                <a:lnTo>
                  <a:pt x="126524" y="64342"/>
                </a:lnTo>
                <a:lnTo>
                  <a:pt x="126581" y="64587"/>
                </a:lnTo>
                <a:lnTo>
                  <a:pt x="126639" y="64838"/>
                </a:lnTo>
                <a:lnTo>
                  <a:pt x="126696" y="65082"/>
                </a:lnTo>
                <a:lnTo>
                  <a:pt x="126739" y="65319"/>
                </a:lnTo>
                <a:lnTo>
                  <a:pt x="126782" y="65548"/>
                </a:lnTo>
                <a:lnTo>
                  <a:pt x="126811" y="65778"/>
                </a:lnTo>
                <a:lnTo>
                  <a:pt x="126832" y="66000"/>
                </a:lnTo>
                <a:lnTo>
                  <a:pt x="126847" y="66216"/>
                </a:lnTo>
                <a:lnTo>
                  <a:pt x="126854" y="66424"/>
                </a:lnTo>
                <a:lnTo>
                  <a:pt x="126854" y="66625"/>
                </a:lnTo>
                <a:lnTo>
                  <a:pt x="126840" y="66811"/>
                </a:lnTo>
                <a:lnTo>
                  <a:pt x="126811" y="66991"/>
                </a:lnTo>
                <a:lnTo>
                  <a:pt x="126739" y="67400"/>
                </a:lnTo>
                <a:lnTo>
                  <a:pt x="126660" y="67795"/>
                </a:lnTo>
                <a:lnTo>
                  <a:pt x="126574" y="68189"/>
                </a:lnTo>
                <a:lnTo>
                  <a:pt x="126473" y="68563"/>
                </a:lnTo>
                <a:lnTo>
                  <a:pt x="126380" y="68943"/>
                </a:lnTo>
                <a:lnTo>
                  <a:pt x="126273" y="69309"/>
                </a:lnTo>
                <a:lnTo>
                  <a:pt x="126158" y="69675"/>
                </a:lnTo>
                <a:lnTo>
                  <a:pt x="126036" y="70027"/>
                </a:lnTo>
                <a:lnTo>
                  <a:pt x="125907" y="70371"/>
                </a:lnTo>
                <a:lnTo>
                  <a:pt x="125770" y="70716"/>
                </a:lnTo>
                <a:lnTo>
                  <a:pt x="125634" y="71053"/>
                </a:lnTo>
                <a:lnTo>
                  <a:pt x="125490" y="71383"/>
                </a:lnTo>
                <a:lnTo>
                  <a:pt x="125332" y="71713"/>
                </a:lnTo>
                <a:lnTo>
                  <a:pt x="125182" y="72036"/>
                </a:lnTo>
                <a:lnTo>
                  <a:pt x="125017" y="72352"/>
                </a:lnTo>
                <a:lnTo>
                  <a:pt x="124851" y="72668"/>
                </a:lnTo>
                <a:lnTo>
                  <a:pt x="124679" y="72984"/>
                </a:lnTo>
                <a:lnTo>
                  <a:pt x="124500" y="73285"/>
                </a:lnTo>
                <a:lnTo>
                  <a:pt x="124313" y="73594"/>
                </a:lnTo>
                <a:lnTo>
                  <a:pt x="124127" y="73895"/>
                </a:lnTo>
                <a:lnTo>
                  <a:pt x="123940" y="74189"/>
                </a:lnTo>
                <a:lnTo>
                  <a:pt x="123739" y="74491"/>
                </a:lnTo>
                <a:lnTo>
                  <a:pt x="123545" y="74792"/>
                </a:lnTo>
                <a:lnTo>
                  <a:pt x="123337" y="75087"/>
                </a:lnTo>
                <a:lnTo>
                  <a:pt x="122928" y="75668"/>
                </a:lnTo>
                <a:lnTo>
                  <a:pt x="122490" y="76264"/>
                </a:lnTo>
                <a:lnTo>
                  <a:pt x="122052" y="76845"/>
                </a:lnTo>
                <a:lnTo>
                  <a:pt x="121600" y="77433"/>
                </a:lnTo>
                <a:lnTo>
                  <a:pt x="121349" y="77749"/>
                </a:lnTo>
                <a:lnTo>
                  <a:pt x="121105" y="78051"/>
                </a:lnTo>
                <a:lnTo>
                  <a:pt x="120976" y="78201"/>
                </a:lnTo>
                <a:lnTo>
                  <a:pt x="120840" y="78338"/>
                </a:lnTo>
                <a:lnTo>
                  <a:pt x="120703" y="78481"/>
                </a:lnTo>
                <a:lnTo>
                  <a:pt x="120552" y="78610"/>
                </a:lnTo>
                <a:lnTo>
                  <a:pt x="120473" y="78725"/>
                </a:lnTo>
                <a:lnTo>
                  <a:pt x="120294" y="78926"/>
                </a:lnTo>
                <a:lnTo>
                  <a:pt x="120043" y="79206"/>
                </a:lnTo>
                <a:lnTo>
                  <a:pt x="119720" y="79551"/>
                </a:lnTo>
                <a:lnTo>
                  <a:pt x="119347" y="79953"/>
                </a:lnTo>
                <a:lnTo>
                  <a:pt x="118930" y="80398"/>
                </a:lnTo>
                <a:lnTo>
                  <a:pt x="118478" y="80871"/>
                </a:lnTo>
                <a:lnTo>
                  <a:pt x="118012" y="81352"/>
                </a:lnTo>
                <a:lnTo>
                  <a:pt x="117538" y="81840"/>
                </a:lnTo>
                <a:lnTo>
                  <a:pt x="117064" y="82321"/>
                </a:lnTo>
                <a:lnTo>
                  <a:pt x="116612" y="82788"/>
                </a:lnTo>
                <a:lnTo>
                  <a:pt x="116196" y="83218"/>
                </a:lnTo>
                <a:lnTo>
                  <a:pt x="115808" y="83606"/>
                </a:lnTo>
                <a:lnTo>
                  <a:pt x="115471" y="83943"/>
                </a:lnTo>
                <a:lnTo>
                  <a:pt x="115206" y="84209"/>
                </a:lnTo>
                <a:lnTo>
                  <a:pt x="115012" y="84388"/>
                </a:lnTo>
                <a:lnTo>
                  <a:pt x="114775" y="84618"/>
                </a:lnTo>
                <a:lnTo>
                  <a:pt x="114538" y="84855"/>
                </a:lnTo>
                <a:lnTo>
                  <a:pt x="114308" y="85070"/>
                </a:lnTo>
                <a:lnTo>
                  <a:pt x="114079" y="85292"/>
                </a:lnTo>
                <a:lnTo>
                  <a:pt x="113849" y="85515"/>
                </a:lnTo>
                <a:lnTo>
                  <a:pt x="113612" y="85744"/>
                </a:lnTo>
                <a:lnTo>
                  <a:pt x="113383" y="85974"/>
                </a:lnTo>
                <a:lnTo>
                  <a:pt x="113146" y="86218"/>
                </a:lnTo>
                <a:lnTo>
                  <a:pt x="111639" y="87560"/>
                </a:lnTo>
                <a:lnTo>
                  <a:pt x="111488" y="87704"/>
                </a:lnTo>
                <a:lnTo>
                  <a:pt x="111387" y="87797"/>
                </a:lnTo>
                <a:lnTo>
                  <a:pt x="111301" y="87883"/>
                </a:lnTo>
                <a:lnTo>
                  <a:pt x="111151" y="87998"/>
                </a:lnTo>
                <a:lnTo>
                  <a:pt x="110892" y="88213"/>
                </a:lnTo>
                <a:lnTo>
                  <a:pt x="110562" y="88479"/>
                </a:lnTo>
                <a:lnTo>
                  <a:pt x="110196" y="88795"/>
                </a:lnTo>
                <a:lnTo>
                  <a:pt x="109794" y="89146"/>
                </a:lnTo>
                <a:lnTo>
                  <a:pt x="109363" y="89534"/>
                </a:lnTo>
                <a:lnTo>
                  <a:pt x="108911" y="89929"/>
                </a:lnTo>
                <a:lnTo>
                  <a:pt x="108445" y="90338"/>
                </a:lnTo>
                <a:lnTo>
                  <a:pt x="107971" y="90754"/>
                </a:lnTo>
                <a:lnTo>
                  <a:pt x="107505" y="91156"/>
                </a:lnTo>
                <a:lnTo>
                  <a:pt x="107060" y="91551"/>
                </a:lnTo>
                <a:lnTo>
                  <a:pt x="106629" y="91917"/>
                </a:lnTo>
                <a:lnTo>
                  <a:pt x="106234" y="92254"/>
                </a:lnTo>
                <a:lnTo>
                  <a:pt x="105868" y="92548"/>
                </a:lnTo>
                <a:lnTo>
                  <a:pt x="105560" y="92785"/>
                </a:lnTo>
                <a:lnTo>
                  <a:pt x="105430" y="92886"/>
                </a:lnTo>
                <a:lnTo>
                  <a:pt x="105308" y="92972"/>
                </a:lnTo>
                <a:lnTo>
                  <a:pt x="105201" y="93036"/>
                </a:lnTo>
                <a:lnTo>
                  <a:pt x="105107" y="93087"/>
                </a:lnTo>
                <a:lnTo>
                  <a:pt x="105029" y="93173"/>
                </a:lnTo>
                <a:lnTo>
                  <a:pt x="104892" y="93302"/>
                </a:lnTo>
                <a:lnTo>
                  <a:pt x="104713" y="93460"/>
                </a:lnTo>
                <a:lnTo>
                  <a:pt x="104490" y="93646"/>
                </a:lnTo>
                <a:lnTo>
                  <a:pt x="103930" y="94106"/>
                </a:lnTo>
                <a:lnTo>
                  <a:pt x="103241" y="94666"/>
                </a:lnTo>
                <a:lnTo>
                  <a:pt x="102445" y="95297"/>
                </a:lnTo>
                <a:lnTo>
                  <a:pt x="101576" y="95986"/>
                </a:lnTo>
                <a:lnTo>
                  <a:pt x="100651" y="96711"/>
                </a:lnTo>
                <a:lnTo>
                  <a:pt x="99696" y="97450"/>
                </a:lnTo>
                <a:lnTo>
                  <a:pt x="98741" y="98182"/>
                </a:lnTo>
                <a:lnTo>
                  <a:pt x="97808" y="98893"/>
                </a:lnTo>
                <a:lnTo>
                  <a:pt x="96926" y="99568"/>
                </a:lnTo>
                <a:lnTo>
                  <a:pt x="96115" y="100178"/>
                </a:lnTo>
                <a:lnTo>
                  <a:pt x="95411" y="100694"/>
                </a:lnTo>
                <a:lnTo>
                  <a:pt x="94823" y="101111"/>
                </a:lnTo>
                <a:lnTo>
                  <a:pt x="94586" y="101283"/>
                </a:lnTo>
                <a:lnTo>
                  <a:pt x="94392" y="101419"/>
                </a:lnTo>
                <a:lnTo>
                  <a:pt x="94241" y="101505"/>
                </a:lnTo>
                <a:lnTo>
                  <a:pt x="94134" y="101570"/>
                </a:lnTo>
                <a:lnTo>
                  <a:pt x="93897" y="101764"/>
                </a:lnTo>
                <a:lnTo>
                  <a:pt x="93524" y="102044"/>
                </a:lnTo>
                <a:lnTo>
                  <a:pt x="93036" y="102395"/>
                </a:lnTo>
                <a:lnTo>
                  <a:pt x="92462" y="102804"/>
                </a:lnTo>
                <a:lnTo>
                  <a:pt x="91801" y="103264"/>
                </a:lnTo>
                <a:lnTo>
                  <a:pt x="91105" y="103759"/>
                </a:lnTo>
                <a:lnTo>
                  <a:pt x="90359" y="104268"/>
                </a:lnTo>
                <a:lnTo>
                  <a:pt x="89605" y="104785"/>
                </a:lnTo>
                <a:lnTo>
                  <a:pt x="88844" y="105302"/>
                </a:lnTo>
                <a:lnTo>
                  <a:pt x="88105" y="105797"/>
                </a:lnTo>
                <a:lnTo>
                  <a:pt x="87409" y="106264"/>
                </a:lnTo>
                <a:lnTo>
                  <a:pt x="86770" y="106680"/>
                </a:lnTo>
                <a:lnTo>
                  <a:pt x="86210" y="107032"/>
                </a:lnTo>
                <a:lnTo>
                  <a:pt x="85744" y="107326"/>
                </a:lnTo>
                <a:lnTo>
                  <a:pt x="85543" y="107441"/>
                </a:lnTo>
                <a:lnTo>
                  <a:pt x="85392" y="107527"/>
                </a:lnTo>
                <a:lnTo>
                  <a:pt x="85256" y="107591"/>
                </a:lnTo>
                <a:lnTo>
                  <a:pt x="85170" y="107635"/>
                </a:lnTo>
                <a:lnTo>
                  <a:pt x="85098" y="107706"/>
                </a:lnTo>
                <a:lnTo>
                  <a:pt x="84962" y="107807"/>
                </a:lnTo>
                <a:lnTo>
                  <a:pt x="84782" y="107929"/>
                </a:lnTo>
                <a:lnTo>
                  <a:pt x="84552" y="108087"/>
                </a:lnTo>
                <a:lnTo>
                  <a:pt x="83971" y="108453"/>
                </a:lnTo>
                <a:lnTo>
                  <a:pt x="83232" y="108919"/>
                </a:lnTo>
                <a:lnTo>
                  <a:pt x="82371" y="109443"/>
                </a:lnTo>
                <a:lnTo>
                  <a:pt x="81416" y="110010"/>
                </a:lnTo>
                <a:lnTo>
                  <a:pt x="80397" y="110606"/>
                </a:lnTo>
                <a:lnTo>
                  <a:pt x="79328" y="111230"/>
                </a:lnTo>
                <a:lnTo>
                  <a:pt x="78251" y="111847"/>
                </a:lnTo>
                <a:lnTo>
                  <a:pt x="77196" y="112458"/>
                </a:lnTo>
                <a:lnTo>
                  <a:pt x="76177" y="113024"/>
                </a:lnTo>
                <a:lnTo>
                  <a:pt x="75229" y="113548"/>
                </a:lnTo>
                <a:lnTo>
                  <a:pt x="74375" y="114015"/>
                </a:lnTo>
                <a:lnTo>
                  <a:pt x="73658" y="114395"/>
                </a:lnTo>
                <a:lnTo>
                  <a:pt x="73349" y="114560"/>
                </a:lnTo>
                <a:lnTo>
                  <a:pt x="73091" y="114682"/>
                </a:lnTo>
                <a:lnTo>
                  <a:pt x="72868" y="114790"/>
                </a:lnTo>
                <a:lnTo>
                  <a:pt x="72696" y="114862"/>
                </a:lnTo>
                <a:lnTo>
                  <a:pt x="72438" y="115020"/>
                </a:lnTo>
                <a:lnTo>
                  <a:pt x="72179" y="115178"/>
                </a:lnTo>
                <a:lnTo>
                  <a:pt x="71899" y="115328"/>
                </a:lnTo>
                <a:lnTo>
                  <a:pt x="71612" y="115486"/>
                </a:lnTo>
                <a:lnTo>
                  <a:pt x="71009" y="115780"/>
                </a:lnTo>
                <a:lnTo>
                  <a:pt x="70385" y="116075"/>
                </a:lnTo>
                <a:lnTo>
                  <a:pt x="69761" y="116369"/>
                </a:lnTo>
                <a:lnTo>
                  <a:pt x="69136" y="116656"/>
                </a:lnTo>
                <a:lnTo>
                  <a:pt x="68541" y="116929"/>
                </a:lnTo>
                <a:lnTo>
                  <a:pt x="67974" y="117209"/>
                </a:lnTo>
                <a:lnTo>
                  <a:pt x="67679" y="117359"/>
                </a:lnTo>
                <a:lnTo>
                  <a:pt x="67378" y="117496"/>
                </a:lnTo>
                <a:lnTo>
                  <a:pt x="67076" y="117639"/>
                </a:lnTo>
                <a:lnTo>
                  <a:pt x="66775" y="117769"/>
                </a:lnTo>
                <a:lnTo>
                  <a:pt x="66481" y="117912"/>
                </a:lnTo>
                <a:lnTo>
                  <a:pt x="66172" y="118041"/>
                </a:lnTo>
                <a:lnTo>
                  <a:pt x="65871" y="118170"/>
                </a:lnTo>
                <a:lnTo>
                  <a:pt x="65576" y="118314"/>
                </a:lnTo>
                <a:lnTo>
                  <a:pt x="65311" y="118436"/>
                </a:lnTo>
                <a:lnTo>
                  <a:pt x="65017" y="118580"/>
                </a:lnTo>
                <a:lnTo>
                  <a:pt x="64686" y="118730"/>
                </a:lnTo>
                <a:lnTo>
                  <a:pt x="64342" y="118888"/>
                </a:lnTo>
                <a:lnTo>
                  <a:pt x="64005" y="119046"/>
                </a:lnTo>
                <a:lnTo>
                  <a:pt x="63674" y="119175"/>
                </a:lnTo>
                <a:lnTo>
                  <a:pt x="63366" y="119290"/>
                </a:lnTo>
                <a:lnTo>
                  <a:pt x="63100" y="119376"/>
                </a:lnTo>
                <a:lnTo>
                  <a:pt x="62756" y="119556"/>
                </a:lnTo>
                <a:lnTo>
                  <a:pt x="62368" y="119728"/>
                </a:lnTo>
                <a:lnTo>
                  <a:pt x="61959" y="119907"/>
                </a:lnTo>
                <a:lnTo>
                  <a:pt x="61536" y="120080"/>
                </a:lnTo>
                <a:lnTo>
                  <a:pt x="61098" y="120252"/>
                </a:lnTo>
                <a:lnTo>
                  <a:pt x="60674" y="120417"/>
                </a:lnTo>
                <a:lnTo>
                  <a:pt x="60258" y="120568"/>
                </a:lnTo>
                <a:lnTo>
                  <a:pt x="59885" y="120725"/>
                </a:lnTo>
                <a:lnTo>
                  <a:pt x="59533" y="120869"/>
                </a:lnTo>
                <a:lnTo>
                  <a:pt x="59052" y="121056"/>
                </a:lnTo>
                <a:lnTo>
                  <a:pt x="58478" y="121285"/>
                </a:lnTo>
                <a:lnTo>
                  <a:pt x="57825" y="121558"/>
                </a:lnTo>
                <a:lnTo>
                  <a:pt x="57093" y="121845"/>
                </a:lnTo>
                <a:lnTo>
                  <a:pt x="56311" y="122161"/>
                </a:lnTo>
                <a:lnTo>
                  <a:pt x="55507" y="122484"/>
                </a:lnTo>
                <a:lnTo>
                  <a:pt x="54696" y="122814"/>
                </a:lnTo>
                <a:lnTo>
                  <a:pt x="53878" y="123130"/>
                </a:lnTo>
                <a:lnTo>
                  <a:pt x="53088" y="123446"/>
                </a:lnTo>
                <a:lnTo>
                  <a:pt x="52349" y="123733"/>
                </a:lnTo>
                <a:lnTo>
                  <a:pt x="51674" y="123998"/>
                </a:lnTo>
                <a:lnTo>
                  <a:pt x="51072" y="124221"/>
                </a:lnTo>
                <a:lnTo>
                  <a:pt x="50569" y="124400"/>
                </a:lnTo>
                <a:lnTo>
                  <a:pt x="50196" y="124529"/>
                </a:lnTo>
                <a:lnTo>
                  <a:pt x="49945" y="124601"/>
                </a:lnTo>
                <a:lnTo>
                  <a:pt x="49830" y="124659"/>
                </a:lnTo>
                <a:lnTo>
                  <a:pt x="49643" y="124752"/>
                </a:lnTo>
                <a:lnTo>
                  <a:pt x="49385" y="124867"/>
                </a:lnTo>
                <a:lnTo>
                  <a:pt x="49069" y="124989"/>
                </a:lnTo>
                <a:lnTo>
                  <a:pt x="48294" y="125283"/>
                </a:lnTo>
                <a:lnTo>
                  <a:pt x="47426" y="125606"/>
                </a:lnTo>
                <a:lnTo>
                  <a:pt x="46529" y="125914"/>
                </a:lnTo>
                <a:lnTo>
                  <a:pt x="45703" y="126216"/>
                </a:lnTo>
                <a:lnTo>
                  <a:pt x="45021" y="126453"/>
                </a:lnTo>
                <a:lnTo>
                  <a:pt x="44576" y="126596"/>
                </a:lnTo>
                <a:lnTo>
                  <a:pt x="43464" y="126970"/>
                </a:lnTo>
                <a:lnTo>
                  <a:pt x="42373" y="127328"/>
                </a:lnTo>
                <a:lnTo>
                  <a:pt x="41289" y="127673"/>
                </a:lnTo>
                <a:lnTo>
                  <a:pt x="40213" y="128010"/>
                </a:lnTo>
                <a:lnTo>
                  <a:pt x="39151" y="128340"/>
                </a:lnTo>
                <a:lnTo>
                  <a:pt x="38074" y="128663"/>
                </a:lnTo>
                <a:lnTo>
                  <a:pt x="37005" y="128965"/>
                </a:lnTo>
                <a:lnTo>
                  <a:pt x="35928" y="129252"/>
                </a:lnTo>
                <a:lnTo>
                  <a:pt x="35390" y="129388"/>
                </a:lnTo>
                <a:lnTo>
                  <a:pt x="34844" y="129532"/>
                </a:lnTo>
                <a:lnTo>
                  <a:pt x="34299" y="129661"/>
                </a:lnTo>
                <a:lnTo>
                  <a:pt x="33761" y="129783"/>
                </a:lnTo>
                <a:lnTo>
                  <a:pt x="33208" y="129912"/>
                </a:lnTo>
                <a:lnTo>
                  <a:pt x="32648" y="130034"/>
                </a:lnTo>
                <a:lnTo>
                  <a:pt x="32103" y="130149"/>
                </a:lnTo>
                <a:lnTo>
                  <a:pt x="31543" y="130264"/>
                </a:lnTo>
                <a:lnTo>
                  <a:pt x="30976" y="130371"/>
                </a:lnTo>
                <a:lnTo>
                  <a:pt x="30402" y="130465"/>
                </a:lnTo>
                <a:lnTo>
                  <a:pt x="29835" y="130565"/>
                </a:lnTo>
                <a:lnTo>
                  <a:pt x="29253" y="130666"/>
                </a:lnTo>
                <a:lnTo>
                  <a:pt x="28672" y="130752"/>
                </a:lnTo>
                <a:lnTo>
                  <a:pt x="28076" y="130838"/>
                </a:lnTo>
                <a:lnTo>
                  <a:pt x="27481" y="130910"/>
                </a:lnTo>
                <a:lnTo>
                  <a:pt x="26878" y="130982"/>
                </a:lnTo>
                <a:lnTo>
                  <a:pt x="26454" y="131032"/>
                </a:lnTo>
                <a:lnTo>
                  <a:pt x="26017" y="131082"/>
                </a:lnTo>
                <a:lnTo>
                  <a:pt x="25586" y="131132"/>
                </a:lnTo>
                <a:lnTo>
                  <a:pt x="25155" y="131175"/>
                </a:lnTo>
                <a:lnTo>
                  <a:pt x="24718" y="131218"/>
                </a:lnTo>
                <a:lnTo>
                  <a:pt x="24287" y="131247"/>
                </a:lnTo>
                <a:lnTo>
                  <a:pt x="23849" y="131283"/>
                </a:lnTo>
                <a:lnTo>
                  <a:pt x="23411" y="131312"/>
                </a:lnTo>
                <a:lnTo>
                  <a:pt x="22966" y="131340"/>
                </a:lnTo>
                <a:lnTo>
                  <a:pt x="22536" y="131362"/>
                </a:lnTo>
                <a:lnTo>
                  <a:pt x="22098" y="131376"/>
                </a:lnTo>
                <a:lnTo>
                  <a:pt x="21653" y="131398"/>
                </a:lnTo>
                <a:lnTo>
                  <a:pt x="21222" y="131405"/>
                </a:lnTo>
                <a:lnTo>
                  <a:pt x="20785" y="131412"/>
                </a:lnTo>
                <a:lnTo>
                  <a:pt x="20347" y="131412"/>
                </a:lnTo>
                <a:lnTo>
                  <a:pt x="19923" y="131405"/>
                </a:lnTo>
                <a:lnTo>
                  <a:pt x="19701" y="131405"/>
                </a:lnTo>
                <a:lnTo>
                  <a:pt x="19493" y="131398"/>
                </a:lnTo>
                <a:lnTo>
                  <a:pt x="19285" y="131376"/>
                </a:lnTo>
                <a:lnTo>
                  <a:pt x="19076" y="131362"/>
                </a:lnTo>
                <a:lnTo>
                  <a:pt x="18883" y="131340"/>
                </a:lnTo>
                <a:lnTo>
                  <a:pt x="18682" y="131312"/>
                </a:lnTo>
                <a:lnTo>
                  <a:pt x="18488" y="131283"/>
                </a:lnTo>
                <a:lnTo>
                  <a:pt x="18294" y="131247"/>
                </a:lnTo>
                <a:lnTo>
                  <a:pt x="17921" y="131175"/>
                </a:lnTo>
                <a:lnTo>
                  <a:pt x="17555" y="131082"/>
                </a:lnTo>
                <a:lnTo>
                  <a:pt x="17203" y="130974"/>
                </a:lnTo>
                <a:lnTo>
                  <a:pt x="16859" y="130852"/>
                </a:lnTo>
                <a:lnTo>
                  <a:pt x="16529" y="130723"/>
                </a:lnTo>
                <a:lnTo>
                  <a:pt x="16213" y="130580"/>
                </a:lnTo>
                <a:lnTo>
                  <a:pt x="15897" y="130436"/>
                </a:lnTo>
                <a:lnTo>
                  <a:pt x="15596" y="130271"/>
                </a:lnTo>
                <a:lnTo>
                  <a:pt x="15301" y="130099"/>
                </a:lnTo>
                <a:lnTo>
                  <a:pt x="15007" y="129919"/>
                </a:lnTo>
                <a:lnTo>
                  <a:pt x="14727" y="129726"/>
                </a:lnTo>
                <a:lnTo>
                  <a:pt x="14447" y="129532"/>
                </a:lnTo>
                <a:lnTo>
                  <a:pt x="14210" y="129352"/>
                </a:lnTo>
                <a:lnTo>
                  <a:pt x="13974" y="129173"/>
                </a:lnTo>
                <a:lnTo>
                  <a:pt x="13758" y="128972"/>
                </a:lnTo>
                <a:lnTo>
                  <a:pt x="13529" y="128778"/>
                </a:lnTo>
                <a:lnTo>
                  <a:pt x="13306" y="128570"/>
                </a:lnTo>
                <a:lnTo>
                  <a:pt x="13091" y="128355"/>
                </a:lnTo>
                <a:lnTo>
                  <a:pt x="12875" y="128132"/>
                </a:lnTo>
                <a:lnTo>
                  <a:pt x="12660" y="127910"/>
                </a:lnTo>
                <a:lnTo>
                  <a:pt x="12459" y="127673"/>
                </a:lnTo>
                <a:lnTo>
                  <a:pt x="12251" y="127436"/>
                </a:lnTo>
                <a:lnTo>
                  <a:pt x="12057" y="127192"/>
                </a:lnTo>
                <a:lnTo>
                  <a:pt x="11856" y="126941"/>
                </a:lnTo>
                <a:lnTo>
                  <a:pt x="11663" y="126682"/>
                </a:lnTo>
                <a:lnTo>
                  <a:pt x="11469" y="126417"/>
                </a:lnTo>
                <a:lnTo>
                  <a:pt x="11282" y="126144"/>
                </a:lnTo>
                <a:lnTo>
                  <a:pt x="11096" y="125871"/>
                </a:lnTo>
                <a:lnTo>
                  <a:pt x="10916" y="125592"/>
                </a:lnTo>
                <a:lnTo>
                  <a:pt x="10737" y="125304"/>
                </a:lnTo>
                <a:lnTo>
                  <a:pt x="10557" y="125003"/>
                </a:lnTo>
                <a:lnTo>
                  <a:pt x="10385" y="124709"/>
                </a:lnTo>
                <a:lnTo>
                  <a:pt x="10213" y="124407"/>
                </a:lnTo>
                <a:lnTo>
                  <a:pt x="10041" y="124092"/>
                </a:lnTo>
                <a:lnTo>
                  <a:pt x="9883" y="123783"/>
                </a:lnTo>
                <a:lnTo>
                  <a:pt x="9718" y="123460"/>
                </a:lnTo>
                <a:lnTo>
                  <a:pt x="9560" y="123130"/>
                </a:lnTo>
                <a:lnTo>
                  <a:pt x="9402" y="122807"/>
                </a:lnTo>
                <a:lnTo>
                  <a:pt x="9244" y="122470"/>
                </a:lnTo>
                <a:lnTo>
                  <a:pt x="9093" y="122132"/>
                </a:lnTo>
                <a:lnTo>
                  <a:pt x="8792" y="121436"/>
                </a:lnTo>
                <a:lnTo>
                  <a:pt x="8505" y="120725"/>
                </a:lnTo>
                <a:lnTo>
                  <a:pt x="8268" y="120108"/>
                </a:lnTo>
                <a:lnTo>
                  <a:pt x="8031" y="119469"/>
                </a:lnTo>
                <a:lnTo>
                  <a:pt x="7794" y="118824"/>
                </a:lnTo>
                <a:lnTo>
                  <a:pt x="7564" y="118142"/>
                </a:lnTo>
                <a:lnTo>
                  <a:pt x="7335" y="117453"/>
                </a:lnTo>
                <a:lnTo>
                  <a:pt x="7112" y="116742"/>
                </a:lnTo>
                <a:lnTo>
                  <a:pt x="6890" y="116017"/>
                </a:lnTo>
                <a:lnTo>
                  <a:pt x="6667" y="115292"/>
                </a:lnTo>
                <a:lnTo>
                  <a:pt x="6452" y="114539"/>
                </a:lnTo>
                <a:lnTo>
                  <a:pt x="6244" y="113785"/>
                </a:lnTo>
                <a:lnTo>
                  <a:pt x="6029" y="113017"/>
                </a:lnTo>
                <a:lnTo>
                  <a:pt x="5820" y="112242"/>
                </a:lnTo>
                <a:lnTo>
                  <a:pt x="5627" y="111460"/>
                </a:lnTo>
                <a:lnTo>
                  <a:pt x="5419" y="110670"/>
                </a:lnTo>
                <a:lnTo>
                  <a:pt x="5232" y="109888"/>
                </a:lnTo>
                <a:lnTo>
                  <a:pt x="5031" y="109091"/>
                </a:lnTo>
                <a:lnTo>
                  <a:pt x="4665" y="107505"/>
                </a:lnTo>
                <a:lnTo>
                  <a:pt x="4320" y="105912"/>
                </a:lnTo>
                <a:lnTo>
                  <a:pt x="3983" y="104340"/>
                </a:lnTo>
                <a:lnTo>
                  <a:pt x="3667" y="102790"/>
                </a:lnTo>
                <a:lnTo>
                  <a:pt x="3373" y="101268"/>
                </a:lnTo>
                <a:lnTo>
                  <a:pt x="3108" y="99797"/>
                </a:lnTo>
                <a:lnTo>
                  <a:pt x="2856" y="98376"/>
                </a:lnTo>
                <a:lnTo>
                  <a:pt x="2627" y="97027"/>
                </a:lnTo>
                <a:lnTo>
                  <a:pt x="2505" y="96216"/>
                </a:lnTo>
                <a:lnTo>
                  <a:pt x="2375" y="95405"/>
                </a:lnTo>
                <a:lnTo>
                  <a:pt x="2253" y="94594"/>
                </a:lnTo>
                <a:lnTo>
                  <a:pt x="2139" y="93776"/>
                </a:lnTo>
                <a:lnTo>
                  <a:pt x="2017" y="92965"/>
                </a:lnTo>
                <a:lnTo>
                  <a:pt x="1916" y="92146"/>
                </a:lnTo>
                <a:lnTo>
                  <a:pt x="1808" y="91328"/>
                </a:lnTo>
                <a:lnTo>
                  <a:pt x="1701" y="90510"/>
                </a:lnTo>
                <a:lnTo>
                  <a:pt x="1600" y="89699"/>
                </a:lnTo>
                <a:lnTo>
                  <a:pt x="1500" y="88874"/>
                </a:lnTo>
                <a:lnTo>
                  <a:pt x="1414" y="88055"/>
                </a:lnTo>
                <a:lnTo>
                  <a:pt x="1320" y="87230"/>
                </a:lnTo>
                <a:lnTo>
                  <a:pt x="1234" y="86412"/>
                </a:lnTo>
                <a:lnTo>
                  <a:pt x="1148" y="85594"/>
                </a:lnTo>
                <a:lnTo>
                  <a:pt x="1069" y="84768"/>
                </a:lnTo>
                <a:lnTo>
                  <a:pt x="990" y="83950"/>
                </a:lnTo>
                <a:lnTo>
                  <a:pt x="911" y="83075"/>
                </a:lnTo>
                <a:lnTo>
                  <a:pt x="840" y="82206"/>
                </a:lnTo>
                <a:lnTo>
                  <a:pt x="775" y="81338"/>
                </a:lnTo>
                <a:lnTo>
                  <a:pt x="703" y="80477"/>
                </a:lnTo>
                <a:lnTo>
                  <a:pt x="646" y="79601"/>
                </a:lnTo>
                <a:lnTo>
                  <a:pt x="588" y="78740"/>
                </a:lnTo>
                <a:lnTo>
                  <a:pt x="531" y="77878"/>
                </a:lnTo>
                <a:lnTo>
                  <a:pt x="488" y="77017"/>
                </a:lnTo>
                <a:lnTo>
                  <a:pt x="438" y="76156"/>
                </a:lnTo>
                <a:lnTo>
                  <a:pt x="387" y="75288"/>
                </a:lnTo>
                <a:lnTo>
                  <a:pt x="337" y="74419"/>
                </a:lnTo>
                <a:lnTo>
                  <a:pt x="294" y="73558"/>
                </a:lnTo>
                <a:lnTo>
                  <a:pt x="244" y="72689"/>
                </a:lnTo>
                <a:lnTo>
                  <a:pt x="194" y="71814"/>
                </a:lnTo>
                <a:lnTo>
                  <a:pt x="151" y="70945"/>
                </a:lnTo>
                <a:lnTo>
                  <a:pt x="100" y="70070"/>
                </a:lnTo>
                <a:lnTo>
                  <a:pt x="72" y="69481"/>
                </a:lnTo>
                <a:lnTo>
                  <a:pt x="50" y="68893"/>
                </a:lnTo>
                <a:lnTo>
                  <a:pt x="21" y="68311"/>
                </a:lnTo>
                <a:lnTo>
                  <a:pt x="14" y="67730"/>
                </a:lnTo>
                <a:lnTo>
                  <a:pt x="7" y="67134"/>
                </a:lnTo>
                <a:lnTo>
                  <a:pt x="0" y="66553"/>
                </a:lnTo>
                <a:lnTo>
                  <a:pt x="0" y="65957"/>
                </a:lnTo>
                <a:lnTo>
                  <a:pt x="0" y="65376"/>
                </a:lnTo>
                <a:lnTo>
                  <a:pt x="21" y="64206"/>
                </a:lnTo>
                <a:lnTo>
                  <a:pt x="57" y="63029"/>
                </a:lnTo>
                <a:lnTo>
                  <a:pt x="100" y="61859"/>
                </a:lnTo>
                <a:lnTo>
                  <a:pt x="158" y="60689"/>
                </a:lnTo>
                <a:lnTo>
                  <a:pt x="222" y="59519"/>
                </a:lnTo>
                <a:lnTo>
                  <a:pt x="301" y="58350"/>
                </a:lnTo>
                <a:lnTo>
                  <a:pt x="387" y="57180"/>
                </a:lnTo>
                <a:lnTo>
                  <a:pt x="466" y="56017"/>
                </a:lnTo>
                <a:lnTo>
                  <a:pt x="567" y="54854"/>
                </a:lnTo>
                <a:lnTo>
                  <a:pt x="660" y="53692"/>
                </a:lnTo>
                <a:lnTo>
                  <a:pt x="753" y="52529"/>
                </a:lnTo>
                <a:lnTo>
                  <a:pt x="854" y="51374"/>
                </a:lnTo>
                <a:lnTo>
                  <a:pt x="911" y="50541"/>
                </a:lnTo>
                <a:lnTo>
                  <a:pt x="983" y="49716"/>
                </a:lnTo>
                <a:lnTo>
                  <a:pt x="1062" y="48883"/>
                </a:lnTo>
                <a:lnTo>
                  <a:pt x="1148" y="48065"/>
                </a:lnTo>
                <a:lnTo>
                  <a:pt x="1242" y="47232"/>
                </a:lnTo>
                <a:lnTo>
                  <a:pt x="1328" y="46414"/>
                </a:lnTo>
                <a:lnTo>
                  <a:pt x="1428" y="45589"/>
                </a:lnTo>
                <a:lnTo>
                  <a:pt x="1536" y="44771"/>
                </a:lnTo>
                <a:lnTo>
                  <a:pt x="1643" y="43952"/>
                </a:lnTo>
                <a:lnTo>
                  <a:pt x="1751" y="43127"/>
                </a:lnTo>
                <a:lnTo>
                  <a:pt x="1859" y="42316"/>
                </a:lnTo>
                <a:lnTo>
                  <a:pt x="1974" y="41491"/>
                </a:lnTo>
                <a:lnTo>
                  <a:pt x="2074" y="40680"/>
                </a:lnTo>
                <a:lnTo>
                  <a:pt x="2182" y="39869"/>
                </a:lnTo>
                <a:lnTo>
                  <a:pt x="2297" y="39058"/>
                </a:lnTo>
                <a:lnTo>
                  <a:pt x="2404" y="38240"/>
                </a:lnTo>
                <a:lnTo>
                  <a:pt x="2483" y="37701"/>
                </a:lnTo>
                <a:lnTo>
                  <a:pt x="2555" y="37156"/>
                </a:lnTo>
                <a:lnTo>
                  <a:pt x="2634" y="36603"/>
                </a:lnTo>
                <a:lnTo>
                  <a:pt x="2727" y="36058"/>
                </a:lnTo>
                <a:lnTo>
                  <a:pt x="2813" y="35498"/>
                </a:lnTo>
                <a:lnTo>
                  <a:pt x="2907" y="34938"/>
                </a:lnTo>
                <a:lnTo>
                  <a:pt x="3007" y="34385"/>
                </a:lnTo>
                <a:lnTo>
                  <a:pt x="3108" y="33833"/>
                </a:lnTo>
                <a:lnTo>
                  <a:pt x="3208" y="33273"/>
                </a:lnTo>
                <a:lnTo>
                  <a:pt x="3308" y="32720"/>
                </a:lnTo>
                <a:lnTo>
                  <a:pt x="3416" y="32175"/>
                </a:lnTo>
                <a:lnTo>
                  <a:pt x="3524" y="31622"/>
                </a:lnTo>
                <a:lnTo>
                  <a:pt x="3631" y="31077"/>
                </a:lnTo>
                <a:lnTo>
                  <a:pt x="3746" y="30546"/>
                </a:lnTo>
                <a:lnTo>
                  <a:pt x="3854" y="30015"/>
                </a:lnTo>
                <a:lnTo>
                  <a:pt x="3969" y="29483"/>
                </a:lnTo>
                <a:lnTo>
                  <a:pt x="4084" y="28945"/>
                </a:lnTo>
                <a:lnTo>
                  <a:pt x="4198" y="28421"/>
                </a:lnTo>
                <a:lnTo>
                  <a:pt x="4313" y="27890"/>
                </a:lnTo>
                <a:lnTo>
                  <a:pt x="4428" y="27366"/>
                </a:lnTo>
                <a:lnTo>
                  <a:pt x="4543" y="26842"/>
                </a:lnTo>
                <a:lnTo>
                  <a:pt x="4658" y="26318"/>
                </a:lnTo>
                <a:lnTo>
                  <a:pt x="4780" y="25787"/>
                </a:lnTo>
                <a:lnTo>
                  <a:pt x="4902" y="25256"/>
                </a:lnTo>
                <a:lnTo>
                  <a:pt x="4995" y="24840"/>
                </a:lnTo>
                <a:lnTo>
                  <a:pt x="5110" y="24330"/>
                </a:lnTo>
                <a:lnTo>
                  <a:pt x="5239" y="23756"/>
                </a:lnTo>
                <a:lnTo>
                  <a:pt x="5375" y="23146"/>
                </a:lnTo>
                <a:lnTo>
                  <a:pt x="5526" y="22550"/>
                </a:lnTo>
                <a:lnTo>
                  <a:pt x="5670" y="22012"/>
                </a:lnTo>
                <a:lnTo>
                  <a:pt x="5741" y="21768"/>
                </a:lnTo>
                <a:lnTo>
                  <a:pt x="5806" y="21553"/>
                </a:lnTo>
                <a:lnTo>
                  <a:pt x="5871" y="21366"/>
                </a:lnTo>
                <a:lnTo>
                  <a:pt x="5935" y="21208"/>
                </a:lnTo>
                <a:lnTo>
                  <a:pt x="6000" y="20857"/>
                </a:lnTo>
                <a:lnTo>
                  <a:pt x="6093" y="20469"/>
                </a:lnTo>
                <a:lnTo>
                  <a:pt x="6201" y="20074"/>
                </a:lnTo>
                <a:lnTo>
                  <a:pt x="6316" y="19665"/>
                </a:lnTo>
                <a:lnTo>
                  <a:pt x="6430" y="19249"/>
                </a:lnTo>
                <a:lnTo>
                  <a:pt x="6553" y="18847"/>
                </a:lnTo>
                <a:lnTo>
                  <a:pt x="6667" y="18467"/>
                </a:lnTo>
                <a:lnTo>
                  <a:pt x="6775" y="18108"/>
                </a:lnTo>
                <a:lnTo>
                  <a:pt x="6890" y="17735"/>
                </a:lnTo>
                <a:lnTo>
                  <a:pt x="7005" y="17354"/>
                </a:lnTo>
                <a:lnTo>
                  <a:pt x="7119" y="16988"/>
                </a:lnTo>
                <a:lnTo>
                  <a:pt x="7234" y="16615"/>
                </a:lnTo>
                <a:lnTo>
                  <a:pt x="7342" y="16249"/>
                </a:lnTo>
                <a:lnTo>
                  <a:pt x="7457" y="15883"/>
                </a:lnTo>
                <a:lnTo>
                  <a:pt x="7572" y="15517"/>
                </a:lnTo>
                <a:lnTo>
                  <a:pt x="7686" y="15144"/>
                </a:lnTo>
                <a:lnTo>
                  <a:pt x="7902" y="14469"/>
                </a:lnTo>
                <a:lnTo>
                  <a:pt x="8131" y="13744"/>
                </a:lnTo>
                <a:lnTo>
                  <a:pt x="8375" y="12976"/>
                </a:lnTo>
                <a:lnTo>
                  <a:pt x="8641" y="12215"/>
                </a:lnTo>
                <a:lnTo>
                  <a:pt x="8770" y="11828"/>
                </a:lnTo>
                <a:lnTo>
                  <a:pt x="8907" y="11455"/>
                </a:lnTo>
                <a:lnTo>
                  <a:pt x="9050" y="11089"/>
                </a:lnTo>
                <a:lnTo>
                  <a:pt x="9186" y="10737"/>
                </a:lnTo>
                <a:lnTo>
                  <a:pt x="9330" y="10400"/>
                </a:lnTo>
                <a:lnTo>
                  <a:pt x="9474" y="10077"/>
                </a:lnTo>
                <a:lnTo>
                  <a:pt x="9617" y="9775"/>
                </a:lnTo>
                <a:lnTo>
                  <a:pt x="9753" y="9495"/>
                </a:lnTo>
                <a:lnTo>
                  <a:pt x="9811" y="9337"/>
                </a:lnTo>
                <a:lnTo>
                  <a:pt x="9883" y="9165"/>
                </a:lnTo>
                <a:lnTo>
                  <a:pt x="9954" y="8986"/>
                </a:lnTo>
                <a:lnTo>
                  <a:pt x="10033" y="8799"/>
                </a:lnTo>
                <a:lnTo>
                  <a:pt x="10227" y="8397"/>
                </a:lnTo>
                <a:lnTo>
                  <a:pt x="10435" y="7974"/>
                </a:lnTo>
                <a:lnTo>
                  <a:pt x="10679" y="7543"/>
                </a:lnTo>
                <a:lnTo>
                  <a:pt x="10938" y="7091"/>
                </a:lnTo>
                <a:lnTo>
                  <a:pt x="11203" y="6646"/>
                </a:lnTo>
                <a:lnTo>
                  <a:pt x="11483" y="6194"/>
                </a:lnTo>
                <a:lnTo>
                  <a:pt x="11763" y="5756"/>
                </a:lnTo>
                <a:lnTo>
                  <a:pt x="12050" y="5340"/>
                </a:lnTo>
                <a:lnTo>
                  <a:pt x="12323" y="4945"/>
                </a:lnTo>
                <a:lnTo>
                  <a:pt x="12588" y="4572"/>
                </a:lnTo>
                <a:lnTo>
                  <a:pt x="12847" y="4249"/>
                </a:lnTo>
                <a:lnTo>
                  <a:pt x="13084" y="3948"/>
                </a:lnTo>
                <a:lnTo>
                  <a:pt x="13191" y="3825"/>
                </a:lnTo>
                <a:lnTo>
                  <a:pt x="13299" y="3711"/>
                </a:lnTo>
                <a:lnTo>
                  <a:pt x="13392" y="3617"/>
                </a:lnTo>
                <a:lnTo>
                  <a:pt x="13478" y="3524"/>
                </a:lnTo>
                <a:lnTo>
                  <a:pt x="13830" y="3201"/>
                </a:lnTo>
                <a:lnTo>
                  <a:pt x="14124" y="2907"/>
                </a:lnTo>
                <a:lnTo>
                  <a:pt x="14404" y="2634"/>
                </a:lnTo>
                <a:lnTo>
                  <a:pt x="14684" y="2383"/>
                </a:lnTo>
                <a:lnTo>
                  <a:pt x="14820" y="2261"/>
                </a:lnTo>
                <a:lnTo>
                  <a:pt x="14971" y="2139"/>
                </a:lnTo>
                <a:lnTo>
                  <a:pt x="15129" y="2010"/>
                </a:lnTo>
                <a:lnTo>
                  <a:pt x="15301" y="1881"/>
                </a:lnTo>
                <a:lnTo>
                  <a:pt x="15488" y="1751"/>
                </a:lnTo>
                <a:lnTo>
                  <a:pt x="15696" y="1608"/>
                </a:lnTo>
                <a:lnTo>
                  <a:pt x="15919" y="1471"/>
                </a:lnTo>
                <a:lnTo>
                  <a:pt x="16163" y="1321"/>
                </a:lnTo>
                <a:lnTo>
                  <a:pt x="16349" y="1213"/>
                </a:lnTo>
                <a:lnTo>
                  <a:pt x="16550" y="1098"/>
                </a:lnTo>
                <a:lnTo>
                  <a:pt x="16744" y="991"/>
                </a:lnTo>
                <a:lnTo>
                  <a:pt x="16959" y="897"/>
                </a:lnTo>
                <a:lnTo>
                  <a:pt x="17175" y="797"/>
                </a:lnTo>
                <a:lnTo>
                  <a:pt x="17390" y="696"/>
                </a:lnTo>
                <a:lnTo>
                  <a:pt x="17612" y="610"/>
                </a:lnTo>
                <a:lnTo>
                  <a:pt x="17842" y="524"/>
                </a:lnTo>
                <a:lnTo>
                  <a:pt x="18072" y="452"/>
                </a:lnTo>
                <a:lnTo>
                  <a:pt x="18316" y="381"/>
                </a:lnTo>
                <a:lnTo>
                  <a:pt x="18560" y="309"/>
                </a:lnTo>
                <a:lnTo>
                  <a:pt x="18804" y="251"/>
                </a:lnTo>
                <a:lnTo>
                  <a:pt x="19055" y="208"/>
                </a:lnTo>
                <a:lnTo>
                  <a:pt x="19299" y="172"/>
                </a:lnTo>
                <a:lnTo>
                  <a:pt x="19550" y="136"/>
                </a:lnTo>
                <a:lnTo>
                  <a:pt x="19816" y="122"/>
                </a:lnTo>
                <a:lnTo>
                  <a:pt x="19952" y="79"/>
                </a:lnTo>
                <a:lnTo>
                  <a:pt x="20139" y="50"/>
                </a:lnTo>
                <a:lnTo>
                  <a:pt x="20340" y="22"/>
                </a:lnTo>
                <a:lnTo>
                  <a:pt x="20591" y="7"/>
                </a:lnTo>
                <a:close/>
              </a:path>
            </a:pathLst>
          </a:custGeom>
          <a:gradFill>
            <a:gsLst>
              <a:gs pos="0">
                <a:srgbClr val="FFFFFF">
                  <a:alpha val="50000"/>
                </a:srgbClr>
              </a:gs>
              <a:gs pos="60000">
                <a:srgbClr val="FFFFFF"/>
              </a:gs>
            </a:gsLst>
            <a:lin ang="2700000"/>
          </a:gradFill>
        </p:spPr>
        <p:txBody>
          <a:bodyPr vert="horz" wrap="square" lIns="91440" tIns="45720" rIns="91440" bIns="45720" anchor="t">
            <a:prstTxWarp prst="textNoShape">
              <a:avLst/>
            </a:prstTxWarp>
            <a:noAutofit/>
          </a:bodyPr>
          <a:lstStyle/>
          <a:p>
            <a:pPr marL="0" marR="0" indent="0" algn="l" fontAlgn="auto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/>
          </a:p>
        </p:txBody>
      </p:sp>
      <p:sp>
        <p:nvSpPr>
          <p:cNvPr id="8" name="TextBox 8"/>
          <p:cNvSpPr txBox="1"/>
          <p:nvPr/>
        </p:nvSpPr>
        <p:spPr>
          <a:xfrm>
            <a:off x="660400" y="128587"/>
            <a:ext cx="10858500" cy="90011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marL="0" algn="l">
              <a:lnSpc>
                <a:spcPct val="90000"/>
              </a:lnSpc>
              <a:spcBef>
                <a:spcPct val="0"/>
              </a:spcBef>
              <a:defRPr/>
            </a:pPr>
            <a:r>
              <a:rPr lang="zh-CN" altLang="en-US" sz="2800" b="1" i="0" u="none" baseline="0">
                <a:solidFill>
                  <a:srgbClr val="000000"/>
                </a:solidFill>
                <a:latin typeface="微软雅黑"/>
                <a:ea typeface="微软雅黑"/>
              </a:rPr>
              <a:t>Customer Behavior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10795000" y="6540500"/>
            <a:ext cx="1270000" cy="1905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rtlCol="0" anchor="t"/>
          <a:lstStyle/>
          <a:p>
            <a:pPr algn="r">
              <a:defRPr/>
            </a:pPr>
            <a:r>
              <a:rPr lang="en-US" sz="800" b="0" i="0" u="none" baseline="0">
                <a:solidFill>
                  <a:srgbClr val="808080"/>
                </a:solidFill>
                <a:latin typeface="Microsoft YaHei"/>
                <a:ea typeface="Microsoft YaHei"/>
              </a:rPr>
              <a:t>内容由AI生成</a:t>
            </a:r>
            <a:endParaRPr lang="en-US" sz="110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xmlns="" id="{6729B6E3-A134-D372-1746-7318A8518787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79136" y="113665"/>
            <a:ext cx="2185863" cy="625157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FFC717">
                <a:lumMod val="40000"/>
                <a:lumOff val="60000"/>
              </a:srgbClr>
            </a:gs>
            <a:gs pos="100000">
              <a:srgbClr val="FFC717">
                <a:alpha val="0"/>
                <a:lumMod val="20000"/>
                <a:lumOff val="80000"/>
              </a:srgbClr>
            </a:gs>
          </a:gsLst>
          <a:lin ang="162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660400" y="2999530"/>
            <a:ext cx="10858500" cy="3134570"/>
          </a:xfrm>
          <a:prstGeom prst="rect">
            <a:avLst/>
          </a:prstGeom>
          <a:blipFill>
            <a:blip r:embed="rId2"/>
            <a:stretch>
              <a:fillRect t="-65691" b="-65160"/>
            </a:stretch>
          </a:blipFill>
          <a:ln cap="flat" cmpd="sng">
            <a:prstDash val="solid"/>
          </a:ln>
        </p:spPr>
        <p:txBody>
          <a:bodyPr rot="0" vert="horz" wrap="square" lIns="91440" tIns="45720" rIns="91440" bIns="45720" anchor="t">
            <a:noAutofit/>
          </a:bodyPr>
          <a:lstStyle/>
          <a:p>
            <a:pPr marL="0" algn="ctr"/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1198496" y="1379531"/>
            <a:ext cx="3600000" cy="2880000"/>
          </a:xfrm>
          <a:prstGeom prst="roundRect">
            <a:avLst>
              <a:gd name="adj" fmla="val 4077"/>
            </a:avLst>
          </a:prstGeom>
          <a:gradFill>
            <a:gsLst>
              <a:gs pos="0">
                <a:srgbClr val="F54E1A">
                  <a:lumMod val="60000"/>
                  <a:lumOff val="40000"/>
                </a:srgbClr>
              </a:gs>
              <a:gs pos="60000">
                <a:srgbClr val="F54E1A"/>
              </a:gs>
            </a:gsLst>
            <a:lin ang="2700000"/>
          </a:gradFill>
          <a:ln cap="rnd" cmpd="sng">
            <a:prstDash val="solid"/>
          </a:ln>
          <a:effectLst>
            <a:outerShdw blurRad="254000" dist="127000" dir="5400000" algn="ctr" rotWithShape="0">
              <a:schemeClr val="accent1">
                <a:alpha val="20000"/>
              </a:schemeClr>
            </a:outerShdw>
          </a:effectLst>
        </p:spPr>
        <p:txBody>
          <a:bodyPr rot="0" vert="horz" wrap="square" lIns="91440" tIns="45720" rIns="91440" bIns="45720" anchor="ctr">
            <a:noAutofit/>
          </a:bodyPr>
          <a:lstStyle/>
          <a:p>
            <a:pPr marL="342900" indent="-342900" algn="ctr"/>
            <a:endParaRPr/>
          </a:p>
        </p:txBody>
      </p:sp>
      <p:cxnSp>
        <p:nvCxnSpPr>
          <p:cNvPr id="4" name="Connector 4"/>
          <p:cNvCxnSpPr/>
          <p:nvPr/>
        </p:nvCxnSpPr>
        <p:spPr>
          <a:xfrm>
            <a:off x="2818496" y="2245947"/>
            <a:ext cx="360000" cy="0"/>
          </a:xfrm>
          <a:prstGeom prst="line">
            <a:avLst/>
          </a:prstGeom>
          <a:ln w="25400" cap="flat" cmpd="sng">
            <a:solidFill>
              <a:srgbClr val="FFFFFF"/>
            </a:solidFill>
            <a:prstDash val="solid"/>
          </a:ln>
        </p:spPr>
      </p:cxnSp>
      <p:sp>
        <p:nvSpPr>
          <p:cNvPr id="5" name="TextBox 5"/>
          <p:cNvSpPr txBox="1"/>
          <p:nvPr/>
        </p:nvSpPr>
        <p:spPr>
          <a:xfrm>
            <a:off x="1329743" y="1735248"/>
            <a:ext cx="3337508" cy="369332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b">
            <a:spAutoFit/>
          </a:bodyPr>
          <a:lstStyle/>
          <a:p>
            <a:pPr marL="0" algn="ctr">
              <a:defRPr/>
            </a:pPr>
            <a:r>
              <a:rPr lang="zh-CN" altLang="en-US" sz="1800" b="1" i="0" u="none" baseline="0">
                <a:solidFill>
                  <a:srgbClr val="FFFFFF"/>
                </a:solidFill>
                <a:latin typeface="微软雅黑"/>
                <a:ea typeface="微软雅黑"/>
              </a:rPr>
              <a:t>Leading Categories</a:t>
            </a:r>
            <a:endParaRPr lang="en-US" sz="1100"/>
          </a:p>
        </p:txBody>
      </p:sp>
      <p:sp>
        <p:nvSpPr>
          <p:cNvPr id="6" name="TextBox 6"/>
          <p:cNvSpPr txBox="1"/>
          <p:nvPr/>
        </p:nvSpPr>
        <p:spPr>
          <a:xfrm>
            <a:off x="1329743" y="2387373"/>
            <a:ext cx="3337508" cy="1337203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t">
            <a:spAutoFit/>
          </a:bodyPr>
          <a:lstStyle/>
          <a:p>
            <a:pPr marL="0" algn="ctr">
              <a:lnSpc>
                <a:spcPct val="150000"/>
              </a:lnSpc>
              <a:defRPr/>
            </a:pPr>
            <a:r>
              <a:rPr lang="zh-CN" altLang="en-US" sz="1400" b="0" i="0" u="none" baseline="0">
                <a:solidFill>
                  <a:srgbClr val="FFFFFF"/>
                </a:solidFill>
                <a:latin typeface="微软雅黑"/>
                <a:ea typeface="微软雅黑"/>
              </a:rPr>
              <a:t>The leading product category generated the highest revenue. Lower-performing categories present optimization opportunities.</a:t>
            </a:r>
            <a:endParaRPr lang="en-US" sz="1100"/>
          </a:p>
        </p:txBody>
      </p:sp>
      <p:sp>
        <p:nvSpPr>
          <p:cNvPr id="7" name="Freeform 7"/>
          <p:cNvSpPr/>
          <p:nvPr/>
        </p:nvSpPr>
        <p:spPr>
          <a:xfrm>
            <a:off x="2741465" y="4031586"/>
            <a:ext cx="514063" cy="131413"/>
          </a:xfrm>
          <a:custGeom>
            <a:avLst/>
            <a:gdLst/>
            <a:ahLst/>
            <a:cxnLst/>
            <a:rect l="l" t="t" r="r" b="b"/>
            <a:pathLst>
              <a:path w="514063" h="131413">
                <a:moveTo>
                  <a:pt x="408080" y="1"/>
                </a:moveTo>
                <a:lnTo>
                  <a:pt x="408374" y="1"/>
                </a:lnTo>
                <a:lnTo>
                  <a:pt x="408697" y="8"/>
                </a:lnTo>
                <a:lnTo>
                  <a:pt x="409049" y="15"/>
                </a:lnTo>
                <a:lnTo>
                  <a:pt x="409802" y="59"/>
                </a:lnTo>
                <a:lnTo>
                  <a:pt x="410621" y="123"/>
                </a:lnTo>
                <a:lnTo>
                  <a:pt x="411475" y="195"/>
                </a:lnTo>
                <a:lnTo>
                  <a:pt x="412357" y="288"/>
                </a:lnTo>
                <a:lnTo>
                  <a:pt x="413240" y="389"/>
                </a:lnTo>
                <a:lnTo>
                  <a:pt x="414116" y="496"/>
                </a:lnTo>
                <a:lnTo>
                  <a:pt x="414948" y="604"/>
                </a:lnTo>
                <a:lnTo>
                  <a:pt x="415738" y="704"/>
                </a:lnTo>
                <a:lnTo>
                  <a:pt x="416456" y="805"/>
                </a:lnTo>
                <a:lnTo>
                  <a:pt x="417080" y="898"/>
                </a:lnTo>
                <a:lnTo>
                  <a:pt x="417597" y="977"/>
                </a:lnTo>
                <a:lnTo>
                  <a:pt x="417977" y="1049"/>
                </a:lnTo>
                <a:lnTo>
                  <a:pt x="418788" y="1207"/>
                </a:lnTo>
                <a:lnTo>
                  <a:pt x="419585" y="1372"/>
                </a:lnTo>
                <a:lnTo>
                  <a:pt x="420389" y="1544"/>
                </a:lnTo>
                <a:lnTo>
                  <a:pt x="421192" y="1724"/>
                </a:lnTo>
                <a:lnTo>
                  <a:pt x="421989" y="1917"/>
                </a:lnTo>
                <a:lnTo>
                  <a:pt x="422793" y="2118"/>
                </a:lnTo>
                <a:lnTo>
                  <a:pt x="423589" y="2326"/>
                </a:lnTo>
                <a:lnTo>
                  <a:pt x="424393" y="2549"/>
                </a:lnTo>
                <a:lnTo>
                  <a:pt x="425190" y="2771"/>
                </a:lnTo>
                <a:lnTo>
                  <a:pt x="425994" y="3001"/>
                </a:lnTo>
                <a:lnTo>
                  <a:pt x="426790" y="3238"/>
                </a:lnTo>
                <a:lnTo>
                  <a:pt x="427587" y="3482"/>
                </a:lnTo>
                <a:lnTo>
                  <a:pt x="428384" y="3740"/>
                </a:lnTo>
                <a:lnTo>
                  <a:pt x="429180" y="3992"/>
                </a:lnTo>
                <a:lnTo>
                  <a:pt x="429977" y="4257"/>
                </a:lnTo>
                <a:lnTo>
                  <a:pt x="430774" y="4530"/>
                </a:lnTo>
                <a:lnTo>
                  <a:pt x="431563" y="4795"/>
                </a:lnTo>
                <a:lnTo>
                  <a:pt x="432353" y="5075"/>
                </a:lnTo>
                <a:lnTo>
                  <a:pt x="433142" y="5362"/>
                </a:lnTo>
                <a:lnTo>
                  <a:pt x="433917" y="5649"/>
                </a:lnTo>
                <a:lnTo>
                  <a:pt x="434707" y="5937"/>
                </a:lnTo>
                <a:lnTo>
                  <a:pt x="435489" y="6238"/>
                </a:lnTo>
                <a:lnTo>
                  <a:pt x="436271" y="6539"/>
                </a:lnTo>
                <a:lnTo>
                  <a:pt x="437039" y="6841"/>
                </a:lnTo>
                <a:lnTo>
                  <a:pt x="438582" y="7451"/>
                </a:lnTo>
                <a:lnTo>
                  <a:pt x="440111" y="8075"/>
                </a:lnTo>
                <a:lnTo>
                  <a:pt x="441633" y="8707"/>
                </a:lnTo>
                <a:lnTo>
                  <a:pt x="443125" y="9338"/>
                </a:lnTo>
                <a:lnTo>
                  <a:pt x="443369" y="9439"/>
                </a:lnTo>
                <a:lnTo>
                  <a:pt x="443635" y="9547"/>
                </a:lnTo>
                <a:lnTo>
                  <a:pt x="443915" y="9654"/>
                </a:lnTo>
                <a:lnTo>
                  <a:pt x="444195" y="9762"/>
                </a:lnTo>
                <a:lnTo>
                  <a:pt x="444467" y="9877"/>
                </a:lnTo>
                <a:lnTo>
                  <a:pt x="444726" y="9992"/>
                </a:lnTo>
                <a:lnTo>
                  <a:pt x="444963" y="10114"/>
                </a:lnTo>
                <a:lnTo>
                  <a:pt x="445185" y="10236"/>
                </a:lnTo>
                <a:lnTo>
                  <a:pt x="445357" y="10286"/>
                </a:lnTo>
                <a:lnTo>
                  <a:pt x="445551" y="10350"/>
                </a:lnTo>
                <a:lnTo>
                  <a:pt x="445745" y="10415"/>
                </a:lnTo>
                <a:lnTo>
                  <a:pt x="445946" y="10487"/>
                </a:lnTo>
                <a:lnTo>
                  <a:pt x="446362" y="10659"/>
                </a:lnTo>
                <a:lnTo>
                  <a:pt x="446778" y="10846"/>
                </a:lnTo>
                <a:lnTo>
                  <a:pt x="447209" y="11032"/>
                </a:lnTo>
                <a:lnTo>
                  <a:pt x="447618" y="11212"/>
                </a:lnTo>
                <a:lnTo>
                  <a:pt x="448013" y="11391"/>
                </a:lnTo>
                <a:lnTo>
                  <a:pt x="448379" y="11542"/>
                </a:lnTo>
                <a:lnTo>
                  <a:pt x="448932" y="11772"/>
                </a:lnTo>
                <a:lnTo>
                  <a:pt x="449499" y="12008"/>
                </a:lnTo>
                <a:lnTo>
                  <a:pt x="450073" y="12252"/>
                </a:lnTo>
                <a:lnTo>
                  <a:pt x="450654" y="12511"/>
                </a:lnTo>
                <a:lnTo>
                  <a:pt x="451250" y="12776"/>
                </a:lnTo>
                <a:lnTo>
                  <a:pt x="451845" y="13035"/>
                </a:lnTo>
                <a:lnTo>
                  <a:pt x="452456" y="13315"/>
                </a:lnTo>
                <a:lnTo>
                  <a:pt x="453051" y="13587"/>
                </a:lnTo>
                <a:lnTo>
                  <a:pt x="453654" y="13867"/>
                </a:lnTo>
                <a:lnTo>
                  <a:pt x="454243" y="14147"/>
                </a:lnTo>
                <a:lnTo>
                  <a:pt x="454838" y="14427"/>
                </a:lnTo>
                <a:lnTo>
                  <a:pt x="455420" y="14693"/>
                </a:lnTo>
                <a:lnTo>
                  <a:pt x="455987" y="14972"/>
                </a:lnTo>
                <a:lnTo>
                  <a:pt x="456539" y="15245"/>
                </a:lnTo>
                <a:lnTo>
                  <a:pt x="457078" y="15518"/>
                </a:lnTo>
                <a:lnTo>
                  <a:pt x="457594" y="15776"/>
                </a:lnTo>
                <a:lnTo>
                  <a:pt x="458341" y="16157"/>
                </a:lnTo>
                <a:lnTo>
                  <a:pt x="459087" y="16544"/>
                </a:lnTo>
                <a:lnTo>
                  <a:pt x="459841" y="16932"/>
                </a:lnTo>
                <a:lnTo>
                  <a:pt x="460580" y="17319"/>
                </a:lnTo>
                <a:lnTo>
                  <a:pt x="461319" y="17714"/>
                </a:lnTo>
                <a:lnTo>
                  <a:pt x="462044" y="18109"/>
                </a:lnTo>
                <a:lnTo>
                  <a:pt x="462776" y="18511"/>
                </a:lnTo>
                <a:lnTo>
                  <a:pt x="463508" y="18913"/>
                </a:lnTo>
                <a:lnTo>
                  <a:pt x="464233" y="19322"/>
                </a:lnTo>
                <a:lnTo>
                  <a:pt x="464944" y="19731"/>
                </a:lnTo>
                <a:lnTo>
                  <a:pt x="465654" y="20140"/>
                </a:lnTo>
                <a:lnTo>
                  <a:pt x="466357" y="20549"/>
                </a:lnTo>
                <a:lnTo>
                  <a:pt x="467054" y="20958"/>
                </a:lnTo>
                <a:lnTo>
                  <a:pt x="467750" y="21382"/>
                </a:lnTo>
                <a:lnTo>
                  <a:pt x="468439" y="21798"/>
                </a:lnTo>
                <a:lnTo>
                  <a:pt x="469106" y="22228"/>
                </a:lnTo>
                <a:lnTo>
                  <a:pt x="469810" y="22666"/>
                </a:lnTo>
                <a:lnTo>
                  <a:pt x="470506" y="23104"/>
                </a:lnTo>
                <a:lnTo>
                  <a:pt x="471195" y="23542"/>
                </a:lnTo>
                <a:lnTo>
                  <a:pt x="471884" y="23973"/>
                </a:lnTo>
                <a:lnTo>
                  <a:pt x="472566" y="24417"/>
                </a:lnTo>
                <a:lnTo>
                  <a:pt x="473247" y="24855"/>
                </a:lnTo>
                <a:lnTo>
                  <a:pt x="473929" y="25300"/>
                </a:lnTo>
                <a:lnTo>
                  <a:pt x="474604" y="25760"/>
                </a:lnTo>
                <a:lnTo>
                  <a:pt x="475314" y="26233"/>
                </a:lnTo>
                <a:lnTo>
                  <a:pt x="476011" y="26714"/>
                </a:lnTo>
                <a:lnTo>
                  <a:pt x="476692" y="27181"/>
                </a:lnTo>
                <a:lnTo>
                  <a:pt x="477345" y="27647"/>
                </a:lnTo>
                <a:lnTo>
                  <a:pt x="477999" y="28106"/>
                </a:lnTo>
                <a:lnTo>
                  <a:pt x="478630" y="28566"/>
                </a:lnTo>
                <a:lnTo>
                  <a:pt x="479262" y="29018"/>
                </a:lnTo>
                <a:lnTo>
                  <a:pt x="479886" y="29477"/>
                </a:lnTo>
                <a:lnTo>
                  <a:pt x="480503" y="29929"/>
                </a:lnTo>
                <a:lnTo>
                  <a:pt x="481121" y="30389"/>
                </a:lnTo>
                <a:lnTo>
                  <a:pt x="481745" y="30855"/>
                </a:lnTo>
                <a:lnTo>
                  <a:pt x="482369" y="31322"/>
                </a:lnTo>
                <a:lnTo>
                  <a:pt x="483008" y="31796"/>
                </a:lnTo>
                <a:lnTo>
                  <a:pt x="483647" y="32269"/>
                </a:lnTo>
                <a:lnTo>
                  <a:pt x="484300" y="32764"/>
                </a:lnTo>
                <a:lnTo>
                  <a:pt x="484975" y="33260"/>
                </a:lnTo>
                <a:lnTo>
                  <a:pt x="485599" y="33733"/>
                </a:lnTo>
                <a:lnTo>
                  <a:pt x="486231" y="34229"/>
                </a:lnTo>
                <a:lnTo>
                  <a:pt x="486862" y="34738"/>
                </a:lnTo>
                <a:lnTo>
                  <a:pt x="487487" y="35248"/>
                </a:lnTo>
                <a:lnTo>
                  <a:pt x="488104" y="35750"/>
                </a:lnTo>
                <a:lnTo>
                  <a:pt x="488721" y="36260"/>
                </a:lnTo>
                <a:lnTo>
                  <a:pt x="489338" y="36755"/>
                </a:lnTo>
                <a:lnTo>
                  <a:pt x="489934" y="37221"/>
                </a:lnTo>
                <a:lnTo>
                  <a:pt x="501891" y="47743"/>
                </a:lnTo>
                <a:lnTo>
                  <a:pt x="502121" y="47965"/>
                </a:lnTo>
                <a:lnTo>
                  <a:pt x="502343" y="48195"/>
                </a:lnTo>
                <a:lnTo>
                  <a:pt x="502551" y="48425"/>
                </a:lnTo>
                <a:lnTo>
                  <a:pt x="502752" y="48654"/>
                </a:lnTo>
                <a:lnTo>
                  <a:pt x="502953" y="48884"/>
                </a:lnTo>
                <a:lnTo>
                  <a:pt x="503140" y="49107"/>
                </a:lnTo>
                <a:lnTo>
                  <a:pt x="503326" y="49322"/>
                </a:lnTo>
                <a:lnTo>
                  <a:pt x="503527" y="49516"/>
                </a:lnTo>
                <a:lnTo>
                  <a:pt x="504101" y="50083"/>
                </a:lnTo>
                <a:lnTo>
                  <a:pt x="504719" y="50707"/>
                </a:lnTo>
                <a:lnTo>
                  <a:pt x="505357" y="51367"/>
                </a:lnTo>
                <a:lnTo>
                  <a:pt x="505996" y="52056"/>
                </a:lnTo>
                <a:lnTo>
                  <a:pt x="506642" y="52753"/>
                </a:lnTo>
                <a:lnTo>
                  <a:pt x="507245" y="53442"/>
                </a:lnTo>
                <a:lnTo>
                  <a:pt x="507539" y="53779"/>
                </a:lnTo>
                <a:lnTo>
                  <a:pt x="507819" y="54116"/>
                </a:lnTo>
                <a:lnTo>
                  <a:pt x="508092" y="54439"/>
                </a:lnTo>
                <a:lnTo>
                  <a:pt x="508336" y="54741"/>
                </a:lnTo>
                <a:lnTo>
                  <a:pt x="508917" y="55458"/>
                </a:lnTo>
                <a:lnTo>
                  <a:pt x="509427" y="56097"/>
                </a:lnTo>
                <a:lnTo>
                  <a:pt x="509664" y="56398"/>
                </a:lnTo>
                <a:lnTo>
                  <a:pt x="509886" y="56700"/>
                </a:lnTo>
                <a:lnTo>
                  <a:pt x="510101" y="56994"/>
                </a:lnTo>
                <a:lnTo>
                  <a:pt x="510317" y="57281"/>
                </a:lnTo>
                <a:lnTo>
                  <a:pt x="510525" y="57583"/>
                </a:lnTo>
                <a:lnTo>
                  <a:pt x="510726" y="57891"/>
                </a:lnTo>
                <a:lnTo>
                  <a:pt x="510934" y="58200"/>
                </a:lnTo>
                <a:lnTo>
                  <a:pt x="511142" y="58530"/>
                </a:lnTo>
                <a:lnTo>
                  <a:pt x="511350" y="58875"/>
                </a:lnTo>
                <a:lnTo>
                  <a:pt x="511573" y="59241"/>
                </a:lnTo>
                <a:lnTo>
                  <a:pt x="511802" y="59643"/>
                </a:lnTo>
                <a:lnTo>
                  <a:pt x="512046" y="60066"/>
                </a:lnTo>
                <a:lnTo>
                  <a:pt x="512197" y="60346"/>
                </a:lnTo>
                <a:lnTo>
                  <a:pt x="512355" y="60683"/>
                </a:lnTo>
                <a:lnTo>
                  <a:pt x="512534" y="61049"/>
                </a:lnTo>
                <a:lnTo>
                  <a:pt x="512714" y="61458"/>
                </a:lnTo>
                <a:lnTo>
                  <a:pt x="512900" y="61896"/>
                </a:lnTo>
                <a:lnTo>
                  <a:pt x="513087" y="62363"/>
                </a:lnTo>
                <a:lnTo>
                  <a:pt x="513259" y="62851"/>
                </a:lnTo>
                <a:lnTo>
                  <a:pt x="513432" y="63339"/>
                </a:lnTo>
                <a:lnTo>
                  <a:pt x="513589" y="63841"/>
                </a:lnTo>
                <a:lnTo>
                  <a:pt x="513733" y="64343"/>
                </a:lnTo>
                <a:lnTo>
                  <a:pt x="513790" y="64588"/>
                </a:lnTo>
                <a:lnTo>
                  <a:pt x="513848" y="64839"/>
                </a:lnTo>
                <a:lnTo>
                  <a:pt x="513905" y="65083"/>
                </a:lnTo>
                <a:lnTo>
                  <a:pt x="513948" y="65320"/>
                </a:lnTo>
                <a:lnTo>
                  <a:pt x="513991" y="65549"/>
                </a:lnTo>
                <a:lnTo>
                  <a:pt x="514020" y="65779"/>
                </a:lnTo>
                <a:lnTo>
                  <a:pt x="514042" y="66001"/>
                </a:lnTo>
                <a:lnTo>
                  <a:pt x="514056" y="66217"/>
                </a:lnTo>
                <a:lnTo>
                  <a:pt x="514063" y="66425"/>
                </a:lnTo>
                <a:lnTo>
                  <a:pt x="514063" y="66626"/>
                </a:lnTo>
                <a:lnTo>
                  <a:pt x="514049" y="66812"/>
                </a:lnTo>
                <a:lnTo>
                  <a:pt x="514020" y="66992"/>
                </a:lnTo>
                <a:lnTo>
                  <a:pt x="513948" y="67401"/>
                </a:lnTo>
                <a:lnTo>
                  <a:pt x="513869" y="67796"/>
                </a:lnTo>
                <a:lnTo>
                  <a:pt x="513783" y="68190"/>
                </a:lnTo>
                <a:lnTo>
                  <a:pt x="513683" y="68564"/>
                </a:lnTo>
                <a:lnTo>
                  <a:pt x="513589" y="68944"/>
                </a:lnTo>
                <a:lnTo>
                  <a:pt x="513482" y="69310"/>
                </a:lnTo>
                <a:lnTo>
                  <a:pt x="513367" y="69676"/>
                </a:lnTo>
                <a:lnTo>
                  <a:pt x="513245" y="70028"/>
                </a:lnTo>
                <a:lnTo>
                  <a:pt x="513116" y="70372"/>
                </a:lnTo>
                <a:lnTo>
                  <a:pt x="512979" y="70717"/>
                </a:lnTo>
                <a:lnTo>
                  <a:pt x="512843" y="71054"/>
                </a:lnTo>
                <a:lnTo>
                  <a:pt x="512699" y="71384"/>
                </a:lnTo>
                <a:lnTo>
                  <a:pt x="512542" y="71714"/>
                </a:lnTo>
                <a:lnTo>
                  <a:pt x="512391" y="72037"/>
                </a:lnTo>
                <a:lnTo>
                  <a:pt x="512226" y="72353"/>
                </a:lnTo>
                <a:lnTo>
                  <a:pt x="512061" y="72669"/>
                </a:lnTo>
                <a:lnTo>
                  <a:pt x="511888" y="72985"/>
                </a:lnTo>
                <a:lnTo>
                  <a:pt x="511709" y="73286"/>
                </a:lnTo>
                <a:lnTo>
                  <a:pt x="511522" y="73595"/>
                </a:lnTo>
                <a:lnTo>
                  <a:pt x="511336" y="73896"/>
                </a:lnTo>
                <a:lnTo>
                  <a:pt x="511149" y="74190"/>
                </a:lnTo>
                <a:lnTo>
                  <a:pt x="510948" y="74492"/>
                </a:lnTo>
                <a:lnTo>
                  <a:pt x="510755" y="74793"/>
                </a:lnTo>
                <a:lnTo>
                  <a:pt x="510546" y="75088"/>
                </a:lnTo>
                <a:lnTo>
                  <a:pt x="510137" y="75669"/>
                </a:lnTo>
                <a:lnTo>
                  <a:pt x="509699" y="76265"/>
                </a:lnTo>
                <a:lnTo>
                  <a:pt x="509262" y="76846"/>
                </a:lnTo>
                <a:lnTo>
                  <a:pt x="508810" y="77434"/>
                </a:lnTo>
                <a:lnTo>
                  <a:pt x="508558" y="77750"/>
                </a:lnTo>
                <a:lnTo>
                  <a:pt x="508314" y="78052"/>
                </a:lnTo>
                <a:lnTo>
                  <a:pt x="508185" y="78202"/>
                </a:lnTo>
                <a:lnTo>
                  <a:pt x="508049" y="78339"/>
                </a:lnTo>
                <a:lnTo>
                  <a:pt x="507912" y="78482"/>
                </a:lnTo>
                <a:lnTo>
                  <a:pt x="507762" y="78611"/>
                </a:lnTo>
                <a:lnTo>
                  <a:pt x="507683" y="78726"/>
                </a:lnTo>
                <a:lnTo>
                  <a:pt x="507503" y="78927"/>
                </a:lnTo>
                <a:lnTo>
                  <a:pt x="507252" y="79207"/>
                </a:lnTo>
                <a:lnTo>
                  <a:pt x="506929" y="79552"/>
                </a:lnTo>
                <a:lnTo>
                  <a:pt x="506556" y="79954"/>
                </a:lnTo>
                <a:lnTo>
                  <a:pt x="506140" y="80399"/>
                </a:lnTo>
                <a:lnTo>
                  <a:pt x="505688" y="80872"/>
                </a:lnTo>
                <a:lnTo>
                  <a:pt x="505221" y="81353"/>
                </a:lnTo>
                <a:lnTo>
                  <a:pt x="504747" y="81841"/>
                </a:lnTo>
                <a:lnTo>
                  <a:pt x="504274" y="82322"/>
                </a:lnTo>
                <a:lnTo>
                  <a:pt x="503822" y="82789"/>
                </a:lnTo>
                <a:lnTo>
                  <a:pt x="503405" y="83219"/>
                </a:lnTo>
                <a:lnTo>
                  <a:pt x="503018" y="83607"/>
                </a:lnTo>
                <a:lnTo>
                  <a:pt x="502680" y="83944"/>
                </a:lnTo>
                <a:lnTo>
                  <a:pt x="502415" y="84210"/>
                </a:lnTo>
                <a:lnTo>
                  <a:pt x="502221" y="84389"/>
                </a:lnTo>
                <a:lnTo>
                  <a:pt x="501984" y="84619"/>
                </a:lnTo>
                <a:lnTo>
                  <a:pt x="501747" y="84856"/>
                </a:lnTo>
                <a:lnTo>
                  <a:pt x="501518" y="85071"/>
                </a:lnTo>
                <a:lnTo>
                  <a:pt x="501288" y="85293"/>
                </a:lnTo>
                <a:lnTo>
                  <a:pt x="501058" y="85516"/>
                </a:lnTo>
                <a:lnTo>
                  <a:pt x="500822" y="85745"/>
                </a:lnTo>
                <a:lnTo>
                  <a:pt x="500592" y="85975"/>
                </a:lnTo>
                <a:lnTo>
                  <a:pt x="500355" y="86219"/>
                </a:lnTo>
                <a:lnTo>
                  <a:pt x="498848" y="87561"/>
                </a:lnTo>
                <a:lnTo>
                  <a:pt x="498697" y="87705"/>
                </a:lnTo>
                <a:lnTo>
                  <a:pt x="498597" y="87798"/>
                </a:lnTo>
                <a:lnTo>
                  <a:pt x="498511" y="87884"/>
                </a:lnTo>
                <a:lnTo>
                  <a:pt x="498360" y="87999"/>
                </a:lnTo>
                <a:lnTo>
                  <a:pt x="498101" y="88214"/>
                </a:lnTo>
                <a:lnTo>
                  <a:pt x="497771" y="88480"/>
                </a:lnTo>
                <a:lnTo>
                  <a:pt x="497405" y="88796"/>
                </a:lnTo>
                <a:lnTo>
                  <a:pt x="497003" y="89147"/>
                </a:lnTo>
                <a:lnTo>
                  <a:pt x="496573" y="89535"/>
                </a:lnTo>
                <a:lnTo>
                  <a:pt x="496121" y="89930"/>
                </a:lnTo>
                <a:lnTo>
                  <a:pt x="495654" y="90339"/>
                </a:lnTo>
                <a:lnTo>
                  <a:pt x="495180" y="90755"/>
                </a:lnTo>
                <a:lnTo>
                  <a:pt x="494714" y="91157"/>
                </a:lnTo>
                <a:lnTo>
                  <a:pt x="494269" y="91552"/>
                </a:lnTo>
                <a:lnTo>
                  <a:pt x="493838" y="91918"/>
                </a:lnTo>
                <a:lnTo>
                  <a:pt x="493444" y="92255"/>
                </a:lnTo>
                <a:lnTo>
                  <a:pt x="493077" y="92549"/>
                </a:lnTo>
                <a:lnTo>
                  <a:pt x="492769" y="92786"/>
                </a:lnTo>
                <a:lnTo>
                  <a:pt x="492640" y="92887"/>
                </a:lnTo>
                <a:lnTo>
                  <a:pt x="492518" y="92973"/>
                </a:lnTo>
                <a:lnTo>
                  <a:pt x="492410" y="93037"/>
                </a:lnTo>
                <a:lnTo>
                  <a:pt x="492317" y="93088"/>
                </a:lnTo>
                <a:lnTo>
                  <a:pt x="492238" y="93174"/>
                </a:lnTo>
                <a:lnTo>
                  <a:pt x="492101" y="93303"/>
                </a:lnTo>
                <a:lnTo>
                  <a:pt x="491922" y="93461"/>
                </a:lnTo>
                <a:lnTo>
                  <a:pt x="491700" y="93647"/>
                </a:lnTo>
                <a:lnTo>
                  <a:pt x="491140" y="94107"/>
                </a:lnTo>
                <a:lnTo>
                  <a:pt x="490451" y="94667"/>
                </a:lnTo>
                <a:lnTo>
                  <a:pt x="489654" y="95298"/>
                </a:lnTo>
                <a:lnTo>
                  <a:pt x="488786" y="95987"/>
                </a:lnTo>
                <a:lnTo>
                  <a:pt x="487860" y="96712"/>
                </a:lnTo>
                <a:lnTo>
                  <a:pt x="486905" y="97451"/>
                </a:lnTo>
                <a:lnTo>
                  <a:pt x="485951" y="98183"/>
                </a:lnTo>
                <a:lnTo>
                  <a:pt x="485018" y="98894"/>
                </a:lnTo>
                <a:lnTo>
                  <a:pt x="484135" y="99569"/>
                </a:lnTo>
                <a:lnTo>
                  <a:pt x="483324" y="100179"/>
                </a:lnTo>
                <a:lnTo>
                  <a:pt x="482621" y="100695"/>
                </a:lnTo>
                <a:lnTo>
                  <a:pt x="482032" y="101112"/>
                </a:lnTo>
                <a:lnTo>
                  <a:pt x="481795" y="101284"/>
                </a:lnTo>
                <a:lnTo>
                  <a:pt x="481601" y="101420"/>
                </a:lnTo>
                <a:lnTo>
                  <a:pt x="481451" y="101506"/>
                </a:lnTo>
                <a:lnTo>
                  <a:pt x="481343" y="101571"/>
                </a:lnTo>
                <a:lnTo>
                  <a:pt x="481106" y="101765"/>
                </a:lnTo>
                <a:lnTo>
                  <a:pt x="480733" y="102045"/>
                </a:lnTo>
                <a:lnTo>
                  <a:pt x="480245" y="102396"/>
                </a:lnTo>
                <a:lnTo>
                  <a:pt x="479671" y="102805"/>
                </a:lnTo>
                <a:lnTo>
                  <a:pt x="479011" y="103265"/>
                </a:lnTo>
                <a:lnTo>
                  <a:pt x="478314" y="103760"/>
                </a:lnTo>
                <a:lnTo>
                  <a:pt x="477568" y="104269"/>
                </a:lnTo>
                <a:lnTo>
                  <a:pt x="476814" y="104786"/>
                </a:lnTo>
                <a:lnTo>
                  <a:pt x="476054" y="105303"/>
                </a:lnTo>
                <a:lnTo>
                  <a:pt x="475314" y="105798"/>
                </a:lnTo>
                <a:lnTo>
                  <a:pt x="474618" y="106265"/>
                </a:lnTo>
                <a:lnTo>
                  <a:pt x="473979" y="106681"/>
                </a:lnTo>
                <a:lnTo>
                  <a:pt x="473420" y="107033"/>
                </a:lnTo>
                <a:lnTo>
                  <a:pt x="472953" y="107327"/>
                </a:lnTo>
                <a:lnTo>
                  <a:pt x="472752" y="107442"/>
                </a:lnTo>
                <a:lnTo>
                  <a:pt x="472601" y="107528"/>
                </a:lnTo>
                <a:lnTo>
                  <a:pt x="472465" y="107592"/>
                </a:lnTo>
                <a:lnTo>
                  <a:pt x="472379" y="107636"/>
                </a:lnTo>
                <a:lnTo>
                  <a:pt x="472307" y="107707"/>
                </a:lnTo>
                <a:lnTo>
                  <a:pt x="472171" y="107808"/>
                </a:lnTo>
                <a:lnTo>
                  <a:pt x="471991" y="107930"/>
                </a:lnTo>
                <a:lnTo>
                  <a:pt x="471762" y="108088"/>
                </a:lnTo>
                <a:lnTo>
                  <a:pt x="471180" y="108454"/>
                </a:lnTo>
                <a:lnTo>
                  <a:pt x="470441" y="108920"/>
                </a:lnTo>
                <a:lnTo>
                  <a:pt x="469580" y="109444"/>
                </a:lnTo>
                <a:lnTo>
                  <a:pt x="468625" y="110011"/>
                </a:lnTo>
                <a:lnTo>
                  <a:pt x="467606" y="110607"/>
                </a:lnTo>
                <a:lnTo>
                  <a:pt x="466537" y="111231"/>
                </a:lnTo>
                <a:lnTo>
                  <a:pt x="465460" y="111848"/>
                </a:lnTo>
                <a:lnTo>
                  <a:pt x="464405" y="112459"/>
                </a:lnTo>
                <a:lnTo>
                  <a:pt x="463386" y="113025"/>
                </a:lnTo>
                <a:lnTo>
                  <a:pt x="462439" y="113549"/>
                </a:lnTo>
                <a:lnTo>
                  <a:pt x="461585" y="114016"/>
                </a:lnTo>
                <a:lnTo>
                  <a:pt x="460867" y="114396"/>
                </a:lnTo>
                <a:lnTo>
                  <a:pt x="460558" y="114561"/>
                </a:lnTo>
                <a:lnTo>
                  <a:pt x="460300" y="114683"/>
                </a:lnTo>
                <a:lnTo>
                  <a:pt x="460078" y="114791"/>
                </a:lnTo>
                <a:lnTo>
                  <a:pt x="459905" y="114863"/>
                </a:lnTo>
                <a:lnTo>
                  <a:pt x="459647" y="115021"/>
                </a:lnTo>
                <a:lnTo>
                  <a:pt x="459389" y="115179"/>
                </a:lnTo>
                <a:lnTo>
                  <a:pt x="459109" y="115329"/>
                </a:lnTo>
                <a:lnTo>
                  <a:pt x="458822" y="115487"/>
                </a:lnTo>
                <a:lnTo>
                  <a:pt x="458219" y="115781"/>
                </a:lnTo>
                <a:lnTo>
                  <a:pt x="457594" y="116076"/>
                </a:lnTo>
                <a:lnTo>
                  <a:pt x="456970" y="116370"/>
                </a:lnTo>
                <a:lnTo>
                  <a:pt x="456345" y="116657"/>
                </a:lnTo>
                <a:lnTo>
                  <a:pt x="455750" y="116930"/>
                </a:lnTo>
                <a:lnTo>
                  <a:pt x="455183" y="117210"/>
                </a:lnTo>
                <a:lnTo>
                  <a:pt x="454889" y="117360"/>
                </a:lnTo>
                <a:lnTo>
                  <a:pt x="454587" y="117497"/>
                </a:lnTo>
                <a:lnTo>
                  <a:pt x="454286" y="117640"/>
                </a:lnTo>
                <a:lnTo>
                  <a:pt x="453984" y="117770"/>
                </a:lnTo>
                <a:lnTo>
                  <a:pt x="453690" y="117913"/>
                </a:lnTo>
                <a:lnTo>
                  <a:pt x="453381" y="118042"/>
                </a:lnTo>
                <a:lnTo>
                  <a:pt x="453080" y="118171"/>
                </a:lnTo>
                <a:lnTo>
                  <a:pt x="452786" y="118315"/>
                </a:lnTo>
                <a:lnTo>
                  <a:pt x="452520" y="118437"/>
                </a:lnTo>
                <a:lnTo>
                  <a:pt x="452226" y="118581"/>
                </a:lnTo>
                <a:lnTo>
                  <a:pt x="451896" y="118731"/>
                </a:lnTo>
                <a:lnTo>
                  <a:pt x="451551" y="118889"/>
                </a:lnTo>
                <a:lnTo>
                  <a:pt x="451214" y="119047"/>
                </a:lnTo>
                <a:lnTo>
                  <a:pt x="450884" y="119176"/>
                </a:lnTo>
                <a:lnTo>
                  <a:pt x="450575" y="119291"/>
                </a:lnTo>
                <a:lnTo>
                  <a:pt x="450310" y="119377"/>
                </a:lnTo>
                <a:lnTo>
                  <a:pt x="449965" y="119557"/>
                </a:lnTo>
                <a:lnTo>
                  <a:pt x="449578" y="119729"/>
                </a:lnTo>
                <a:lnTo>
                  <a:pt x="449168" y="119908"/>
                </a:lnTo>
                <a:lnTo>
                  <a:pt x="448745" y="120081"/>
                </a:lnTo>
                <a:lnTo>
                  <a:pt x="448307" y="120253"/>
                </a:lnTo>
                <a:lnTo>
                  <a:pt x="447884" y="120418"/>
                </a:lnTo>
                <a:lnTo>
                  <a:pt x="447467" y="120569"/>
                </a:lnTo>
                <a:lnTo>
                  <a:pt x="447094" y="120726"/>
                </a:lnTo>
                <a:lnTo>
                  <a:pt x="446743" y="120870"/>
                </a:lnTo>
                <a:lnTo>
                  <a:pt x="446262" y="121057"/>
                </a:lnTo>
                <a:lnTo>
                  <a:pt x="445688" y="121286"/>
                </a:lnTo>
                <a:lnTo>
                  <a:pt x="445034" y="121559"/>
                </a:lnTo>
                <a:lnTo>
                  <a:pt x="444302" y="121846"/>
                </a:lnTo>
                <a:lnTo>
                  <a:pt x="443520" y="122162"/>
                </a:lnTo>
                <a:lnTo>
                  <a:pt x="442716" y="122485"/>
                </a:lnTo>
                <a:lnTo>
                  <a:pt x="441905" y="122815"/>
                </a:lnTo>
                <a:lnTo>
                  <a:pt x="441087" y="123131"/>
                </a:lnTo>
                <a:lnTo>
                  <a:pt x="440298" y="123447"/>
                </a:lnTo>
                <a:lnTo>
                  <a:pt x="439558" y="123734"/>
                </a:lnTo>
                <a:lnTo>
                  <a:pt x="438884" y="123999"/>
                </a:lnTo>
                <a:lnTo>
                  <a:pt x="438281" y="124222"/>
                </a:lnTo>
                <a:lnTo>
                  <a:pt x="437778" y="124401"/>
                </a:lnTo>
                <a:lnTo>
                  <a:pt x="437405" y="124530"/>
                </a:lnTo>
                <a:lnTo>
                  <a:pt x="437154" y="124602"/>
                </a:lnTo>
                <a:lnTo>
                  <a:pt x="437039" y="124660"/>
                </a:lnTo>
                <a:lnTo>
                  <a:pt x="436853" y="124753"/>
                </a:lnTo>
                <a:lnTo>
                  <a:pt x="436594" y="124868"/>
                </a:lnTo>
                <a:lnTo>
                  <a:pt x="436278" y="124990"/>
                </a:lnTo>
                <a:lnTo>
                  <a:pt x="435503" y="125284"/>
                </a:lnTo>
                <a:lnTo>
                  <a:pt x="434635" y="125607"/>
                </a:lnTo>
                <a:lnTo>
                  <a:pt x="433738" y="125915"/>
                </a:lnTo>
                <a:lnTo>
                  <a:pt x="432912" y="126217"/>
                </a:lnTo>
                <a:lnTo>
                  <a:pt x="432231" y="126454"/>
                </a:lnTo>
                <a:lnTo>
                  <a:pt x="431786" y="126597"/>
                </a:lnTo>
                <a:lnTo>
                  <a:pt x="430673" y="126971"/>
                </a:lnTo>
                <a:lnTo>
                  <a:pt x="429582" y="127329"/>
                </a:lnTo>
                <a:lnTo>
                  <a:pt x="428499" y="127674"/>
                </a:lnTo>
                <a:lnTo>
                  <a:pt x="427422" y="128011"/>
                </a:lnTo>
                <a:lnTo>
                  <a:pt x="426360" y="128341"/>
                </a:lnTo>
                <a:lnTo>
                  <a:pt x="425283" y="128664"/>
                </a:lnTo>
                <a:lnTo>
                  <a:pt x="424214" y="128966"/>
                </a:lnTo>
                <a:lnTo>
                  <a:pt x="423137" y="129253"/>
                </a:lnTo>
                <a:lnTo>
                  <a:pt x="422599" y="129389"/>
                </a:lnTo>
                <a:lnTo>
                  <a:pt x="422054" y="129533"/>
                </a:lnTo>
                <a:lnTo>
                  <a:pt x="421508" y="129662"/>
                </a:lnTo>
                <a:lnTo>
                  <a:pt x="420970" y="129784"/>
                </a:lnTo>
                <a:lnTo>
                  <a:pt x="420417" y="129913"/>
                </a:lnTo>
                <a:lnTo>
                  <a:pt x="419857" y="130035"/>
                </a:lnTo>
                <a:lnTo>
                  <a:pt x="419312" y="130150"/>
                </a:lnTo>
                <a:lnTo>
                  <a:pt x="418752" y="130265"/>
                </a:lnTo>
                <a:lnTo>
                  <a:pt x="418185" y="130372"/>
                </a:lnTo>
                <a:lnTo>
                  <a:pt x="417611" y="130466"/>
                </a:lnTo>
                <a:lnTo>
                  <a:pt x="417044" y="130566"/>
                </a:lnTo>
                <a:lnTo>
                  <a:pt x="416463" y="130667"/>
                </a:lnTo>
                <a:lnTo>
                  <a:pt x="415881" y="130753"/>
                </a:lnTo>
                <a:lnTo>
                  <a:pt x="415286" y="130839"/>
                </a:lnTo>
                <a:lnTo>
                  <a:pt x="414690" y="130911"/>
                </a:lnTo>
                <a:lnTo>
                  <a:pt x="414087" y="130983"/>
                </a:lnTo>
                <a:lnTo>
                  <a:pt x="413664" y="131033"/>
                </a:lnTo>
                <a:lnTo>
                  <a:pt x="413226" y="131083"/>
                </a:lnTo>
                <a:lnTo>
                  <a:pt x="412795" y="131133"/>
                </a:lnTo>
                <a:lnTo>
                  <a:pt x="412365" y="131176"/>
                </a:lnTo>
                <a:lnTo>
                  <a:pt x="411927" y="131219"/>
                </a:lnTo>
                <a:lnTo>
                  <a:pt x="411496" y="131248"/>
                </a:lnTo>
                <a:lnTo>
                  <a:pt x="411058" y="131284"/>
                </a:lnTo>
                <a:lnTo>
                  <a:pt x="410621" y="131313"/>
                </a:lnTo>
                <a:lnTo>
                  <a:pt x="410176" y="131341"/>
                </a:lnTo>
                <a:lnTo>
                  <a:pt x="409745" y="131363"/>
                </a:lnTo>
                <a:lnTo>
                  <a:pt x="409307" y="131377"/>
                </a:lnTo>
                <a:lnTo>
                  <a:pt x="408862" y="131399"/>
                </a:lnTo>
                <a:lnTo>
                  <a:pt x="408432" y="131406"/>
                </a:lnTo>
                <a:lnTo>
                  <a:pt x="407994" y="131413"/>
                </a:lnTo>
                <a:lnTo>
                  <a:pt x="407556" y="131413"/>
                </a:lnTo>
                <a:lnTo>
                  <a:pt x="407133" y="131406"/>
                </a:lnTo>
                <a:lnTo>
                  <a:pt x="406910" y="131406"/>
                </a:lnTo>
                <a:lnTo>
                  <a:pt x="406702" y="131399"/>
                </a:lnTo>
                <a:lnTo>
                  <a:pt x="406494" y="131377"/>
                </a:lnTo>
                <a:lnTo>
                  <a:pt x="406286" y="131363"/>
                </a:lnTo>
                <a:lnTo>
                  <a:pt x="406092" y="131341"/>
                </a:lnTo>
                <a:lnTo>
                  <a:pt x="405891" y="131313"/>
                </a:lnTo>
                <a:lnTo>
                  <a:pt x="405697" y="131284"/>
                </a:lnTo>
                <a:lnTo>
                  <a:pt x="405503" y="131248"/>
                </a:lnTo>
                <a:lnTo>
                  <a:pt x="405130" y="131176"/>
                </a:lnTo>
                <a:lnTo>
                  <a:pt x="404764" y="131083"/>
                </a:lnTo>
                <a:lnTo>
                  <a:pt x="404412" y="130975"/>
                </a:lnTo>
                <a:lnTo>
                  <a:pt x="404068" y="130853"/>
                </a:lnTo>
                <a:lnTo>
                  <a:pt x="403738" y="130724"/>
                </a:lnTo>
                <a:lnTo>
                  <a:pt x="403422" y="130581"/>
                </a:lnTo>
                <a:lnTo>
                  <a:pt x="403106" y="130437"/>
                </a:lnTo>
                <a:lnTo>
                  <a:pt x="402805" y="130272"/>
                </a:lnTo>
                <a:lnTo>
                  <a:pt x="402511" y="130100"/>
                </a:lnTo>
                <a:lnTo>
                  <a:pt x="402216" y="129920"/>
                </a:lnTo>
                <a:lnTo>
                  <a:pt x="401936" y="129727"/>
                </a:lnTo>
                <a:lnTo>
                  <a:pt x="401656" y="129533"/>
                </a:lnTo>
                <a:lnTo>
                  <a:pt x="401420" y="129353"/>
                </a:lnTo>
                <a:lnTo>
                  <a:pt x="401183" y="129174"/>
                </a:lnTo>
                <a:lnTo>
                  <a:pt x="400967" y="128973"/>
                </a:lnTo>
                <a:lnTo>
                  <a:pt x="400738" y="128779"/>
                </a:lnTo>
                <a:lnTo>
                  <a:pt x="400515" y="128571"/>
                </a:lnTo>
                <a:lnTo>
                  <a:pt x="400300" y="128356"/>
                </a:lnTo>
                <a:lnTo>
                  <a:pt x="400085" y="128133"/>
                </a:lnTo>
                <a:lnTo>
                  <a:pt x="399869" y="127911"/>
                </a:lnTo>
                <a:lnTo>
                  <a:pt x="399668" y="127674"/>
                </a:lnTo>
                <a:lnTo>
                  <a:pt x="399460" y="127437"/>
                </a:lnTo>
                <a:lnTo>
                  <a:pt x="399267" y="127193"/>
                </a:lnTo>
                <a:lnTo>
                  <a:pt x="399066" y="126942"/>
                </a:lnTo>
                <a:lnTo>
                  <a:pt x="398872" y="126683"/>
                </a:lnTo>
                <a:lnTo>
                  <a:pt x="398678" y="126418"/>
                </a:lnTo>
                <a:lnTo>
                  <a:pt x="398491" y="126145"/>
                </a:lnTo>
                <a:lnTo>
                  <a:pt x="398305" y="125872"/>
                </a:lnTo>
                <a:lnTo>
                  <a:pt x="398125" y="125593"/>
                </a:lnTo>
                <a:lnTo>
                  <a:pt x="397946" y="125305"/>
                </a:lnTo>
                <a:lnTo>
                  <a:pt x="397767" y="125004"/>
                </a:lnTo>
                <a:lnTo>
                  <a:pt x="397594" y="124710"/>
                </a:lnTo>
                <a:lnTo>
                  <a:pt x="397422" y="124408"/>
                </a:lnTo>
                <a:lnTo>
                  <a:pt x="397250" y="124093"/>
                </a:lnTo>
                <a:lnTo>
                  <a:pt x="397092" y="123784"/>
                </a:lnTo>
                <a:lnTo>
                  <a:pt x="396927" y="123461"/>
                </a:lnTo>
                <a:lnTo>
                  <a:pt x="396769" y="123131"/>
                </a:lnTo>
                <a:lnTo>
                  <a:pt x="396611" y="122808"/>
                </a:lnTo>
                <a:lnTo>
                  <a:pt x="396453" y="122471"/>
                </a:lnTo>
                <a:lnTo>
                  <a:pt x="396302" y="122133"/>
                </a:lnTo>
                <a:lnTo>
                  <a:pt x="396001" y="121437"/>
                </a:lnTo>
                <a:lnTo>
                  <a:pt x="395714" y="120726"/>
                </a:lnTo>
                <a:lnTo>
                  <a:pt x="395477" y="120109"/>
                </a:lnTo>
                <a:lnTo>
                  <a:pt x="395240" y="119470"/>
                </a:lnTo>
                <a:lnTo>
                  <a:pt x="395003" y="118825"/>
                </a:lnTo>
                <a:lnTo>
                  <a:pt x="394774" y="118143"/>
                </a:lnTo>
                <a:lnTo>
                  <a:pt x="394544" y="117454"/>
                </a:lnTo>
                <a:lnTo>
                  <a:pt x="394322" y="116743"/>
                </a:lnTo>
                <a:lnTo>
                  <a:pt x="394099" y="116018"/>
                </a:lnTo>
                <a:lnTo>
                  <a:pt x="393877" y="115293"/>
                </a:lnTo>
                <a:lnTo>
                  <a:pt x="393661" y="114540"/>
                </a:lnTo>
                <a:lnTo>
                  <a:pt x="393453" y="113786"/>
                </a:lnTo>
                <a:lnTo>
                  <a:pt x="393238" y="113018"/>
                </a:lnTo>
                <a:lnTo>
                  <a:pt x="393030" y="112243"/>
                </a:lnTo>
                <a:lnTo>
                  <a:pt x="392836" y="111461"/>
                </a:lnTo>
                <a:lnTo>
                  <a:pt x="392628" y="110671"/>
                </a:lnTo>
                <a:lnTo>
                  <a:pt x="392441" y="109889"/>
                </a:lnTo>
                <a:lnTo>
                  <a:pt x="392240" y="109092"/>
                </a:lnTo>
                <a:lnTo>
                  <a:pt x="391874" y="107506"/>
                </a:lnTo>
                <a:lnTo>
                  <a:pt x="391530" y="105913"/>
                </a:lnTo>
                <a:lnTo>
                  <a:pt x="391192" y="104341"/>
                </a:lnTo>
                <a:lnTo>
                  <a:pt x="390877" y="102791"/>
                </a:lnTo>
                <a:lnTo>
                  <a:pt x="390582" y="101269"/>
                </a:lnTo>
                <a:lnTo>
                  <a:pt x="390317" y="99798"/>
                </a:lnTo>
                <a:lnTo>
                  <a:pt x="390066" y="98377"/>
                </a:lnTo>
                <a:lnTo>
                  <a:pt x="389836" y="97028"/>
                </a:lnTo>
                <a:lnTo>
                  <a:pt x="389714" y="96217"/>
                </a:lnTo>
                <a:lnTo>
                  <a:pt x="389585" y="95406"/>
                </a:lnTo>
                <a:lnTo>
                  <a:pt x="389463" y="94595"/>
                </a:lnTo>
                <a:lnTo>
                  <a:pt x="389348" y="93777"/>
                </a:lnTo>
                <a:lnTo>
                  <a:pt x="389226" y="92966"/>
                </a:lnTo>
                <a:lnTo>
                  <a:pt x="389125" y="92147"/>
                </a:lnTo>
                <a:lnTo>
                  <a:pt x="389018" y="91329"/>
                </a:lnTo>
                <a:lnTo>
                  <a:pt x="388910" y="90511"/>
                </a:lnTo>
                <a:lnTo>
                  <a:pt x="388810" y="89700"/>
                </a:lnTo>
                <a:lnTo>
                  <a:pt x="388709" y="88875"/>
                </a:lnTo>
                <a:lnTo>
                  <a:pt x="388623" y="88056"/>
                </a:lnTo>
                <a:lnTo>
                  <a:pt x="388530" y="87231"/>
                </a:lnTo>
                <a:lnTo>
                  <a:pt x="388444" y="86413"/>
                </a:lnTo>
                <a:lnTo>
                  <a:pt x="388357" y="85595"/>
                </a:lnTo>
                <a:lnTo>
                  <a:pt x="388279" y="84769"/>
                </a:lnTo>
                <a:lnTo>
                  <a:pt x="388200" y="83951"/>
                </a:lnTo>
                <a:lnTo>
                  <a:pt x="388121" y="83076"/>
                </a:lnTo>
                <a:lnTo>
                  <a:pt x="388049" y="82207"/>
                </a:lnTo>
                <a:lnTo>
                  <a:pt x="387984" y="81339"/>
                </a:lnTo>
                <a:lnTo>
                  <a:pt x="387912" y="80478"/>
                </a:lnTo>
                <a:lnTo>
                  <a:pt x="387855" y="79602"/>
                </a:lnTo>
                <a:lnTo>
                  <a:pt x="387798" y="78741"/>
                </a:lnTo>
                <a:lnTo>
                  <a:pt x="387740" y="77879"/>
                </a:lnTo>
                <a:lnTo>
                  <a:pt x="387697" y="77018"/>
                </a:lnTo>
                <a:lnTo>
                  <a:pt x="387647" y="76157"/>
                </a:lnTo>
                <a:lnTo>
                  <a:pt x="387597" y="75289"/>
                </a:lnTo>
                <a:lnTo>
                  <a:pt x="387546" y="74420"/>
                </a:lnTo>
                <a:lnTo>
                  <a:pt x="387503" y="73559"/>
                </a:lnTo>
                <a:lnTo>
                  <a:pt x="387453" y="72690"/>
                </a:lnTo>
                <a:lnTo>
                  <a:pt x="387403" y="71815"/>
                </a:lnTo>
                <a:lnTo>
                  <a:pt x="387360" y="70946"/>
                </a:lnTo>
                <a:lnTo>
                  <a:pt x="387310" y="70071"/>
                </a:lnTo>
                <a:lnTo>
                  <a:pt x="387281" y="69482"/>
                </a:lnTo>
                <a:lnTo>
                  <a:pt x="387259" y="68894"/>
                </a:lnTo>
                <a:lnTo>
                  <a:pt x="387231" y="68312"/>
                </a:lnTo>
                <a:lnTo>
                  <a:pt x="387223" y="67731"/>
                </a:lnTo>
                <a:lnTo>
                  <a:pt x="387216" y="67135"/>
                </a:lnTo>
                <a:lnTo>
                  <a:pt x="387209" y="66554"/>
                </a:lnTo>
                <a:lnTo>
                  <a:pt x="387209" y="65958"/>
                </a:lnTo>
                <a:lnTo>
                  <a:pt x="387209" y="65377"/>
                </a:lnTo>
                <a:lnTo>
                  <a:pt x="387231" y="64207"/>
                </a:lnTo>
                <a:lnTo>
                  <a:pt x="387267" y="63030"/>
                </a:lnTo>
                <a:lnTo>
                  <a:pt x="387310" y="61860"/>
                </a:lnTo>
                <a:lnTo>
                  <a:pt x="387367" y="60690"/>
                </a:lnTo>
                <a:lnTo>
                  <a:pt x="387432" y="59520"/>
                </a:lnTo>
                <a:lnTo>
                  <a:pt x="387511" y="58351"/>
                </a:lnTo>
                <a:lnTo>
                  <a:pt x="387597" y="57181"/>
                </a:lnTo>
                <a:lnTo>
                  <a:pt x="387676" y="56018"/>
                </a:lnTo>
                <a:lnTo>
                  <a:pt x="387776" y="54855"/>
                </a:lnTo>
                <a:lnTo>
                  <a:pt x="387869" y="53693"/>
                </a:lnTo>
                <a:lnTo>
                  <a:pt x="387963" y="52530"/>
                </a:lnTo>
                <a:lnTo>
                  <a:pt x="388063" y="51375"/>
                </a:lnTo>
                <a:lnTo>
                  <a:pt x="388121" y="50542"/>
                </a:lnTo>
                <a:lnTo>
                  <a:pt x="388192" y="49717"/>
                </a:lnTo>
                <a:lnTo>
                  <a:pt x="388271" y="48884"/>
                </a:lnTo>
                <a:lnTo>
                  <a:pt x="388357" y="48066"/>
                </a:lnTo>
                <a:lnTo>
                  <a:pt x="388451" y="47233"/>
                </a:lnTo>
                <a:lnTo>
                  <a:pt x="388537" y="46415"/>
                </a:lnTo>
                <a:lnTo>
                  <a:pt x="388637" y="45590"/>
                </a:lnTo>
                <a:lnTo>
                  <a:pt x="388745" y="44772"/>
                </a:lnTo>
                <a:lnTo>
                  <a:pt x="388853" y="43953"/>
                </a:lnTo>
                <a:lnTo>
                  <a:pt x="388960" y="43128"/>
                </a:lnTo>
                <a:lnTo>
                  <a:pt x="389068" y="42317"/>
                </a:lnTo>
                <a:lnTo>
                  <a:pt x="389183" y="41492"/>
                </a:lnTo>
                <a:lnTo>
                  <a:pt x="389283" y="40681"/>
                </a:lnTo>
                <a:lnTo>
                  <a:pt x="389391" y="39870"/>
                </a:lnTo>
                <a:lnTo>
                  <a:pt x="389506" y="39059"/>
                </a:lnTo>
                <a:lnTo>
                  <a:pt x="389613" y="38241"/>
                </a:lnTo>
                <a:lnTo>
                  <a:pt x="389692" y="37702"/>
                </a:lnTo>
                <a:lnTo>
                  <a:pt x="389764" y="37157"/>
                </a:lnTo>
                <a:lnTo>
                  <a:pt x="389843" y="36604"/>
                </a:lnTo>
                <a:lnTo>
                  <a:pt x="389936" y="36059"/>
                </a:lnTo>
                <a:lnTo>
                  <a:pt x="390023" y="35499"/>
                </a:lnTo>
                <a:lnTo>
                  <a:pt x="390116" y="34939"/>
                </a:lnTo>
                <a:lnTo>
                  <a:pt x="390216" y="34386"/>
                </a:lnTo>
                <a:lnTo>
                  <a:pt x="390317" y="33834"/>
                </a:lnTo>
                <a:lnTo>
                  <a:pt x="390417" y="33274"/>
                </a:lnTo>
                <a:lnTo>
                  <a:pt x="390518" y="32721"/>
                </a:lnTo>
                <a:lnTo>
                  <a:pt x="390625" y="32176"/>
                </a:lnTo>
                <a:lnTo>
                  <a:pt x="390733" y="31623"/>
                </a:lnTo>
                <a:lnTo>
                  <a:pt x="390841" y="31078"/>
                </a:lnTo>
                <a:lnTo>
                  <a:pt x="390956" y="30547"/>
                </a:lnTo>
                <a:lnTo>
                  <a:pt x="391063" y="30016"/>
                </a:lnTo>
                <a:lnTo>
                  <a:pt x="391178" y="29484"/>
                </a:lnTo>
                <a:lnTo>
                  <a:pt x="391293" y="28946"/>
                </a:lnTo>
                <a:lnTo>
                  <a:pt x="391408" y="28422"/>
                </a:lnTo>
                <a:lnTo>
                  <a:pt x="391523" y="27891"/>
                </a:lnTo>
                <a:lnTo>
                  <a:pt x="391637" y="27367"/>
                </a:lnTo>
                <a:lnTo>
                  <a:pt x="391752" y="26843"/>
                </a:lnTo>
                <a:lnTo>
                  <a:pt x="391867" y="26319"/>
                </a:lnTo>
                <a:lnTo>
                  <a:pt x="391989" y="25788"/>
                </a:lnTo>
                <a:lnTo>
                  <a:pt x="392111" y="25257"/>
                </a:lnTo>
                <a:lnTo>
                  <a:pt x="392204" y="24841"/>
                </a:lnTo>
                <a:lnTo>
                  <a:pt x="392319" y="24331"/>
                </a:lnTo>
                <a:lnTo>
                  <a:pt x="392448" y="23757"/>
                </a:lnTo>
                <a:lnTo>
                  <a:pt x="392585" y="23147"/>
                </a:lnTo>
                <a:lnTo>
                  <a:pt x="392735" y="22551"/>
                </a:lnTo>
                <a:lnTo>
                  <a:pt x="392879" y="22013"/>
                </a:lnTo>
                <a:lnTo>
                  <a:pt x="392951" y="21769"/>
                </a:lnTo>
                <a:lnTo>
                  <a:pt x="393015" y="21554"/>
                </a:lnTo>
                <a:lnTo>
                  <a:pt x="393080" y="21367"/>
                </a:lnTo>
                <a:lnTo>
                  <a:pt x="393145" y="21209"/>
                </a:lnTo>
                <a:lnTo>
                  <a:pt x="393209" y="20858"/>
                </a:lnTo>
                <a:lnTo>
                  <a:pt x="393302" y="20470"/>
                </a:lnTo>
                <a:lnTo>
                  <a:pt x="393410" y="20075"/>
                </a:lnTo>
                <a:lnTo>
                  <a:pt x="393525" y="19666"/>
                </a:lnTo>
                <a:lnTo>
                  <a:pt x="393640" y="19250"/>
                </a:lnTo>
                <a:lnTo>
                  <a:pt x="393762" y="18848"/>
                </a:lnTo>
                <a:lnTo>
                  <a:pt x="393877" y="18468"/>
                </a:lnTo>
                <a:lnTo>
                  <a:pt x="393984" y="18109"/>
                </a:lnTo>
                <a:lnTo>
                  <a:pt x="394099" y="17736"/>
                </a:lnTo>
                <a:lnTo>
                  <a:pt x="394214" y="17355"/>
                </a:lnTo>
                <a:lnTo>
                  <a:pt x="394329" y="16989"/>
                </a:lnTo>
                <a:lnTo>
                  <a:pt x="394444" y="16616"/>
                </a:lnTo>
                <a:lnTo>
                  <a:pt x="394551" y="16250"/>
                </a:lnTo>
                <a:lnTo>
                  <a:pt x="394666" y="15884"/>
                </a:lnTo>
                <a:lnTo>
                  <a:pt x="394781" y="15518"/>
                </a:lnTo>
                <a:lnTo>
                  <a:pt x="394896" y="15145"/>
                </a:lnTo>
                <a:lnTo>
                  <a:pt x="395111" y="14470"/>
                </a:lnTo>
                <a:lnTo>
                  <a:pt x="395341" y="13745"/>
                </a:lnTo>
                <a:lnTo>
                  <a:pt x="395585" y="12977"/>
                </a:lnTo>
                <a:lnTo>
                  <a:pt x="395850" y="12216"/>
                </a:lnTo>
                <a:lnTo>
                  <a:pt x="395979" y="11829"/>
                </a:lnTo>
                <a:lnTo>
                  <a:pt x="396116" y="11456"/>
                </a:lnTo>
                <a:lnTo>
                  <a:pt x="396259" y="11090"/>
                </a:lnTo>
                <a:lnTo>
                  <a:pt x="396396" y="10738"/>
                </a:lnTo>
                <a:lnTo>
                  <a:pt x="396539" y="10401"/>
                </a:lnTo>
                <a:lnTo>
                  <a:pt x="396683" y="10078"/>
                </a:lnTo>
                <a:lnTo>
                  <a:pt x="396826" y="9776"/>
                </a:lnTo>
                <a:lnTo>
                  <a:pt x="396963" y="9496"/>
                </a:lnTo>
                <a:lnTo>
                  <a:pt x="397020" y="9338"/>
                </a:lnTo>
                <a:lnTo>
                  <a:pt x="397092" y="9166"/>
                </a:lnTo>
                <a:lnTo>
                  <a:pt x="397164" y="8987"/>
                </a:lnTo>
                <a:lnTo>
                  <a:pt x="397243" y="8800"/>
                </a:lnTo>
                <a:lnTo>
                  <a:pt x="397436" y="8398"/>
                </a:lnTo>
                <a:lnTo>
                  <a:pt x="397645" y="7975"/>
                </a:lnTo>
                <a:lnTo>
                  <a:pt x="397889" y="7544"/>
                </a:lnTo>
                <a:lnTo>
                  <a:pt x="398147" y="7092"/>
                </a:lnTo>
                <a:lnTo>
                  <a:pt x="398412" y="6647"/>
                </a:lnTo>
                <a:lnTo>
                  <a:pt x="398692" y="6195"/>
                </a:lnTo>
                <a:lnTo>
                  <a:pt x="398972" y="5757"/>
                </a:lnTo>
                <a:lnTo>
                  <a:pt x="399259" y="5341"/>
                </a:lnTo>
                <a:lnTo>
                  <a:pt x="399532" y="4946"/>
                </a:lnTo>
                <a:lnTo>
                  <a:pt x="399798" y="4573"/>
                </a:lnTo>
                <a:lnTo>
                  <a:pt x="400056" y="4250"/>
                </a:lnTo>
                <a:lnTo>
                  <a:pt x="400293" y="3949"/>
                </a:lnTo>
                <a:lnTo>
                  <a:pt x="400401" y="3826"/>
                </a:lnTo>
                <a:lnTo>
                  <a:pt x="400508" y="3712"/>
                </a:lnTo>
                <a:lnTo>
                  <a:pt x="400601" y="3618"/>
                </a:lnTo>
                <a:lnTo>
                  <a:pt x="400688" y="3525"/>
                </a:lnTo>
                <a:lnTo>
                  <a:pt x="401039" y="3202"/>
                </a:lnTo>
                <a:lnTo>
                  <a:pt x="401334" y="2908"/>
                </a:lnTo>
                <a:lnTo>
                  <a:pt x="401613" y="2635"/>
                </a:lnTo>
                <a:lnTo>
                  <a:pt x="401893" y="2384"/>
                </a:lnTo>
                <a:lnTo>
                  <a:pt x="402030" y="2262"/>
                </a:lnTo>
                <a:lnTo>
                  <a:pt x="402180" y="2140"/>
                </a:lnTo>
                <a:lnTo>
                  <a:pt x="402338" y="2011"/>
                </a:lnTo>
                <a:lnTo>
                  <a:pt x="402511" y="1882"/>
                </a:lnTo>
                <a:lnTo>
                  <a:pt x="402697" y="1752"/>
                </a:lnTo>
                <a:lnTo>
                  <a:pt x="402905" y="1609"/>
                </a:lnTo>
                <a:lnTo>
                  <a:pt x="403128" y="1472"/>
                </a:lnTo>
                <a:lnTo>
                  <a:pt x="403372" y="1322"/>
                </a:lnTo>
                <a:lnTo>
                  <a:pt x="403558" y="1214"/>
                </a:lnTo>
                <a:lnTo>
                  <a:pt x="403759" y="1099"/>
                </a:lnTo>
                <a:lnTo>
                  <a:pt x="403953" y="992"/>
                </a:lnTo>
                <a:lnTo>
                  <a:pt x="404168" y="898"/>
                </a:lnTo>
                <a:lnTo>
                  <a:pt x="404384" y="798"/>
                </a:lnTo>
                <a:lnTo>
                  <a:pt x="404599" y="697"/>
                </a:lnTo>
                <a:lnTo>
                  <a:pt x="404822" y="611"/>
                </a:lnTo>
                <a:lnTo>
                  <a:pt x="405051" y="525"/>
                </a:lnTo>
                <a:lnTo>
                  <a:pt x="405281" y="453"/>
                </a:lnTo>
                <a:lnTo>
                  <a:pt x="405525" y="382"/>
                </a:lnTo>
                <a:lnTo>
                  <a:pt x="405769" y="310"/>
                </a:lnTo>
                <a:lnTo>
                  <a:pt x="406013" y="252"/>
                </a:lnTo>
                <a:lnTo>
                  <a:pt x="406264" y="209"/>
                </a:lnTo>
                <a:lnTo>
                  <a:pt x="406508" y="173"/>
                </a:lnTo>
                <a:lnTo>
                  <a:pt x="406759" y="137"/>
                </a:lnTo>
                <a:lnTo>
                  <a:pt x="407025" y="123"/>
                </a:lnTo>
                <a:lnTo>
                  <a:pt x="407161" y="80"/>
                </a:lnTo>
                <a:lnTo>
                  <a:pt x="407348" y="51"/>
                </a:lnTo>
                <a:lnTo>
                  <a:pt x="407549" y="23"/>
                </a:lnTo>
                <a:lnTo>
                  <a:pt x="407800" y="8"/>
                </a:lnTo>
                <a:close/>
                <a:moveTo>
                  <a:pt x="214476" y="1"/>
                </a:moveTo>
                <a:lnTo>
                  <a:pt x="214770" y="1"/>
                </a:lnTo>
                <a:lnTo>
                  <a:pt x="215093" y="8"/>
                </a:lnTo>
                <a:lnTo>
                  <a:pt x="215445" y="15"/>
                </a:lnTo>
                <a:lnTo>
                  <a:pt x="216198" y="59"/>
                </a:lnTo>
                <a:lnTo>
                  <a:pt x="217016" y="123"/>
                </a:lnTo>
                <a:lnTo>
                  <a:pt x="217870" y="195"/>
                </a:lnTo>
                <a:lnTo>
                  <a:pt x="218753" y="288"/>
                </a:lnTo>
                <a:lnTo>
                  <a:pt x="219636" y="389"/>
                </a:lnTo>
                <a:lnTo>
                  <a:pt x="220512" y="496"/>
                </a:lnTo>
                <a:lnTo>
                  <a:pt x="221344" y="604"/>
                </a:lnTo>
                <a:lnTo>
                  <a:pt x="222134" y="704"/>
                </a:lnTo>
                <a:lnTo>
                  <a:pt x="222851" y="805"/>
                </a:lnTo>
                <a:lnTo>
                  <a:pt x="223476" y="898"/>
                </a:lnTo>
                <a:lnTo>
                  <a:pt x="223992" y="977"/>
                </a:lnTo>
                <a:lnTo>
                  <a:pt x="224373" y="1049"/>
                </a:lnTo>
                <a:lnTo>
                  <a:pt x="225184" y="1207"/>
                </a:lnTo>
                <a:lnTo>
                  <a:pt x="225980" y="1372"/>
                </a:lnTo>
                <a:lnTo>
                  <a:pt x="226784" y="1544"/>
                </a:lnTo>
                <a:lnTo>
                  <a:pt x="227588" y="1724"/>
                </a:lnTo>
                <a:lnTo>
                  <a:pt x="228385" y="1917"/>
                </a:lnTo>
                <a:lnTo>
                  <a:pt x="229189" y="2118"/>
                </a:lnTo>
                <a:lnTo>
                  <a:pt x="229985" y="2326"/>
                </a:lnTo>
                <a:lnTo>
                  <a:pt x="230789" y="2549"/>
                </a:lnTo>
                <a:lnTo>
                  <a:pt x="231586" y="2771"/>
                </a:lnTo>
                <a:lnTo>
                  <a:pt x="232390" y="3001"/>
                </a:lnTo>
                <a:lnTo>
                  <a:pt x="233186" y="3238"/>
                </a:lnTo>
                <a:lnTo>
                  <a:pt x="233983" y="3482"/>
                </a:lnTo>
                <a:lnTo>
                  <a:pt x="234779" y="3740"/>
                </a:lnTo>
                <a:lnTo>
                  <a:pt x="235576" y="3992"/>
                </a:lnTo>
                <a:lnTo>
                  <a:pt x="236373" y="4257"/>
                </a:lnTo>
                <a:lnTo>
                  <a:pt x="237169" y="4530"/>
                </a:lnTo>
                <a:lnTo>
                  <a:pt x="237959" y="4795"/>
                </a:lnTo>
                <a:lnTo>
                  <a:pt x="238748" y="5075"/>
                </a:lnTo>
                <a:lnTo>
                  <a:pt x="239538" y="5362"/>
                </a:lnTo>
                <a:lnTo>
                  <a:pt x="240313" y="5649"/>
                </a:lnTo>
                <a:lnTo>
                  <a:pt x="241102" y="5937"/>
                </a:lnTo>
                <a:lnTo>
                  <a:pt x="241885" y="6238"/>
                </a:lnTo>
                <a:lnTo>
                  <a:pt x="242667" y="6539"/>
                </a:lnTo>
                <a:lnTo>
                  <a:pt x="243435" y="6841"/>
                </a:lnTo>
                <a:lnTo>
                  <a:pt x="244978" y="7451"/>
                </a:lnTo>
                <a:lnTo>
                  <a:pt x="246507" y="8075"/>
                </a:lnTo>
                <a:lnTo>
                  <a:pt x="248028" y="8707"/>
                </a:lnTo>
                <a:lnTo>
                  <a:pt x="249521" y="9338"/>
                </a:lnTo>
                <a:lnTo>
                  <a:pt x="249765" y="9439"/>
                </a:lnTo>
                <a:lnTo>
                  <a:pt x="250031" y="9547"/>
                </a:lnTo>
                <a:lnTo>
                  <a:pt x="250311" y="9654"/>
                </a:lnTo>
                <a:lnTo>
                  <a:pt x="250590" y="9762"/>
                </a:lnTo>
                <a:lnTo>
                  <a:pt x="250863" y="9877"/>
                </a:lnTo>
                <a:lnTo>
                  <a:pt x="251122" y="9992"/>
                </a:lnTo>
                <a:lnTo>
                  <a:pt x="251358" y="10114"/>
                </a:lnTo>
                <a:lnTo>
                  <a:pt x="251581" y="10236"/>
                </a:lnTo>
                <a:lnTo>
                  <a:pt x="251753" y="10286"/>
                </a:lnTo>
                <a:lnTo>
                  <a:pt x="251947" y="10350"/>
                </a:lnTo>
                <a:lnTo>
                  <a:pt x="252141" y="10415"/>
                </a:lnTo>
                <a:lnTo>
                  <a:pt x="252342" y="10487"/>
                </a:lnTo>
                <a:lnTo>
                  <a:pt x="252758" y="10659"/>
                </a:lnTo>
                <a:lnTo>
                  <a:pt x="253174" y="10846"/>
                </a:lnTo>
                <a:lnTo>
                  <a:pt x="253605" y="11032"/>
                </a:lnTo>
                <a:lnTo>
                  <a:pt x="254014" y="11212"/>
                </a:lnTo>
                <a:lnTo>
                  <a:pt x="254409" y="11391"/>
                </a:lnTo>
                <a:lnTo>
                  <a:pt x="254775" y="11542"/>
                </a:lnTo>
                <a:lnTo>
                  <a:pt x="255327" y="11772"/>
                </a:lnTo>
                <a:lnTo>
                  <a:pt x="255894" y="12008"/>
                </a:lnTo>
                <a:lnTo>
                  <a:pt x="256468" y="12252"/>
                </a:lnTo>
                <a:lnTo>
                  <a:pt x="257050" y="12511"/>
                </a:lnTo>
                <a:lnTo>
                  <a:pt x="257646" y="12776"/>
                </a:lnTo>
                <a:lnTo>
                  <a:pt x="258241" y="13035"/>
                </a:lnTo>
                <a:lnTo>
                  <a:pt x="258851" y="13315"/>
                </a:lnTo>
                <a:lnTo>
                  <a:pt x="259447" y="13587"/>
                </a:lnTo>
                <a:lnTo>
                  <a:pt x="260050" y="13867"/>
                </a:lnTo>
                <a:lnTo>
                  <a:pt x="260638" y="14147"/>
                </a:lnTo>
                <a:lnTo>
                  <a:pt x="261234" y="14427"/>
                </a:lnTo>
                <a:lnTo>
                  <a:pt x="261815" y="14693"/>
                </a:lnTo>
                <a:lnTo>
                  <a:pt x="262382" y="14972"/>
                </a:lnTo>
                <a:lnTo>
                  <a:pt x="262935" y="15245"/>
                </a:lnTo>
                <a:lnTo>
                  <a:pt x="263473" y="15518"/>
                </a:lnTo>
                <a:lnTo>
                  <a:pt x="263990" y="15776"/>
                </a:lnTo>
                <a:lnTo>
                  <a:pt x="264736" y="16157"/>
                </a:lnTo>
                <a:lnTo>
                  <a:pt x="265483" y="16544"/>
                </a:lnTo>
                <a:lnTo>
                  <a:pt x="266236" y="16932"/>
                </a:lnTo>
                <a:lnTo>
                  <a:pt x="266976" y="17319"/>
                </a:lnTo>
                <a:lnTo>
                  <a:pt x="267715" y="17714"/>
                </a:lnTo>
                <a:lnTo>
                  <a:pt x="268440" y="18109"/>
                </a:lnTo>
                <a:lnTo>
                  <a:pt x="269172" y="18511"/>
                </a:lnTo>
                <a:lnTo>
                  <a:pt x="269904" y="18913"/>
                </a:lnTo>
                <a:lnTo>
                  <a:pt x="270629" y="19322"/>
                </a:lnTo>
                <a:lnTo>
                  <a:pt x="271339" y="19731"/>
                </a:lnTo>
                <a:lnTo>
                  <a:pt x="272050" y="20140"/>
                </a:lnTo>
                <a:lnTo>
                  <a:pt x="272753" y="20549"/>
                </a:lnTo>
                <a:lnTo>
                  <a:pt x="273449" y="20958"/>
                </a:lnTo>
                <a:lnTo>
                  <a:pt x="274145" y="21382"/>
                </a:lnTo>
                <a:lnTo>
                  <a:pt x="274834" y="21798"/>
                </a:lnTo>
                <a:lnTo>
                  <a:pt x="275502" y="22228"/>
                </a:lnTo>
                <a:lnTo>
                  <a:pt x="276205" y="22666"/>
                </a:lnTo>
                <a:lnTo>
                  <a:pt x="276901" y="23104"/>
                </a:lnTo>
                <a:lnTo>
                  <a:pt x="277590" y="23542"/>
                </a:lnTo>
                <a:lnTo>
                  <a:pt x="278279" y="23973"/>
                </a:lnTo>
                <a:lnTo>
                  <a:pt x="278961" y="24417"/>
                </a:lnTo>
                <a:lnTo>
                  <a:pt x="279643" y="24855"/>
                </a:lnTo>
                <a:lnTo>
                  <a:pt x="280325" y="25300"/>
                </a:lnTo>
                <a:lnTo>
                  <a:pt x="281000" y="25760"/>
                </a:lnTo>
                <a:lnTo>
                  <a:pt x="281710" y="26233"/>
                </a:lnTo>
                <a:lnTo>
                  <a:pt x="282406" y="26714"/>
                </a:lnTo>
                <a:lnTo>
                  <a:pt x="283088" y="27181"/>
                </a:lnTo>
                <a:lnTo>
                  <a:pt x="283741" y="27647"/>
                </a:lnTo>
                <a:lnTo>
                  <a:pt x="284394" y="28106"/>
                </a:lnTo>
                <a:lnTo>
                  <a:pt x="285026" y="28566"/>
                </a:lnTo>
                <a:lnTo>
                  <a:pt x="285657" y="29018"/>
                </a:lnTo>
                <a:lnTo>
                  <a:pt x="286282" y="29477"/>
                </a:lnTo>
                <a:lnTo>
                  <a:pt x="286899" y="29929"/>
                </a:lnTo>
                <a:lnTo>
                  <a:pt x="287516" y="30389"/>
                </a:lnTo>
                <a:lnTo>
                  <a:pt x="288141" y="30855"/>
                </a:lnTo>
                <a:lnTo>
                  <a:pt x="288765" y="31322"/>
                </a:lnTo>
                <a:lnTo>
                  <a:pt x="289404" y="31796"/>
                </a:lnTo>
                <a:lnTo>
                  <a:pt x="290043" y="32269"/>
                </a:lnTo>
                <a:lnTo>
                  <a:pt x="290696" y="32764"/>
                </a:lnTo>
                <a:lnTo>
                  <a:pt x="291370" y="33260"/>
                </a:lnTo>
                <a:lnTo>
                  <a:pt x="291995" y="33733"/>
                </a:lnTo>
                <a:lnTo>
                  <a:pt x="292626" y="34229"/>
                </a:lnTo>
                <a:lnTo>
                  <a:pt x="293258" y="34738"/>
                </a:lnTo>
                <a:lnTo>
                  <a:pt x="293882" y="35248"/>
                </a:lnTo>
                <a:lnTo>
                  <a:pt x="294500" y="35750"/>
                </a:lnTo>
                <a:lnTo>
                  <a:pt x="295117" y="36260"/>
                </a:lnTo>
                <a:lnTo>
                  <a:pt x="295734" y="36755"/>
                </a:lnTo>
                <a:lnTo>
                  <a:pt x="296330" y="37221"/>
                </a:lnTo>
                <a:lnTo>
                  <a:pt x="308287" y="47743"/>
                </a:lnTo>
                <a:lnTo>
                  <a:pt x="308516" y="47965"/>
                </a:lnTo>
                <a:lnTo>
                  <a:pt x="308739" y="48195"/>
                </a:lnTo>
                <a:lnTo>
                  <a:pt x="308947" y="48425"/>
                </a:lnTo>
                <a:lnTo>
                  <a:pt x="309148" y="48654"/>
                </a:lnTo>
                <a:lnTo>
                  <a:pt x="309349" y="48884"/>
                </a:lnTo>
                <a:lnTo>
                  <a:pt x="309535" y="49107"/>
                </a:lnTo>
                <a:lnTo>
                  <a:pt x="309722" y="49322"/>
                </a:lnTo>
                <a:lnTo>
                  <a:pt x="309923" y="49516"/>
                </a:lnTo>
                <a:lnTo>
                  <a:pt x="310497" y="50083"/>
                </a:lnTo>
                <a:lnTo>
                  <a:pt x="311114" y="50707"/>
                </a:lnTo>
                <a:lnTo>
                  <a:pt x="311753" y="51367"/>
                </a:lnTo>
                <a:lnTo>
                  <a:pt x="312392" y="52056"/>
                </a:lnTo>
                <a:lnTo>
                  <a:pt x="313038" y="52753"/>
                </a:lnTo>
                <a:lnTo>
                  <a:pt x="313641" y="53442"/>
                </a:lnTo>
                <a:lnTo>
                  <a:pt x="313935" y="53779"/>
                </a:lnTo>
                <a:lnTo>
                  <a:pt x="314215" y="54116"/>
                </a:lnTo>
                <a:lnTo>
                  <a:pt x="314488" y="54439"/>
                </a:lnTo>
                <a:lnTo>
                  <a:pt x="314732" y="54741"/>
                </a:lnTo>
                <a:lnTo>
                  <a:pt x="315313" y="55458"/>
                </a:lnTo>
                <a:lnTo>
                  <a:pt x="315823" y="56097"/>
                </a:lnTo>
                <a:lnTo>
                  <a:pt x="316059" y="56398"/>
                </a:lnTo>
                <a:lnTo>
                  <a:pt x="316282" y="56700"/>
                </a:lnTo>
                <a:lnTo>
                  <a:pt x="316497" y="56994"/>
                </a:lnTo>
                <a:lnTo>
                  <a:pt x="316712" y="57281"/>
                </a:lnTo>
                <a:lnTo>
                  <a:pt x="316921" y="57583"/>
                </a:lnTo>
                <a:lnTo>
                  <a:pt x="317122" y="57891"/>
                </a:lnTo>
                <a:lnTo>
                  <a:pt x="317330" y="58200"/>
                </a:lnTo>
                <a:lnTo>
                  <a:pt x="317538" y="58530"/>
                </a:lnTo>
                <a:lnTo>
                  <a:pt x="317746" y="58875"/>
                </a:lnTo>
                <a:lnTo>
                  <a:pt x="317968" y="59241"/>
                </a:lnTo>
                <a:lnTo>
                  <a:pt x="318198" y="59643"/>
                </a:lnTo>
                <a:lnTo>
                  <a:pt x="318442" y="60066"/>
                </a:lnTo>
                <a:lnTo>
                  <a:pt x="318593" y="60346"/>
                </a:lnTo>
                <a:lnTo>
                  <a:pt x="318751" y="60683"/>
                </a:lnTo>
                <a:lnTo>
                  <a:pt x="318930" y="61049"/>
                </a:lnTo>
                <a:lnTo>
                  <a:pt x="319110" y="61458"/>
                </a:lnTo>
                <a:lnTo>
                  <a:pt x="319296" y="61896"/>
                </a:lnTo>
                <a:lnTo>
                  <a:pt x="319483" y="62363"/>
                </a:lnTo>
                <a:lnTo>
                  <a:pt x="319655" y="62851"/>
                </a:lnTo>
                <a:lnTo>
                  <a:pt x="319827" y="63339"/>
                </a:lnTo>
                <a:lnTo>
                  <a:pt x="319985" y="63841"/>
                </a:lnTo>
                <a:lnTo>
                  <a:pt x="320129" y="64343"/>
                </a:lnTo>
                <a:lnTo>
                  <a:pt x="320186" y="64588"/>
                </a:lnTo>
                <a:lnTo>
                  <a:pt x="320244" y="64839"/>
                </a:lnTo>
                <a:lnTo>
                  <a:pt x="320301" y="65083"/>
                </a:lnTo>
                <a:lnTo>
                  <a:pt x="320344" y="65320"/>
                </a:lnTo>
                <a:lnTo>
                  <a:pt x="320387" y="65549"/>
                </a:lnTo>
                <a:lnTo>
                  <a:pt x="320416" y="65779"/>
                </a:lnTo>
                <a:lnTo>
                  <a:pt x="320437" y="66001"/>
                </a:lnTo>
                <a:lnTo>
                  <a:pt x="320452" y="66217"/>
                </a:lnTo>
                <a:lnTo>
                  <a:pt x="320459" y="66425"/>
                </a:lnTo>
                <a:lnTo>
                  <a:pt x="320459" y="66626"/>
                </a:lnTo>
                <a:lnTo>
                  <a:pt x="320445" y="66812"/>
                </a:lnTo>
                <a:lnTo>
                  <a:pt x="320416" y="66992"/>
                </a:lnTo>
                <a:lnTo>
                  <a:pt x="320344" y="67401"/>
                </a:lnTo>
                <a:lnTo>
                  <a:pt x="320265" y="67796"/>
                </a:lnTo>
                <a:lnTo>
                  <a:pt x="320179" y="68190"/>
                </a:lnTo>
                <a:lnTo>
                  <a:pt x="320078" y="68564"/>
                </a:lnTo>
                <a:lnTo>
                  <a:pt x="319985" y="68944"/>
                </a:lnTo>
                <a:lnTo>
                  <a:pt x="319878" y="69310"/>
                </a:lnTo>
                <a:lnTo>
                  <a:pt x="319763" y="69676"/>
                </a:lnTo>
                <a:lnTo>
                  <a:pt x="319641" y="70028"/>
                </a:lnTo>
                <a:lnTo>
                  <a:pt x="319512" y="70372"/>
                </a:lnTo>
                <a:lnTo>
                  <a:pt x="319375" y="70717"/>
                </a:lnTo>
                <a:lnTo>
                  <a:pt x="319239" y="71054"/>
                </a:lnTo>
                <a:lnTo>
                  <a:pt x="319095" y="71384"/>
                </a:lnTo>
                <a:lnTo>
                  <a:pt x="318937" y="71714"/>
                </a:lnTo>
                <a:lnTo>
                  <a:pt x="318787" y="72037"/>
                </a:lnTo>
                <a:lnTo>
                  <a:pt x="318622" y="72353"/>
                </a:lnTo>
                <a:lnTo>
                  <a:pt x="318456" y="72669"/>
                </a:lnTo>
                <a:lnTo>
                  <a:pt x="318284" y="72985"/>
                </a:lnTo>
                <a:lnTo>
                  <a:pt x="318105" y="73286"/>
                </a:lnTo>
                <a:lnTo>
                  <a:pt x="317918" y="73595"/>
                </a:lnTo>
                <a:lnTo>
                  <a:pt x="317732" y="73896"/>
                </a:lnTo>
                <a:lnTo>
                  <a:pt x="317545" y="74190"/>
                </a:lnTo>
                <a:lnTo>
                  <a:pt x="317344" y="74492"/>
                </a:lnTo>
                <a:lnTo>
                  <a:pt x="317150" y="74793"/>
                </a:lnTo>
                <a:lnTo>
                  <a:pt x="316942" y="75088"/>
                </a:lnTo>
                <a:lnTo>
                  <a:pt x="316533" y="75669"/>
                </a:lnTo>
                <a:lnTo>
                  <a:pt x="316095" y="76265"/>
                </a:lnTo>
                <a:lnTo>
                  <a:pt x="315657" y="76846"/>
                </a:lnTo>
                <a:lnTo>
                  <a:pt x="315205" y="77434"/>
                </a:lnTo>
                <a:lnTo>
                  <a:pt x="314954" y="77750"/>
                </a:lnTo>
                <a:lnTo>
                  <a:pt x="314710" y="78052"/>
                </a:lnTo>
                <a:lnTo>
                  <a:pt x="314581" y="78202"/>
                </a:lnTo>
                <a:lnTo>
                  <a:pt x="314445" y="78339"/>
                </a:lnTo>
                <a:lnTo>
                  <a:pt x="314308" y="78482"/>
                </a:lnTo>
                <a:lnTo>
                  <a:pt x="314157" y="78611"/>
                </a:lnTo>
                <a:lnTo>
                  <a:pt x="314078" y="78726"/>
                </a:lnTo>
                <a:lnTo>
                  <a:pt x="313899" y="78927"/>
                </a:lnTo>
                <a:lnTo>
                  <a:pt x="313648" y="79207"/>
                </a:lnTo>
                <a:lnTo>
                  <a:pt x="313325" y="79552"/>
                </a:lnTo>
                <a:lnTo>
                  <a:pt x="312952" y="79954"/>
                </a:lnTo>
                <a:lnTo>
                  <a:pt x="312535" y="80399"/>
                </a:lnTo>
                <a:lnTo>
                  <a:pt x="312083" y="80872"/>
                </a:lnTo>
                <a:lnTo>
                  <a:pt x="311617" y="81353"/>
                </a:lnTo>
                <a:lnTo>
                  <a:pt x="311143" y="81841"/>
                </a:lnTo>
                <a:lnTo>
                  <a:pt x="310669" y="82322"/>
                </a:lnTo>
                <a:lnTo>
                  <a:pt x="310217" y="82789"/>
                </a:lnTo>
                <a:lnTo>
                  <a:pt x="309801" y="83219"/>
                </a:lnTo>
                <a:lnTo>
                  <a:pt x="309413" y="83607"/>
                </a:lnTo>
                <a:lnTo>
                  <a:pt x="309076" y="83944"/>
                </a:lnTo>
                <a:lnTo>
                  <a:pt x="308811" y="84210"/>
                </a:lnTo>
                <a:lnTo>
                  <a:pt x="308617" y="84389"/>
                </a:lnTo>
                <a:lnTo>
                  <a:pt x="308380" y="84619"/>
                </a:lnTo>
                <a:lnTo>
                  <a:pt x="308143" y="84856"/>
                </a:lnTo>
                <a:lnTo>
                  <a:pt x="307913" y="85071"/>
                </a:lnTo>
                <a:lnTo>
                  <a:pt x="307684" y="85293"/>
                </a:lnTo>
                <a:lnTo>
                  <a:pt x="307454" y="85516"/>
                </a:lnTo>
                <a:lnTo>
                  <a:pt x="307217" y="85745"/>
                </a:lnTo>
                <a:lnTo>
                  <a:pt x="306988" y="85975"/>
                </a:lnTo>
                <a:lnTo>
                  <a:pt x="306751" y="86219"/>
                </a:lnTo>
                <a:lnTo>
                  <a:pt x="305244" y="87561"/>
                </a:lnTo>
                <a:lnTo>
                  <a:pt x="305093" y="87705"/>
                </a:lnTo>
                <a:lnTo>
                  <a:pt x="304992" y="87798"/>
                </a:lnTo>
                <a:lnTo>
                  <a:pt x="304906" y="87884"/>
                </a:lnTo>
                <a:lnTo>
                  <a:pt x="304756" y="87999"/>
                </a:lnTo>
                <a:lnTo>
                  <a:pt x="304497" y="88214"/>
                </a:lnTo>
                <a:lnTo>
                  <a:pt x="304167" y="88480"/>
                </a:lnTo>
                <a:lnTo>
                  <a:pt x="303801" y="88796"/>
                </a:lnTo>
                <a:lnTo>
                  <a:pt x="303399" y="89147"/>
                </a:lnTo>
                <a:lnTo>
                  <a:pt x="302968" y="89535"/>
                </a:lnTo>
                <a:lnTo>
                  <a:pt x="302516" y="89930"/>
                </a:lnTo>
                <a:lnTo>
                  <a:pt x="302050" y="90339"/>
                </a:lnTo>
                <a:lnTo>
                  <a:pt x="301576" y="90755"/>
                </a:lnTo>
                <a:lnTo>
                  <a:pt x="301110" y="91157"/>
                </a:lnTo>
                <a:lnTo>
                  <a:pt x="300665" y="91552"/>
                </a:lnTo>
                <a:lnTo>
                  <a:pt x="300234" y="91918"/>
                </a:lnTo>
                <a:lnTo>
                  <a:pt x="299839" y="92255"/>
                </a:lnTo>
                <a:lnTo>
                  <a:pt x="299473" y="92549"/>
                </a:lnTo>
                <a:lnTo>
                  <a:pt x="299165" y="92786"/>
                </a:lnTo>
                <a:lnTo>
                  <a:pt x="299035" y="92887"/>
                </a:lnTo>
                <a:lnTo>
                  <a:pt x="298913" y="92973"/>
                </a:lnTo>
                <a:lnTo>
                  <a:pt x="298806" y="93037"/>
                </a:lnTo>
                <a:lnTo>
                  <a:pt x="298712" y="93088"/>
                </a:lnTo>
                <a:lnTo>
                  <a:pt x="298634" y="93174"/>
                </a:lnTo>
                <a:lnTo>
                  <a:pt x="298497" y="93303"/>
                </a:lnTo>
                <a:lnTo>
                  <a:pt x="298318" y="93461"/>
                </a:lnTo>
                <a:lnTo>
                  <a:pt x="298095" y="93647"/>
                </a:lnTo>
                <a:lnTo>
                  <a:pt x="297535" y="94107"/>
                </a:lnTo>
                <a:lnTo>
                  <a:pt x="296846" y="94667"/>
                </a:lnTo>
                <a:lnTo>
                  <a:pt x="296050" y="95298"/>
                </a:lnTo>
                <a:lnTo>
                  <a:pt x="295181" y="95987"/>
                </a:lnTo>
                <a:lnTo>
                  <a:pt x="294256" y="96712"/>
                </a:lnTo>
                <a:lnTo>
                  <a:pt x="293301" y="97451"/>
                </a:lnTo>
                <a:lnTo>
                  <a:pt x="292346" y="98183"/>
                </a:lnTo>
                <a:lnTo>
                  <a:pt x="291413" y="98894"/>
                </a:lnTo>
                <a:lnTo>
                  <a:pt x="290531" y="99569"/>
                </a:lnTo>
                <a:lnTo>
                  <a:pt x="289720" y="100179"/>
                </a:lnTo>
                <a:lnTo>
                  <a:pt x="289016" y="100695"/>
                </a:lnTo>
                <a:lnTo>
                  <a:pt x="288428" y="101112"/>
                </a:lnTo>
                <a:lnTo>
                  <a:pt x="288191" y="101284"/>
                </a:lnTo>
                <a:lnTo>
                  <a:pt x="287997" y="101420"/>
                </a:lnTo>
                <a:lnTo>
                  <a:pt x="287846" y="101506"/>
                </a:lnTo>
                <a:lnTo>
                  <a:pt x="287739" y="101571"/>
                </a:lnTo>
                <a:lnTo>
                  <a:pt x="287502" y="101765"/>
                </a:lnTo>
                <a:lnTo>
                  <a:pt x="287129" y="102045"/>
                </a:lnTo>
                <a:lnTo>
                  <a:pt x="286641" y="102396"/>
                </a:lnTo>
                <a:lnTo>
                  <a:pt x="286067" y="102805"/>
                </a:lnTo>
                <a:lnTo>
                  <a:pt x="285406" y="103265"/>
                </a:lnTo>
                <a:lnTo>
                  <a:pt x="284710" y="103760"/>
                </a:lnTo>
                <a:lnTo>
                  <a:pt x="283964" y="104269"/>
                </a:lnTo>
                <a:lnTo>
                  <a:pt x="283210" y="104786"/>
                </a:lnTo>
                <a:lnTo>
                  <a:pt x="282449" y="105303"/>
                </a:lnTo>
                <a:lnTo>
                  <a:pt x="281710" y="105798"/>
                </a:lnTo>
                <a:lnTo>
                  <a:pt x="281014" y="106265"/>
                </a:lnTo>
                <a:lnTo>
                  <a:pt x="280375" y="106681"/>
                </a:lnTo>
                <a:lnTo>
                  <a:pt x="279815" y="107033"/>
                </a:lnTo>
                <a:lnTo>
                  <a:pt x="279349" y="107327"/>
                </a:lnTo>
                <a:lnTo>
                  <a:pt x="279148" y="107442"/>
                </a:lnTo>
                <a:lnTo>
                  <a:pt x="278997" y="107528"/>
                </a:lnTo>
                <a:lnTo>
                  <a:pt x="278861" y="107592"/>
                </a:lnTo>
                <a:lnTo>
                  <a:pt x="278775" y="107636"/>
                </a:lnTo>
                <a:lnTo>
                  <a:pt x="278703" y="107707"/>
                </a:lnTo>
                <a:lnTo>
                  <a:pt x="278567" y="107808"/>
                </a:lnTo>
                <a:lnTo>
                  <a:pt x="278387" y="107930"/>
                </a:lnTo>
                <a:lnTo>
                  <a:pt x="278157" y="108088"/>
                </a:lnTo>
                <a:lnTo>
                  <a:pt x="277576" y="108454"/>
                </a:lnTo>
                <a:lnTo>
                  <a:pt x="276837" y="108920"/>
                </a:lnTo>
                <a:lnTo>
                  <a:pt x="275976" y="109444"/>
                </a:lnTo>
                <a:lnTo>
                  <a:pt x="275021" y="110011"/>
                </a:lnTo>
                <a:lnTo>
                  <a:pt x="274002" y="110607"/>
                </a:lnTo>
                <a:lnTo>
                  <a:pt x="272933" y="111231"/>
                </a:lnTo>
                <a:lnTo>
                  <a:pt x="271856" y="111848"/>
                </a:lnTo>
                <a:lnTo>
                  <a:pt x="270801" y="112459"/>
                </a:lnTo>
                <a:lnTo>
                  <a:pt x="269782" y="113025"/>
                </a:lnTo>
                <a:lnTo>
                  <a:pt x="268834" y="113549"/>
                </a:lnTo>
                <a:lnTo>
                  <a:pt x="267980" y="114016"/>
                </a:lnTo>
                <a:lnTo>
                  <a:pt x="267263" y="114396"/>
                </a:lnTo>
                <a:lnTo>
                  <a:pt x="266954" y="114561"/>
                </a:lnTo>
                <a:lnTo>
                  <a:pt x="266696" y="114683"/>
                </a:lnTo>
                <a:lnTo>
                  <a:pt x="266473" y="114791"/>
                </a:lnTo>
                <a:lnTo>
                  <a:pt x="266301" y="114863"/>
                </a:lnTo>
                <a:lnTo>
                  <a:pt x="266043" y="115021"/>
                </a:lnTo>
                <a:lnTo>
                  <a:pt x="265784" y="115179"/>
                </a:lnTo>
                <a:lnTo>
                  <a:pt x="265504" y="115329"/>
                </a:lnTo>
                <a:lnTo>
                  <a:pt x="265217" y="115487"/>
                </a:lnTo>
                <a:lnTo>
                  <a:pt x="264614" y="115781"/>
                </a:lnTo>
                <a:lnTo>
                  <a:pt x="263990" y="116076"/>
                </a:lnTo>
                <a:lnTo>
                  <a:pt x="263366" y="116370"/>
                </a:lnTo>
                <a:lnTo>
                  <a:pt x="262741" y="116657"/>
                </a:lnTo>
                <a:lnTo>
                  <a:pt x="262146" y="116930"/>
                </a:lnTo>
                <a:lnTo>
                  <a:pt x="261579" y="117210"/>
                </a:lnTo>
                <a:lnTo>
                  <a:pt x="261284" y="117360"/>
                </a:lnTo>
                <a:lnTo>
                  <a:pt x="260983" y="117497"/>
                </a:lnTo>
                <a:lnTo>
                  <a:pt x="260681" y="117640"/>
                </a:lnTo>
                <a:lnTo>
                  <a:pt x="260380" y="117770"/>
                </a:lnTo>
                <a:lnTo>
                  <a:pt x="260086" y="117913"/>
                </a:lnTo>
                <a:lnTo>
                  <a:pt x="259777" y="118042"/>
                </a:lnTo>
                <a:lnTo>
                  <a:pt x="259476" y="118171"/>
                </a:lnTo>
                <a:lnTo>
                  <a:pt x="259181" y="118315"/>
                </a:lnTo>
                <a:lnTo>
                  <a:pt x="258916" y="118437"/>
                </a:lnTo>
                <a:lnTo>
                  <a:pt x="258622" y="118581"/>
                </a:lnTo>
                <a:lnTo>
                  <a:pt x="258291" y="118731"/>
                </a:lnTo>
                <a:lnTo>
                  <a:pt x="257947" y="118889"/>
                </a:lnTo>
                <a:lnTo>
                  <a:pt x="257610" y="119047"/>
                </a:lnTo>
                <a:lnTo>
                  <a:pt x="257279" y="119176"/>
                </a:lnTo>
                <a:lnTo>
                  <a:pt x="256971" y="119291"/>
                </a:lnTo>
                <a:lnTo>
                  <a:pt x="256705" y="119377"/>
                </a:lnTo>
                <a:lnTo>
                  <a:pt x="256361" y="119557"/>
                </a:lnTo>
                <a:lnTo>
                  <a:pt x="255973" y="119729"/>
                </a:lnTo>
                <a:lnTo>
                  <a:pt x="255564" y="119908"/>
                </a:lnTo>
                <a:lnTo>
                  <a:pt x="255141" y="120081"/>
                </a:lnTo>
                <a:lnTo>
                  <a:pt x="254703" y="120253"/>
                </a:lnTo>
                <a:lnTo>
                  <a:pt x="254279" y="120418"/>
                </a:lnTo>
                <a:lnTo>
                  <a:pt x="253863" y="120569"/>
                </a:lnTo>
                <a:lnTo>
                  <a:pt x="253490" y="120726"/>
                </a:lnTo>
                <a:lnTo>
                  <a:pt x="253138" y="120870"/>
                </a:lnTo>
                <a:lnTo>
                  <a:pt x="252657" y="121057"/>
                </a:lnTo>
                <a:lnTo>
                  <a:pt x="252083" y="121286"/>
                </a:lnTo>
                <a:lnTo>
                  <a:pt x="251430" y="121559"/>
                </a:lnTo>
                <a:lnTo>
                  <a:pt x="250698" y="121846"/>
                </a:lnTo>
                <a:lnTo>
                  <a:pt x="249916" y="122162"/>
                </a:lnTo>
                <a:lnTo>
                  <a:pt x="249112" y="122485"/>
                </a:lnTo>
                <a:lnTo>
                  <a:pt x="248301" y="122815"/>
                </a:lnTo>
                <a:lnTo>
                  <a:pt x="247483" y="123131"/>
                </a:lnTo>
                <a:lnTo>
                  <a:pt x="246693" y="123447"/>
                </a:lnTo>
                <a:lnTo>
                  <a:pt x="245954" y="123734"/>
                </a:lnTo>
                <a:lnTo>
                  <a:pt x="245279" y="123999"/>
                </a:lnTo>
                <a:lnTo>
                  <a:pt x="244677" y="124222"/>
                </a:lnTo>
                <a:lnTo>
                  <a:pt x="244174" y="124401"/>
                </a:lnTo>
                <a:lnTo>
                  <a:pt x="243801" y="124530"/>
                </a:lnTo>
                <a:lnTo>
                  <a:pt x="243550" y="124602"/>
                </a:lnTo>
                <a:lnTo>
                  <a:pt x="243435" y="124660"/>
                </a:lnTo>
                <a:lnTo>
                  <a:pt x="243248" y="124753"/>
                </a:lnTo>
                <a:lnTo>
                  <a:pt x="242990" y="124868"/>
                </a:lnTo>
                <a:lnTo>
                  <a:pt x="242674" y="124990"/>
                </a:lnTo>
                <a:lnTo>
                  <a:pt x="241899" y="125284"/>
                </a:lnTo>
                <a:lnTo>
                  <a:pt x="241031" y="125607"/>
                </a:lnTo>
                <a:lnTo>
                  <a:pt x="240134" y="125915"/>
                </a:lnTo>
                <a:lnTo>
                  <a:pt x="239308" y="126217"/>
                </a:lnTo>
                <a:lnTo>
                  <a:pt x="238626" y="126454"/>
                </a:lnTo>
                <a:lnTo>
                  <a:pt x="238181" y="126597"/>
                </a:lnTo>
                <a:lnTo>
                  <a:pt x="237069" y="126971"/>
                </a:lnTo>
                <a:lnTo>
                  <a:pt x="235978" y="127329"/>
                </a:lnTo>
                <a:lnTo>
                  <a:pt x="234894" y="127674"/>
                </a:lnTo>
                <a:lnTo>
                  <a:pt x="233818" y="128011"/>
                </a:lnTo>
                <a:lnTo>
                  <a:pt x="232756" y="128341"/>
                </a:lnTo>
                <a:lnTo>
                  <a:pt x="231679" y="128664"/>
                </a:lnTo>
                <a:lnTo>
                  <a:pt x="230610" y="128966"/>
                </a:lnTo>
                <a:lnTo>
                  <a:pt x="229533" y="129253"/>
                </a:lnTo>
                <a:lnTo>
                  <a:pt x="228995" y="129389"/>
                </a:lnTo>
                <a:lnTo>
                  <a:pt x="228449" y="129533"/>
                </a:lnTo>
                <a:lnTo>
                  <a:pt x="227904" y="129662"/>
                </a:lnTo>
                <a:lnTo>
                  <a:pt x="227366" y="129784"/>
                </a:lnTo>
                <a:lnTo>
                  <a:pt x="226813" y="129913"/>
                </a:lnTo>
                <a:lnTo>
                  <a:pt x="226253" y="130035"/>
                </a:lnTo>
                <a:lnTo>
                  <a:pt x="225708" y="130150"/>
                </a:lnTo>
                <a:lnTo>
                  <a:pt x="225148" y="130265"/>
                </a:lnTo>
                <a:lnTo>
                  <a:pt x="224581" y="130372"/>
                </a:lnTo>
                <a:lnTo>
                  <a:pt x="224007" y="130466"/>
                </a:lnTo>
                <a:lnTo>
                  <a:pt x="223440" y="130566"/>
                </a:lnTo>
                <a:lnTo>
                  <a:pt x="222858" y="130667"/>
                </a:lnTo>
                <a:lnTo>
                  <a:pt x="222277" y="130753"/>
                </a:lnTo>
                <a:lnTo>
                  <a:pt x="221681" y="130839"/>
                </a:lnTo>
                <a:lnTo>
                  <a:pt x="221086" y="130911"/>
                </a:lnTo>
                <a:lnTo>
                  <a:pt x="220483" y="130983"/>
                </a:lnTo>
                <a:lnTo>
                  <a:pt x="220059" y="131033"/>
                </a:lnTo>
                <a:lnTo>
                  <a:pt x="219622" y="131083"/>
                </a:lnTo>
                <a:lnTo>
                  <a:pt x="219191" y="131133"/>
                </a:lnTo>
                <a:lnTo>
                  <a:pt x="218760" y="131176"/>
                </a:lnTo>
                <a:lnTo>
                  <a:pt x="218323" y="131219"/>
                </a:lnTo>
                <a:lnTo>
                  <a:pt x="217892" y="131248"/>
                </a:lnTo>
                <a:lnTo>
                  <a:pt x="217454" y="131284"/>
                </a:lnTo>
                <a:lnTo>
                  <a:pt x="217016" y="131313"/>
                </a:lnTo>
                <a:lnTo>
                  <a:pt x="216571" y="131341"/>
                </a:lnTo>
                <a:lnTo>
                  <a:pt x="216141" y="131363"/>
                </a:lnTo>
                <a:lnTo>
                  <a:pt x="215703" y="131377"/>
                </a:lnTo>
                <a:lnTo>
                  <a:pt x="215258" y="131399"/>
                </a:lnTo>
                <a:lnTo>
                  <a:pt x="214827" y="131406"/>
                </a:lnTo>
                <a:lnTo>
                  <a:pt x="214390" y="131413"/>
                </a:lnTo>
                <a:lnTo>
                  <a:pt x="213952" y="131413"/>
                </a:lnTo>
                <a:lnTo>
                  <a:pt x="213528" y="131406"/>
                </a:lnTo>
                <a:lnTo>
                  <a:pt x="213306" y="131406"/>
                </a:lnTo>
                <a:lnTo>
                  <a:pt x="213098" y="131399"/>
                </a:lnTo>
                <a:lnTo>
                  <a:pt x="212890" y="131377"/>
                </a:lnTo>
                <a:lnTo>
                  <a:pt x="212681" y="131363"/>
                </a:lnTo>
                <a:lnTo>
                  <a:pt x="212488" y="131341"/>
                </a:lnTo>
                <a:lnTo>
                  <a:pt x="212287" y="131313"/>
                </a:lnTo>
                <a:lnTo>
                  <a:pt x="212093" y="131284"/>
                </a:lnTo>
                <a:lnTo>
                  <a:pt x="211899" y="131248"/>
                </a:lnTo>
                <a:lnTo>
                  <a:pt x="211526" y="131176"/>
                </a:lnTo>
                <a:lnTo>
                  <a:pt x="211160" y="131083"/>
                </a:lnTo>
                <a:lnTo>
                  <a:pt x="210808" y="130975"/>
                </a:lnTo>
                <a:lnTo>
                  <a:pt x="210464" y="130853"/>
                </a:lnTo>
                <a:lnTo>
                  <a:pt x="210134" y="130724"/>
                </a:lnTo>
                <a:lnTo>
                  <a:pt x="209818" y="130581"/>
                </a:lnTo>
                <a:lnTo>
                  <a:pt x="209502" y="130437"/>
                </a:lnTo>
                <a:lnTo>
                  <a:pt x="209201" y="130272"/>
                </a:lnTo>
                <a:lnTo>
                  <a:pt x="208906" y="130100"/>
                </a:lnTo>
                <a:lnTo>
                  <a:pt x="208612" y="129920"/>
                </a:lnTo>
                <a:lnTo>
                  <a:pt x="208332" y="129727"/>
                </a:lnTo>
                <a:lnTo>
                  <a:pt x="208052" y="129533"/>
                </a:lnTo>
                <a:lnTo>
                  <a:pt x="207815" y="129353"/>
                </a:lnTo>
                <a:lnTo>
                  <a:pt x="207579" y="129174"/>
                </a:lnTo>
                <a:lnTo>
                  <a:pt x="207363" y="128973"/>
                </a:lnTo>
                <a:lnTo>
                  <a:pt x="207134" y="128779"/>
                </a:lnTo>
                <a:lnTo>
                  <a:pt x="206911" y="128571"/>
                </a:lnTo>
                <a:lnTo>
                  <a:pt x="206696" y="128356"/>
                </a:lnTo>
                <a:lnTo>
                  <a:pt x="206480" y="128133"/>
                </a:lnTo>
                <a:lnTo>
                  <a:pt x="206265" y="127911"/>
                </a:lnTo>
                <a:lnTo>
                  <a:pt x="206064" y="127674"/>
                </a:lnTo>
                <a:lnTo>
                  <a:pt x="205856" y="127437"/>
                </a:lnTo>
                <a:lnTo>
                  <a:pt x="205662" y="127193"/>
                </a:lnTo>
                <a:lnTo>
                  <a:pt x="205461" y="126942"/>
                </a:lnTo>
                <a:lnTo>
                  <a:pt x="205268" y="126683"/>
                </a:lnTo>
                <a:lnTo>
                  <a:pt x="205074" y="126418"/>
                </a:lnTo>
                <a:lnTo>
                  <a:pt x="204887" y="126145"/>
                </a:lnTo>
                <a:lnTo>
                  <a:pt x="204701" y="125872"/>
                </a:lnTo>
                <a:lnTo>
                  <a:pt x="204521" y="125593"/>
                </a:lnTo>
                <a:lnTo>
                  <a:pt x="204342" y="125305"/>
                </a:lnTo>
                <a:lnTo>
                  <a:pt x="204162" y="125004"/>
                </a:lnTo>
                <a:lnTo>
                  <a:pt x="203990" y="124710"/>
                </a:lnTo>
                <a:lnTo>
                  <a:pt x="203818" y="124408"/>
                </a:lnTo>
                <a:lnTo>
                  <a:pt x="203646" y="124093"/>
                </a:lnTo>
                <a:lnTo>
                  <a:pt x="203488" y="123784"/>
                </a:lnTo>
                <a:lnTo>
                  <a:pt x="203323" y="123461"/>
                </a:lnTo>
                <a:lnTo>
                  <a:pt x="203165" y="123131"/>
                </a:lnTo>
                <a:lnTo>
                  <a:pt x="203007" y="122808"/>
                </a:lnTo>
                <a:lnTo>
                  <a:pt x="202849" y="122471"/>
                </a:lnTo>
                <a:lnTo>
                  <a:pt x="202698" y="122133"/>
                </a:lnTo>
                <a:lnTo>
                  <a:pt x="202397" y="121437"/>
                </a:lnTo>
                <a:lnTo>
                  <a:pt x="202110" y="120726"/>
                </a:lnTo>
                <a:lnTo>
                  <a:pt x="201873" y="120109"/>
                </a:lnTo>
                <a:lnTo>
                  <a:pt x="201636" y="119470"/>
                </a:lnTo>
                <a:lnTo>
                  <a:pt x="201399" y="118825"/>
                </a:lnTo>
                <a:lnTo>
                  <a:pt x="201169" y="118143"/>
                </a:lnTo>
                <a:lnTo>
                  <a:pt x="200940" y="117454"/>
                </a:lnTo>
                <a:lnTo>
                  <a:pt x="200717" y="116743"/>
                </a:lnTo>
                <a:lnTo>
                  <a:pt x="200495" y="116018"/>
                </a:lnTo>
                <a:lnTo>
                  <a:pt x="200272" y="115293"/>
                </a:lnTo>
                <a:lnTo>
                  <a:pt x="200057" y="114540"/>
                </a:lnTo>
                <a:lnTo>
                  <a:pt x="199849" y="113786"/>
                </a:lnTo>
                <a:lnTo>
                  <a:pt x="199634" y="113018"/>
                </a:lnTo>
                <a:lnTo>
                  <a:pt x="199425" y="112243"/>
                </a:lnTo>
                <a:lnTo>
                  <a:pt x="199232" y="111461"/>
                </a:lnTo>
                <a:lnTo>
                  <a:pt x="199024" y="110671"/>
                </a:lnTo>
                <a:lnTo>
                  <a:pt x="198837" y="109889"/>
                </a:lnTo>
                <a:lnTo>
                  <a:pt x="198636" y="109092"/>
                </a:lnTo>
                <a:lnTo>
                  <a:pt x="198270" y="107506"/>
                </a:lnTo>
                <a:lnTo>
                  <a:pt x="197925" y="105913"/>
                </a:lnTo>
                <a:lnTo>
                  <a:pt x="197588" y="104341"/>
                </a:lnTo>
                <a:lnTo>
                  <a:pt x="197272" y="102791"/>
                </a:lnTo>
                <a:lnTo>
                  <a:pt x="196978" y="101269"/>
                </a:lnTo>
                <a:lnTo>
                  <a:pt x="196713" y="99798"/>
                </a:lnTo>
                <a:lnTo>
                  <a:pt x="196461" y="98377"/>
                </a:lnTo>
                <a:lnTo>
                  <a:pt x="196232" y="97028"/>
                </a:lnTo>
                <a:lnTo>
                  <a:pt x="196110" y="96217"/>
                </a:lnTo>
                <a:lnTo>
                  <a:pt x="195980" y="95406"/>
                </a:lnTo>
                <a:lnTo>
                  <a:pt x="195858" y="94595"/>
                </a:lnTo>
                <a:lnTo>
                  <a:pt x="195744" y="93777"/>
                </a:lnTo>
                <a:lnTo>
                  <a:pt x="195622" y="92966"/>
                </a:lnTo>
                <a:lnTo>
                  <a:pt x="195521" y="92147"/>
                </a:lnTo>
                <a:lnTo>
                  <a:pt x="195413" y="91329"/>
                </a:lnTo>
                <a:lnTo>
                  <a:pt x="195306" y="90511"/>
                </a:lnTo>
                <a:lnTo>
                  <a:pt x="195205" y="89700"/>
                </a:lnTo>
                <a:lnTo>
                  <a:pt x="195105" y="88875"/>
                </a:lnTo>
                <a:lnTo>
                  <a:pt x="195019" y="88056"/>
                </a:lnTo>
                <a:lnTo>
                  <a:pt x="194925" y="87231"/>
                </a:lnTo>
                <a:lnTo>
                  <a:pt x="194839" y="86413"/>
                </a:lnTo>
                <a:lnTo>
                  <a:pt x="194753" y="85595"/>
                </a:lnTo>
                <a:lnTo>
                  <a:pt x="194674" y="84769"/>
                </a:lnTo>
                <a:lnTo>
                  <a:pt x="194595" y="83951"/>
                </a:lnTo>
                <a:lnTo>
                  <a:pt x="194516" y="83076"/>
                </a:lnTo>
                <a:lnTo>
                  <a:pt x="194445" y="82207"/>
                </a:lnTo>
                <a:lnTo>
                  <a:pt x="194380" y="81339"/>
                </a:lnTo>
                <a:lnTo>
                  <a:pt x="194308" y="80478"/>
                </a:lnTo>
                <a:lnTo>
                  <a:pt x="194251" y="79602"/>
                </a:lnTo>
                <a:lnTo>
                  <a:pt x="194193" y="78741"/>
                </a:lnTo>
                <a:lnTo>
                  <a:pt x="194136" y="77879"/>
                </a:lnTo>
                <a:lnTo>
                  <a:pt x="194093" y="77018"/>
                </a:lnTo>
                <a:lnTo>
                  <a:pt x="194043" y="76157"/>
                </a:lnTo>
                <a:lnTo>
                  <a:pt x="193992" y="75289"/>
                </a:lnTo>
                <a:lnTo>
                  <a:pt x="193942" y="74420"/>
                </a:lnTo>
                <a:lnTo>
                  <a:pt x="193899" y="73559"/>
                </a:lnTo>
                <a:lnTo>
                  <a:pt x="193849" y="72690"/>
                </a:lnTo>
                <a:lnTo>
                  <a:pt x="193799" y="71815"/>
                </a:lnTo>
                <a:lnTo>
                  <a:pt x="193756" y="70946"/>
                </a:lnTo>
                <a:lnTo>
                  <a:pt x="193705" y="70071"/>
                </a:lnTo>
                <a:lnTo>
                  <a:pt x="193677" y="69482"/>
                </a:lnTo>
                <a:lnTo>
                  <a:pt x="193655" y="68894"/>
                </a:lnTo>
                <a:lnTo>
                  <a:pt x="193626" y="68312"/>
                </a:lnTo>
                <a:lnTo>
                  <a:pt x="193619" y="67731"/>
                </a:lnTo>
                <a:lnTo>
                  <a:pt x="193612" y="67135"/>
                </a:lnTo>
                <a:lnTo>
                  <a:pt x="193605" y="66554"/>
                </a:lnTo>
                <a:lnTo>
                  <a:pt x="193605" y="65958"/>
                </a:lnTo>
                <a:lnTo>
                  <a:pt x="193605" y="65377"/>
                </a:lnTo>
                <a:lnTo>
                  <a:pt x="193626" y="64207"/>
                </a:lnTo>
                <a:lnTo>
                  <a:pt x="193662" y="63030"/>
                </a:lnTo>
                <a:lnTo>
                  <a:pt x="193705" y="61860"/>
                </a:lnTo>
                <a:lnTo>
                  <a:pt x="193763" y="60690"/>
                </a:lnTo>
                <a:lnTo>
                  <a:pt x="193827" y="59520"/>
                </a:lnTo>
                <a:lnTo>
                  <a:pt x="193906" y="58351"/>
                </a:lnTo>
                <a:lnTo>
                  <a:pt x="193992" y="57181"/>
                </a:lnTo>
                <a:lnTo>
                  <a:pt x="194071" y="56018"/>
                </a:lnTo>
                <a:lnTo>
                  <a:pt x="194172" y="54855"/>
                </a:lnTo>
                <a:lnTo>
                  <a:pt x="194265" y="53693"/>
                </a:lnTo>
                <a:lnTo>
                  <a:pt x="194358" y="52530"/>
                </a:lnTo>
                <a:lnTo>
                  <a:pt x="194459" y="51375"/>
                </a:lnTo>
                <a:lnTo>
                  <a:pt x="194516" y="50542"/>
                </a:lnTo>
                <a:lnTo>
                  <a:pt x="194588" y="49717"/>
                </a:lnTo>
                <a:lnTo>
                  <a:pt x="194667" y="48884"/>
                </a:lnTo>
                <a:lnTo>
                  <a:pt x="194753" y="48066"/>
                </a:lnTo>
                <a:lnTo>
                  <a:pt x="194847" y="47233"/>
                </a:lnTo>
                <a:lnTo>
                  <a:pt x="194933" y="46415"/>
                </a:lnTo>
                <a:lnTo>
                  <a:pt x="195033" y="45590"/>
                </a:lnTo>
                <a:lnTo>
                  <a:pt x="195141" y="44772"/>
                </a:lnTo>
                <a:lnTo>
                  <a:pt x="195248" y="43953"/>
                </a:lnTo>
                <a:lnTo>
                  <a:pt x="195356" y="43128"/>
                </a:lnTo>
                <a:lnTo>
                  <a:pt x="195464" y="42317"/>
                </a:lnTo>
                <a:lnTo>
                  <a:pt x="195579" y="41492"/>
                </a:lnTo>
                <a:lnTo>
                  <a:pt x="195679" y="40681"/>
                </a:lnTo>
                <a:lnTo>
                  <a:pt x="195787" y="39870"/>
                </a:lnTo>
                <a:lnTo>
                  <a:pt x="195902" y="39059"/>
                </a:lnTo>
                <a:lnTo>
                  <a:pt x="196009" y="38241"/>
                </a:lnTo>
                <a:lnTo>
                  <a:pt x="196088" y="37702"/>
                </a:lnTo>
                <a:lnTo>
                  <a:pt x="196160" y="37157"/>
                </a:lnTo>
                <a:lnTo>
                  <a:pt x="196239" y="36604"/>
                </a:lnTo>
                <a:lnTo>
                  <a:pt x="196332" y="36059"/>
                </a:lnTo>
                <a:lnTo>
                  <a:pt x="196418" y="35499"/>
                </a:lnTo>
                <a:lnTo>
                  <a:pt x="196512" y="34939"/>
                </a:lnTo>
                <a:lnTo>
                  <a:pt x="196612" y="34386"/>
                </a:lnTo>
                <a:lnTo>
                  <a:pt x="196713" y="33834"/>
                </a:lnTo>
                <a:lnTo>
                  <a:pt x="196813" y="33274"/>
                </a:lnTo>
                <a:lnTo>
                  <a:pt x="196913" y="32721"/>
                </a:lnTo>
                <a:lnTo>
                  <a:pt x="197021" y="32176"/>
                </a:lnTo>
                <a:lnTo>
                  <a:pt x="197129" y="31623"/>
                </a:lnTo>
                <a:lnTo>
                  <a:pt x="197236" y="31078"/>
                </a:lnTo>
                <a:lnTo>
                  <a:pt x="197351" y="30547"/>
                </a:lnTo>
                <a:lnTo>
                  <a:pt x="197459" y="30016"/>
                </a:lnTo>
                <a:lnTo>
                  <a:pt x="197574" y="29484"/>
                </a:lnTo>
                <a:lnTo>
                  <a:pt x="197689" y="28946"/>
                </a:lnTo>
                <a:lnTo>
                  <a:pt x="197803" y="28422"/>
                </a:lnTo>
                <a:lnTo>
                  <a:pt x="197918" y="27891"/>
                </a:lnTo>
                <a:lnTo>
                  <a:pt x="198033" y="27367"/>
                </a:lnTo>
                <a:lnTo>
                  <a:pt x="198148" y="26843"/>
                </a:lnTo>
                <a:lnTo>
                  <a:pt x="198263" y="26319"/>
                </a:lnTo>
                <a:lnTo>
                  <a:pt x="198385" y="25788"/>
                </a:lnTo>
                <a:lnTo>
                  <a:pt x="198507" y="25257"/>
                </a:lnTo>
                <a:lnTo>
                  <a:pt x="198600" y="24841"/>
                </a:lnTo>
                <a:lnTo>
                  <a:pt x="198715" y="24331"/>
                </a:lnTo>
                <a:lnTo>
                  <a:pt x="198844" y="23757"/>
                </a:lnTo>
                <a:lnTo>
                  <a:pt x="198980" y="23147"/>
                </a:lnTo>
                <a:lnTo>
                  <a:pt x="199131" y="22551"/>
                </a:lnTo>
                <a:lnTo>
                  <a:pt x="199275" y="22013"/>
                </a:lnTo>
                <a:lnTo>
                  <a:pt x="199346" y="21769"/>
                </a:lnTo>
                <a:lnTo>
                  <a:pt x="199411" y="21554"/>
                </a:lnTo>
                <a:lnTo>
                  <a:pt x="199476" y="21367"/>
                </a:lnTo>
                <a:lnTo>
                  <a:pt x="199540" y="21209"/>
                </a:lnTo>
                <a:lnTo>
                  <a:pt x="199605" y="20858"/>
                </a:lnTo>
                <a:lnTo>
                  <a:pt x="199698" y="20470"/>
                </a:lnTo>
                <a:lnTo>
                  <a:pt x="199806" y="20075"/>
                </a:lnTo>
                <a:lnTo>
                  <a:pt x="199921" y="19666"/>
                </a:lnTo>
                <a:lnTo>
                  <a:pt x="200035" y="19250"/>
                </a:lnTo>
                <a:lnTo>
                  <a:pt x="200158" y="18848"/>
                </a:lnTo>
                <a:lnTo>
                  <a:pt x="200272" y="18468"/>
                </a:lnTo>
                <a:lnTo>
                  <a:pt x="200380" y="18109"/>
                </a:lnTo>
                <a:lnTo>
                  <a:pt x="200495" y="17736"/>
                </a:lnTo>
                <a:lnTo>
                  <a:pt x="200610" y="17355"/>
                </a:lnTo>
                <a:lnTo>
                  <a:pt x="200724" y="16989"/>
                </a:lnTo>
                <a:lnTo>
                  <a:pt x="200839" y="16616"/>
                </a:lnTo>
                <a:lnTo>
                  <a:pt x="200947" y="16250"/>
                </a:lnTo>
                <a:lnTo>
                  <a:pt x="201062" y="15884"/>
                </a:lnTo>
                <a:lnTo>
                  <a:pt x="201177" y="15518"/>
                </a:lnTo>
                <a:lnTo>
                  <a:pt x="201291" y="15145"/>
                </a:lnTo>
                <a:lnTo>
                  <a:pt x="201507" y="14470"/>
                </a:lnTo>
                <a:lnTo>
                  <a:pt x="201736" y="13745"/>
                </a:lnTo>
                <a:lnTo>
                  <a:pt x="201980" y="12977"/>
                </a:lnTo>
                <a:lnTo>
                  <a:pt x="202246" y="12216"/>
                </a:lnTo>
                <a:lnTo>
                  <a:pt x="202375" y="11829"/>
                </a:lnTo>
                <a:lnTo>
                  <a:pt x="202512" y="11456"/>
                </a:lnTo>
                <a:lnTo>
                  <a:pt x="202655" y="11090"/>
                </a:lnTo>
                <a:lnTo>
                  <a:pt x="202791" y="10738"/>
                </a:lnTo>
                <a:lnTo>
                  <a:pt x="202935" y="10401"/>
                </a:lnTo>
                <a:lnTo>
                  <a:pt x="203079" y="10078"/>
                </a:lnTo>
                <a:lnTo>
                  <a:pt x="203222" y="9776"/>
                </a:lnTo>
                <a:lnTo>
                  <a:pt x="203358" y="9496"/>
                </a:lnTo>
                <a:lnTo>
                  <a:pt x="203416" y="9338"/>
                </a:lnTo>
                <a:lnTo>
                  <a:pt x="203488" y="9166"/>
                </a:lnTo>
                <a:lnTo>
                  <a:pt x="203559" y="8987"/>
                </a:lnTo>
                <a:lnTo>
                  <a:pt x="203638" y="8800"/>
                </a:lnTo>
                <a:lnTo>
                  <a:pt x="203832" y="8398"/>
                </a:lnTo>
                <a:lnTo>
                  <a:pt x="204040" y="7975"/>
                </a:lnTo>
                <a:lnTo>
                  <a:pt x="204284" y="7544"/>
                </a:lnTo>
                <a:lnTo>
                  <a:pt x="204543" y="7092"/>
                </a:lnTo>
                <a:lnTo>
                  <a:pt x="204808" y="6647"/>
                </a:lnTo>
                <a:lnTo>
                  <a:pt x="205088" y="6195"/>
                </a:lnTo>
                <a:lnTo>
                  <a:pt x="205368" y="5757"/>
                </a:lnTo>
                <a:lnTo>
                  <a:pt x="205655" y="5341"/>
                </a:lnTo>
                <a:lnTo>
                  <a:pt x="205928" y="4946"/>
                </a:lnTo>
                <a:lnTo>
                  <a:pt x="206193" y="4573"/>
                </a:lnTo>
                <a:lnTo>
                  <a:pt x="206452" y="4250"/>
                </a:lnTo>
                <a:lnTo>
                  <a:pt x="206689" y="3949"/>
                </a:lnTo>
                <a:lnTo>
                  <a:pt x="206796" y="3826"/>
                </a:lnTo>
                <a:lnTo>
                  <a:pt x="206904" y="3712"/>
                </a:lnTo>
                <a:lnTo>
                  <a:pt x="206997" y="3618"/>
                </a:lnTo>
                <a:lnTo>
                  <a:pt x="207083" y="3525"/>
                </a:lnTo>
                <a:lnTo>
                  <a:pt x="207435" y="3202"/>
                </a:lnTo>
                <a:lnTo>
                  <a:pt x="207729" y="2908"/>
                </a:lnTo>
                <a:lnTo>
                  <a:pt x="208009" y="2635"/>
                </a:lnTo>
                <a:lnTo>
                  <a:pt x="208289" y="2384"/>
                </a:lnTo>
                <a:lnTo>
                  <a:pt x="208425" y="2262"/>
                </a:lnTo>
                <a:lnTo>
                  <a:pt x="208576" y="2140"/>
                </a:lnTo>
                <a:lnTo>
                  <a:pt x="208734" y="2011"/>
                </a:lnTo>
                <a:lnTo>
                  <a:pt x="208906" y="1882"/>
                </a:lnTo>
                <a:lnTo>
                  <a:pt x="209093" y="1752"/>
                </a:lnTo>
                <a:lnTo>
                  <a:pt x="209301" y="1609"/>
                </a:lnTo>
                <a:lnTo>
                  <a:pt x="209524" y="1472"/>
                </a:lnTo>
                <a:lnTo>
                  <a:pt x="209768" y="1322"/>
                </a:lnTo>
                <a:lnTo>
                  <a:pt x="209954" y="1214"/>
                </a:lnTo>
                <a:lnTo>
                  <a:pt x="210155" y="1099"/>
                </a:lnTo>
                <a:lnTo>
                  <a:pt x="210349" y="992"/>
                </a:lnTo>
                <a:lnTo>
                  <a:pt x="210564" y="898"/>
                </a:lnTo>
                <a:lnTo>
                  <a:pt x="210780" y="798"/>
                </a:lnTo>
                <a:lnTo>
                  <a:pt x="210995" y="697"/>
                </a:lnTo>
                <a:lnTo>
                  <a:pt x="211217" y="611"/>
                </a:lnTo>
                <a:lnTo>
                  <a:pt x="211447" y="525"/>
                </a:lnTo>
                <a:lnTo>
                  <a:pt x="211677" y="453"/>
                </a:lnTo>
                <a:lnTo>
                  <a:pt x="211921" y="382"/>
                </a:lnTo>
                <a:lnTo>
                  <a:pt x="212165" y="310"/>
                </a:lnTo>
                <a:lnTo>
                  <a:pt x="212409" y="252"/>
                </a:lnTo>
                <a:lnTo>
                  <a:pt x="212660" y="209"/>
                </a:lnTo>
                <a:lnTo>
                  <a:pt x="212904" y="173"/>
                </a:lnTo>
                <a:lnTo>
                  <a:pt x="213155" y="137"/>
                </a:lnTo>
                <a:lnTo>
                  <a:pt x="213421" y="123"/>
                </a:lnTo>
                <a:lnTo>
                  <a:pt x="213557" y="80"/>
                </a:lnTo>
                <a:lnTo>
                  <a:pt x="213744" y="51"/>
                </a:lnTo>
                <a:lnTo>
                  <a:pt x="213945" y="23"/>
                </a:lnTo>
                <a:lnTo>
                  <a:pt x="214196" y="8"/>
                </a:lnTo>
                <a:close/>
                <a:moveTo>
                  <a:pt x="20871" y="0"/>
                </a:moveTo>
                <a:lnTo>
                  <a:pt x="21165" y="0"/>
                </a:lnTo>
                <a:lnTo>
                  <a:pt x="21488" y="7"/>
                </a:lnTo>
                <a:lnTo>
                  <a:pt x="21840" y="14"/>
                </a:lnTo>
                <a:lnTo>
                  <a:pt x="22593" y="58"/>
                </a:lnTo>
                <a:lnTo>
                  <a:pt x="23411" y="122"/>
                </a:lnTo>
                <a:lnTo>
                  <a:pt x="24265" y="194"/>
                </a:lnTo>
                <a:lnTo>
                  <a:pt x="25148" y="287"/>
                </a:lnTo>
                <a:lnTo>
                  <a:pt x="26031" y="388"/>
                </a:lnTo>
                <a:lnTo>
                  <a:pt x="26907" y="495"/>
                </a:lnTo>
                <a:lnTo>
                  <a:pt x="27739" y="603"/>
                </a:lnTo>
                <a:lnTo>
                  <a:pt x="28529" y="703"/>
                </a:lnTo>
                <a:lnTo>
                  <a:pt x="29246" y="804"/>
                </a:lnTo>
                <a:lnTo>
                  <a:pt x="29871" y="897"/>
                </a:lnTo>
                <a:lnTo>
                  <a:pt x="30387" y="976"/>
                </a:lnTo>
                <a:lnTo>
                  <a:pt x="30768" y="1048"/>
                </a:lnTo>
                <a:lnTo>
                  <a:pt x="31579" y="1206"/>
                </a:lnTo>
                <a:lnTo>
                  <a:pt x="32375" y="1371"/>
                </a:lnTo>
                <a:lnTo>
                  <a:pt x="33179" y="1543"/>
                </a:lnTo>
                <a:lnTo>
                  <a:pt x="33983" y="1723"/>
                </a:lnTo>
                <a:lnTo>
                  <a:pt x="34780" y="1916"/>
                </a:lnTo>
                <a:lnTo>
                  <a:pt x="35584" y="2117"/>
                </a:lnTo>
                <a:lnTo>
                  <a:pt x="36380" y="2325"/>
                </a:lnTo>
                <a:lnTo>
                  <a:pt x="37184" y="2548"/>
                </a:lnTo>
                <a:lnTo>
                  <a:pt x="37981" y="2770"/>
                </a:lnTo>
                <a:lnTo>
                  <a:pt x="38785" y="3000"/>
                </a:lnTo>
                <a:lnTo>
                  <a:pt x="39581" y="3237"/>
                </a:lnTo>
                <a:lnTo>
                  <a:pt x="40378" y="3481"/>
                </a:lnTo>
                <a:lnTo>
                  <a:pt x="41174" y="3739"/>
                </a:lnTo>
                <a:lnTo>
                  <a:pt x="41971" y="3991"/>
                </a:lnTo>
                <a:lnTo>
                  <a:pt x="42768" y="4256"/>
                </a:lnTo>
                <a:lnTo>
                  <a:pt x="43564" y="4529"/>
                </a:lnTo>
                <a:lnTo>
                  <a:pt x="44354" y="4794"/>
                </a:lnTo>
                <a:lnTo>
                  <a:pt x="45143" y="5074"/>
                </a:lnTo>
                <a:lnTo>
                  <a:pt x="45933" y="5361"/>
                </a:lnTo>
                <a:lnTo>
                  <a:pt x="46708" y="5648"/>
                </a:lnTo>
                <a:lnTo>
                  <a:pt x="47497" y="5936"/>
                </a:lnTo>
                <a:lnTo>
                  <a:pt x="48280" y="6237"/>
                </a:lnTo>
                <a:lnTo>
                  <a:pt x="49062" y="6538"/>
                </a:lnTo>
                <a:lnTo>
                  <a:pt x="49830" y="6840"/>
                </a:lnTo>
                <a:lnTo>
                  <a:pt x="51373" y="7450"/>
                </a:lnTo>
                <a:lnTo>
                  <a:pt x="52902" y="8074"/>
                </a:lnTo>
                <a:lnTo>
                  <a:pt x="54423" y="8706"/>
                </a:lnTo>
                <a:lnTo>
                  <a:pt x="55916" y="9337"/>
                </a:lnTo>
                <a:lnTo>
                  <a:pt x="56160" y="9438"/>
                </a:lnTo>
                <a:lnTo>
                  <a:pt x="56426" y="9546"/>
                </a:lnTo>
                <a:lnTo>
                  <a:pt x="56706" y="9653"/>
                </a:lnTo>
                <a:lnTo>
                  <a:pt x="56985" y="9761"/>
                </a:lnTo>
                <a:lnTo>
                  <a:pt x="57258" y="9876"/>
                </a:lnTo>
                <a:lnTo>
                  <a:pt x="57517" y="9991"/>
                </a:lnTo>
                <a:lnTo>
                  <a:pt x="57753" y="10113"/>
                </a:lnTo>
                <a:lnTo>
                  <a:pt x="57976" y="10235"/>
                </a:lnTo>
                <a:lnTo>
                  <a:pt x="58148" y="10285"/>
                </a:lnTo>
                <a:lnTo>
                  <a:pt x="58342" y="10349"/>
                </a:lnTo>
                <a:lnTo>
                  <a:pt x="58536" y="10414"/>
                </a:lnTo>
                <a:lnTo>
                  <a:pt x="58737" y="10486"/>
                </a:lnTo>
                <a:lnTo>
                  <a:pt x="59153" y="10658"/>
                </a:lnTo>
                <a:lnTo>
                  <a:pt x="59569" y="10845"/>
                </a:lnTo>
                <a:lnTo>
                  <a:pt x="60000" y="11031"/>
                </a:lnTo>
                <a:lnTo>
                  <a:pt x="60409" y="11211"/>
                </a:lnTo>
                <a:lnTo>
                  <a:pt x="60804" y="11390"/>
                </a:lnTo>
                <a:lnTo>
                  <a:pt x="61170" y="11541"/>
                </a:lnTo>
                <a:lnTo>
                  <a:pt x="61722" y="11771"/>
                </a:lnTo>
                <a:lnTo>
                  <a:pt x="62289" y="12007"/>
                </a:lnTo>
                <a:lnTo>
                  <a:pt x="62863" y="12251"/>
                </a:lnTo>
                <a:lnTo>
                  <a:pt x="63445" y="12510"/>
                </a:lnTo>
                <a:lnTo>
                  <a:pt x="64041" y="12775"/>
                </a:lnTo>
                <a:lnTo>
                  <a:pt x="64636" y="13034"/>
                </a:lnTo>
                <a:lnTo>
                  <a:pt x="65246" y="13314"/>
                </a:lnTo>
                <a:lnTo>
                  <a:pt x="65842" y="13586"/>
                </a:lnTo>
                <a:lnTo>
                  <a:pt x="66445" y="13866"/>
                </a:lnTo>
                <a:lnTo>
                  <a:pt x="67033" y="14146"/>
                </a:lnTo>
                <a:lnTo>
                  <a:pt x="67629" y="14426"/>
                </a:lnTo>
                <a:lnTo>
                  <a:pt x="68210" y="14692"/>
                </a:lnTo>
                <a:lnTo>
                  <a:pt x="68777" y="14971"/>
                </a:lnTo>
                <a:lnTo>
                  <a:pt x="69330" y="15244"/>
                </a:lnTo>
                <a:lnTo>
                  <a:pt x="69868" y="15517"/>
                </a:lnTo>
                <a:lnTo>
                  <a:pt x="70385" y="15775"/>
                </a:lnTo>
                <a:lnTo>
                  <a:pt x="71131" y="16156"/>
                </a:lnTo>
                <a:lnTo>
                  <a:pt x="71878" y="16543"/>
                </a:lnTo>
                <a:lnTo>
                  <a:pt x="72631" y="16931"/>
                </a:lnTo>
                <a:lnTo>
                  <a:pt x="73371" y="17318"/>
                </a:lnTo>
                <a:lnTo>
                  <a:pt x="74110" y="17713"/>
                </a:lnTo>
                <a:lnTo>
                  <a:pt x="74835" y="18108"/>
                </a:lnTo>
                <a:lnTo>
                  <a:pt x="75567" y="18510"/>
                </a:lnTo>
                <a:lnTo>
                  <a:pt x="76299" y="18912"/>
                </a:lnTo>
                <a:lnTo>
                  <a:pt x="77024" y="19321"/>
                </a:lnTo>
                <a:lnTo>
                  <a:pt x="77734" y="19730"/>
                </a:lnTo>
                <a:lnTo>
                  <a:pt x="78445" y="20139"/>
                </a:lnTo>
                <a:lnTo>
                  <a:pt x="79148" y="20548"/>
                </a:lnTo>
                <a:lnTo>
                  <a:pt x="79844" y="20957"/>
                </a:lnTo>
                <a:lnTo>
                  <a:pt x="80540" y="21381"/>
                </a:lnTo>
                <a:lnTo>
                  <a:pt x="81229" y="21797"/>
                </a:lnTo>
                <a:lnTo>
                  <a:pt x="81897" y="22227"/>
                </a:lnTo>
                <a:lnTo>
                  <a:pt x="82600" y="22665"/>
                </a:lnTo>
                <a:lnTo>
                  <a:pt x="83296" y="23103"/>
                </a:lnTo>
                <a:lnTo>
                  <a:pt x="83985" y="23541"/>
                </a:lnTo>
                <a:lnTo>
                  <a:pt x="84674" y="23972"/>
                </a:lnTo>
                <a:lnTo>
                  <a:pt x="85356" y="24416"/>
                </a:lnTo>
                <a:lnTo>
                  <a:pt x="86038" y="24854"/>
                </a:lnTo>
                <a:lnTo>
                  <a:pt x="86720" y="25299"/>
                </a:lnTo>
                <a:lnTo>
                  <a:pt x="87395" y="25759"/>
                </a:lnTo>
                <a:lnTo>
                  <a:pt x="88105" y="26232"/>
                </a:lnTo>
                <a:lnTo>
                  <a:pt x="88801" y="26713"/>
                </a:lnTo>
                <a:lnTo>
                  <a:pt x="89483" y="27180"/>
                </a:lnTo>
                <a:lnTo>
                  <a:pt x="90136" y="27646"/>
                </a:lnTo>
                <a:lnTo>
                  <a:pt x="90789" y="28105"/>
                </a:lnTo>
                <a:lnTo>
                  <a:pt x="91421" y="28565"/>
                </a:lnTo>
                <a:lnTo>
                  <a:pt x="92052" y="29017"/>
                </a:lnTo>
                <a:lnTo>
                  <a:pt x="92677" y="29476"/>
                </a:lnTo>
                <a:lnTo>
                  <a:pt x="93294" y="29928"/>
                </a:lnTo>
                <a:lnTo>
                  <a:pt x="93911" y="30388"/>
                </a:lnTo>
                <a:lnTo>
                  <a:pt x="94536" y="30854"/>
                </a:lnTo>
                <a:lnTo>
                  <a:pt x="95160" y="31321"/>
                </a:lnTo>
                <a:lnTo>
                  <a:pt x="95799" y="31795"/>
                </a:lnTo>
                <a:lnTo>
                  <a:pt x="96438" y="32268"/>
                </a:lnTo>
                <a:lnTo>
                  <a:pt x="97091" y="32763"/>
                </a:lnTo>
                <a:lnTo>
                  <a:pt x="97765" y="33259"/>
                </a:lnTo>
                <a:lnTo>
                  <a:pt x="98390" y="33732"/>
                </a:lnTo>
                <a:lnTo>
                  <a:pt x="99021" y="34228"/>
                </a:lnTo>
                <a:lnTo>
                  <a:pt x="99653" y="34737"/>
                </a:lnTo>
                <a:lnTo>
                  <a:pt x="100277" y="35247"/>
                </a:lnTo>
                <a:lnTo>
                  <a:pt x="100895" y="35749"/>
                </a:lnTo>
                <a:lnTo>
                  <a:pt x="101512" y="36259"/>
                </a:lnTo>
                <a:lnTo>
                  <a:pt x="102129" y="36754"/>
                </a:lnTo>
                <a:lnTo>
                  <a:pt x="102725" y="37220"/>
                </a:lnTo>
                <a:lnTo>
                  <a:pt x="114682" y="47742"/>
                </a:lnTo>
                <a:lnTo>
                  <a:pt x="114911" y="47964"/>
                </a:lnTo>
                <a:lnTo>
                  <a:pt x="115134" y="48194"/>
                </a:lnTo>
                <a:lnTo>
                  <a:pt x="115342" y="48424"/>
                </a:lnTo>
                <a:lnTo>
                  <a:pt x="115543" y="48653"/>
                </a:lnTo>
                <a:lnTo>
                  <a:pt x="115744" y="48883"/>
                </a:lnTo>
                <a:lnTo>
                  <a:pt x="115930" y="49106"/>
                </a:lnTo>
                <a:lnTo>
                  <a:pt x="116117" y="49321"/>
                </a:lnTo>
                <a:lnTo>
                  <a:pt x="116318" y="49515"/>
                </a:lnTo>
                <a:lnTo>
                  <a:pt x="116892" y="50082"/>
                </a:lnTo>
                <a:lnTo>
                  <a:pt x="117509" y="50706"/>
                </a:lnTo>
                <a:lnTo>
                  <a:pt x="118148" y="51366"/>
                </a:lnTo>
                <a:lnTo>
                  <a:pt x="118787" y="52055"/>
                </a:lnTo>
                <a:lnTo>
                  <a:pt x="119433" y="52752"/>
                </a:lnTo>
                <a:lnTo>
                  <a:pt x="120036" y="53441"/>
                </a:lnTo>
                <a:lnTo>
                  <a:pt x="120330" y="53778"/>
                </a:lnTo>
                <a:lnTo>
                  <a:pt x="120610" y="54115"/>
                </a:lnTo>
                <a:lnTo>
                  <a:pt x="120883" y="54438"/>
                </a:lnTo>
                <a:lnTo>
                  <a:pt x="121127" y="54740"/>
                </a:lnTo>
                <a:lnTo>
                  <a:pt x="121708" y="55457"/>
                </a:lnTo>
                <a:lnTo>
                  <a:pt x="122218" y="56096"/>
                </a:lnTo>
                <a:lnTo>
                  <a:pt x="122454" y="56397"/>
                </a:lnTo>
                <a:lnTo>
                  <a:pt x="122677" y="56699"/>
                </a:lnTo>
                <a:lnTo>
                  <a:pt x="122892" y="56993"/>
                </a:lnTo>
                <a:lnTo>
                  <a:pt x="123107" y="57280"/>
                </a:lnTo>
                <a:lnTo>
                  <a:pt x="123316" y="57582"/>
                </a:lnTo>
                <a:lnTo>
                  <a:pt x="123517" y="57890"/>
                </a:lnTo>
                <a:lnTo>
                  <a:pt x="123725" y="58199"/>
                </a:lnTo>
                <a:lnTo>
                  <a:pt x="123933" y="58529"/>
                </a:lnTo>
                <a:lnTo>
                  <a:pt x="124141" y="58874"/>
                </a:lnTo>
                <a:lnTo>
                  <a:pt x="124363" y="59240"/>
                </a:lnTo>
                <a:lnTo>
                  <a:pt x="124593" y="59642"/>
                </a:lnTo>
                <a:lnTo>
                  <a:pt x="124837" y="60065"/>
                </a:lnTo>
                <a:lnTo>
                  <a:pt x="124988" y="60345"/>
                </a:lnTo>
                <a:lnTo>
                  <a:pt x="125146" y="60682"/>
                </a:lnTo>
                <a:lnTo>
                  <a:pt x="125325" y="61048"/>
                </a:lnTo>
                <a:lnTo>
                  <a:pt x="125505" y="61457"/>
                </a:lnTo>
                <a:lnTo>
                  <a:pt x="125691" y="61895"/>
                </a:lnTo>
                <a:lnTo>
                  <a:pt x="125878" y="62362"/>
                </a:lnTo>
                <a:lnTo>
                  <a:pt x="126050" y="62850"/>
                </a:lnTo>
                <a:lnTo>
                  <a:pt x="126222" y="63338"/>
                </a:lnTo>
                <a:lnTo>
                  <a:pt x="126380" y="63840"/>
                </a:lnTo>
                <a:lnTo>
                  <a:pt x="126524" y="64342"/>
                </a:lnTo>
                <a:lnTo>
                  <a:pt x="126581" y="64587"/>
                </a:lnTo>
                <a:lnTo>
                  <a:pt x="126639" y="64838"/>
                </a:lnTo>
                <a:lnTo>
                  <a:pt x="126696" y="65082"/>
                </a:lnTo>
                <a:lnTo>
                  <a:pt x="126739" y="65319"/>
                </a:lnTo>
                <a:lnTo>
                  <a:pt x="126782" y="65548"/>
                </a:lnTo>
                <a:lnTo>
                  <a:pt x="126811" y="65778"/>
                </a:lnTo>
                <a:lnTo>
                  <a:pt x="126832" y="66000"/>
                </a:lnTo>
                <a:lnTo>
                  <a:pt x="126847" y="66216"/>
                </a:lnTo>
                <a:lnTo>
                  <a:pt x="126854" y="66424"/>
                </a:lnTo>
                <a:lnTo>
                  <a:pt x="126854" y="66625"/>
                </a:lnTo>
                <a:lnTo>
                  <a:pt x="126840" y="66811"/>
                </a:lnTo>
                <a:lnTo>
                  <a:pt x="126811" y="66991"/>
                </a:lnTo>
                <a:lnTo>
                  <a:pt x="126739" y="67400"/>
                </a:lnTo>
                <a:lnTo>
                  <a:pt x="126660" y="67795"/>
                </a:lnTo>
                <a:lnTo>
                  <a:pt x="126574" y="68189"/>
                </a:lnTo>
                <a:lnTo>
                  <a:pt x="126473" y="68563"/>
                </a:lnTo>
                <a:lnTo>
                  <a:pt x="126380" y="68943"/>
                </a:lnTo>
                <a:lnTo>
                  <a:pt x="126273" y="69309"/>
                </a:lnTo>
                <a:lnTo>
                  <a:pt x="126158" y="69675"/>
                </a:lnTo>
                <a:lnTo>
                  <a:pt x="126036" y="70027"/>
                </a:lnTo>
                <a:lnTo>
                  <a:pt x="125907" y="70371"/>
                </a:lnTo>
                <a:lnTo>
                  <a:pt x="125770" y="70716"/>
                </a:lnTo>
                <a:lnTo>
                  <a:pt x="125634" y="71053"/>
                </a:lnTo>
                <a:lnTo>
                  <a:pt x="125490" y="71383"/>
                </a:lnTo>
                <a:lnTo>
                  <a:pt x="125332" y="71713"/>
                </a:lnTo>
                <a:lnTo>
                  <a:pt x="125182" y="72036"/>
                </a:lnTo>
                <a:lnTo>
                  <a:pt x="125017" y="72352"/>
                </a:lnTo>
                <a:lnTo>
                  <a:pt x="124851" y="72668"/>
                </a:lnTo>
                <a:lnTo>
                  <a:pt x="124679" y="72984"/>
                </a:lnTo>
                <a:lnTo>
                  <a:pt x="124500" y="73285"/>
                </a:lnTo>
                <a:lnTo>
                  <a:pt x="124313" y="73594"/>
                </a:lnTo>
                <a:lnTo>
                  <a:pt x="124127" y="73895"/>
                </a:lnTo>
                <a:lnTo>
                  <a:pt x="123940" y="74189"/>
                </a:lnTo>
                <a:lnTo>
                  <a:pt x="123739" y="74491"/>
                </a:lnTo>
                <a:lnTo>
                  <a:pt x="123545" y="74792"/>
                </a:lnTo>
                <a:lnTo>
                  <a:pt x="123337" y="75087"/>
                </a:lnTo>
                <a:lnTo>
                  <a:pt x="122928" y="75668"/>
                </a:lnTo>
                <a:lnTo>
                  <a:pt x="122490" y="76264"/>
                </a:lnTo>
                <a:lnTo>
                  <a:pt x="122052" y="76845"/>
                </a:lnTo>
                <a:lnTo>
                  <a:pt x="121600" y="77433"/>
                </a:lnTo>
                <a:lnTo>
                  <a:pt x="121349" y="77749"/>
                </a:lnTo>
                <a:lnTo>
                  <a:pt x="121105" y="78051"/>
                </a:lnTo>
                <a:lnTo>
                  <a:pt x="120976" y="78201"/>
                </a:lnTo>
                <a:lnTo>
                  <a:pt x="120840" y="78338"/>
                </a:lnTo>
                <a:lnTo>
                  <a:pt x="120703" y="78481"/>
                </a:lnTo>
                <a:lnTo>
                  <a:pt x="120552" y="78610"/>
                </a:lnTo>
                <a:lnTo>
                  <a:pt x="120473" y="78725"/>
                </a:lnTo>
                <a:lnTo>
                  <a:pt x="120294" y="78926"/>
                </a:lnTo>
                <a:lnTo>
                  <a:pt x="120043" y="79206"/>
                </a:lnTo>
                <a:lnTo>
                  <a:pt x="119720" y="79551"/>
                </a:lnTo>
                <a:lnTo>
                  <a:pt x="119347" y="79953"/>
                </a:lnTo>
                <a:lnTo>
                  <a:pt x="118930" y="80398"/>
                </a:lnTo>
                <a:lnTo>
                  <a:pt x="118478" y="80871"/>
                </a:lnTo>
                <a:lnTo>
                  <a:pt x="118012" y="81352"/>
                </a:lnTo>
                <a:lnTo>
                  <a:pt x="117538" y="81840"/>
                </a:lnTo>
                <a:lnTo>
                  <a:pt x="117064" y="82321"/>
                </a:lnTo>
                <a:lnTo>
                  <a:pt x="116612" y="82788"/>
                </a:lnTo>
                <a:lnTo>
                  <a:pt x="116196" y="83218"/>
                </a:lnTo>
                <a:lnTo>
                  <a:pt x="115808" y="83606"/>
                </a:lnTo>
                <a:lnTo>
                  <a:pt x="115471" y="83943"/>
                </a:lnTo>
                <a:lnTo>
                  <a:pt x="115206" y="84209"/>
                </a:lnTo>
                <a:lnTo>
                  <a:pt x="115012" y="84388"/>
                </a:lnTo>
                <a:lnTo>
                  <a:pt x="114775" y="84618"/>
                </a:lnTo>
                <a:lnTo>
                  <a:pt x="114538" y="84855"/>
                </a:lnTo>
                <a:lnTo>
                  <a:pt x="114308" y="85070"/>
                </a:lnTo>
                <a:lnTo>
                  <a:pt x="114079" y="85292"/>
                </a:lnTo>
                <a:lnTo>
                  <a:pt x="113849" y="85515"/>
                </a:lnTo>
                <a:lnTo>
                  <a:pt x="113612" y="85744"/>
                </a:lnTo>
                <a:lnTo>
                  <a:pt x="113383" y="85974"/>
                </a:lnTo>
                <a:lnTo>
                  <a:pt x="113146" y="86218"/>
                </a:lnTo>
                <a:lnTo>
                  <a:pt x="111639" y="87560"/>
                </a:lnTo>
                <a:lnTo>
                  <a:pt x="111488" y="87704"/>
                </a:lnTo>
                <a:lnTo>
                  <a:pt x="111387" y="87797"/>
                </a:lnTo>
                <a:lnTo>
                  <a:pt x="111301" y="87883"/>
                </a:lnTo>
                <a:lnTo>
                  <a:pt x="111151" y="87998"/>
                </a:lnTo>
                <a:lnTo>
                  <a:pt x="110892" y="88213"/>
                </a:lnTo>
                <a:lnTo>
                  <a:pt x="110562" y="88479"/>
                </a:lnTo>
                <a:lnTo>
                  <a:pt x="110196" y="88795"/>
                </a:lnTo>
                <a:lnTo>
                  <a:pt x="109794" y="89146"/>
                </a:lnTo>
                <a:lnTo>
                  <a:pt x="109363" y="89534"/>
                </a:lnTo>
                <a:lnTo>
                  <a:pt x="108911" y="89929"/>
                </a:lnTo>
                <a:lnTo>
                  <a:pt x="108445" y="90338"/>
                </a:lnTo>
                <a:lnTo>
                  <a:pt x="107971" y="90754"/>
                </a:lnTo>
                <a:lnTo>
                  <a:pt x="107505" y="91156"/>
                </a:lnTo>
                <a:lnTo>
                  <a:pt x="107060" y="91551"/>
                </a:lnTo>
                <a:lnTo>
                  <a:pt x="106629" y="91917"/>
                </a:lnTo>
                <a:lnTo>
                  <a:pt x="106234" y="92254"/>
                </a:lnTo>
                <a:lnTo>
                  <a:pt x="105868" y="92548"/>
                </a:lnTo>
                <a:lnTo>
                  <a:pt x="105560" y="92785"/>
                </a:lnTo>
                <a:lnTo>
                  <a:pt x="105430" y="92886"/>
                </a:lnTo>
                <a:lnTo>
                  <a:pt x="105308" y="92972"/>
                </a:lnTo>
                <a:lnTo>
                  <a:pt x="105201" y="93036"/>
                </a:lnTo>
                <a:lnTo>
                  <a:pt x="105107" y="93087"/>
                </a:lnTo>
                <a:lnTo>
                  <a:pt x="105029" y="93173"/>
                </a:lnTo>
                <a:lnTo>
                  <a:pt x="104892" y="93302"/>
                </a:lnTo>
                <a:lnTo>
                  <a:pt x="104713" y="93460"/>
                </a:lnTo>
                <a:lnTo>
                  <a:pt x="104490" y="93646"/>
                </a:lnTo>
                <a:lnTo>
                  <a:pt x="103930" y="94106"/>
                </a:lnTo>
                <a:lnTo>
                  <a:pt x="103241" y="94666"/>
                </a:lnTo>
                <a:lnTo>
                  <a:pt x="102445" y="95297"/>
                </a:lnTo>
                <a:lnTo>
                  <a:pt x="101576" y="95986"/>
                </a:lnTo>
                <a:lnTo>
                  <a:pt x="100651" y="96711"/>
                </a:lnTo>
                <a:lnTo>
                  <a:pt x="99696" y="97450"/>
                </a:lnTo>
                <a:lnTo>
                  <a:pt x="98741" y="98182"/>
                </a:lnTo>
                <a:lnTo>
                  <a:pt x="97808" y="98893"/>
                </a:lnTo>
                <a:lnTo>
                  <a:pt x="96926" y="99568"/>
                </a:lnTo>
                <a:lnTo>
                  <a:pt x="96115" y="100178"/>
                </a:lnTo>
                <a:lnTo>
                  <a:pt x="95411" y="100694"/>
                </a:lnTo>
                <a:lnTo>
                  <a:pt x="94823" y="101111"/>
                </a:lnTo>
                <a:lnTo>
                  <a:pt x="94586" y="101283"/>
                </a:lnTo>
                <a:lnTo>
                  <a:pt x="94392" y="101419"/>
                </a:lnTo>
                <a:lnTo>
                  <a:pt x="94241" y="101505"/>
                </a:lnTo>
                <a:lnTo>
                  <a:pt x="94134" y="101570"/>
                </a:lnTo>
                <a:lnTo>
                  <a:pt x="93897" y="101764"/>
                </a:lnTo>
                <a:lnTo>
                  <a:pt x="93524" y="102044"/>
                </a:lnTo>
                <a:lnTo>
                  <a:pt x="93036" y="102395"/>
                </a:lnTo>
                <a:lnTo>
                  <a:pt x="92462" y="102804"/>
                </a:lnTo>
                <a:lnTo>
                  <a:pt x="91801" y="103264"/>
                </a:lnTo>
                <a:lnTo>
                  <a:pt x="91105" y="103759"/>
                </a:lnTo>
                <a:lnTo>
                  <a:pt x="90359" y="104268"/>
                </a:lnTo>
                <a:lnTo>
                  <a:pt x="89605" y="104785"/>
                </a:lnTo>
                <a:lnTo>
                  <a:pt x="88844" y="105302"/>
                </a:lnTo>
                <a:lnTo>
                  <a:pt x="88105" y="105797"/>
                </a:lnTo>
                <a:lnTo>
                  <a:pt x="87409" y="106264"/>
                </a:lnTo>
                <a:lnTo>
                  <a:pt x="86770" y="106680"/>
                </a:lnTo>
                <a:lnTo>
                  <a:pt x="86210" y="107032"/>
                </a:lnTo>
                <a:lnTo>
                  <a:pt x="85744" y="107326"/>
                </a:lnTo>
                <a:lnTo>
                  <a:pt x="85543" y="107441"/>
                </a:lnTo>
                <a:lnTo>
                  <a:pt x="85392" y="107527"/>
                </a:lnTo>
                <a:lnTo>
                  <a:pt x="85256" y="107591"/>
                </a:lnTo>
                <a:lnTo>
                  <a:pt x="85170" y="107635"/>
                </a:lnTo>
                <a:lnTo>
                  <a:pt x="85098" y="107706"/>
                </a:lnTo>
                <a:lnTo>
                  <a:pt x="84962" y="107807"/>
                </a:lnTo>
                <a:lnTo>
                  <a:pt x="84782" y="107929"/>
                </a:lnTo>
                <a:lnTo>
                  <a:pt x="84552" y="108087"/>
                </a:lnTo>
                <a:lnTo>
                  <a:pt x="83971" y="108453"/>
                </a:lnTo>
                <a:lnTo>
                  <a:pt x="83232" y="108919"/>
                </a:lnTo>
                <a:lnTo>
                  <a:pt x="82371" y="109443"/>
                </a:lnTo>
                <a:lnTo>
                  <a:pt x="81416" y="110010"/>
                </a:lnTo>
                <a:lnTo>
                  <a:pt x="80397" y="110606"/>
                </a:lnTo>
                <a:lnTo>
                  <a:pt x="79328" y="111230"/>
                </a:lnTo>
                <a:lnTo>
                  <a:pt x="78251" y="111847"/>
                </a:lnTo>
                <a:lnTo>
                  <a:pt x="77196" y="112458"/>
                </a:lnTo>
                <a:lnTo>
                  <a:pt x="76177" y="113024"/>
                </a:lnTo>
                <a:lnTo>
                  <a:pt x="75229" y="113548"/>
                </a:lnTo>
                <a:lnTo>
                  <a:pt x="74375" y="114015"/>
                </a:lnTo>
                <a:lnTo>
                  <a:pt x="73658" y="114395"/>
                </a:lnTo>
                <a:lnTo>
                  <a:pt x="73349" y="114560"/>
                </a:lnTo>
                <a:lnTo>
                  <a:pt x="73091" y="114682"/>
                </a:lnTo>
                <a:lnTo>
                  <a:pt x="72868" y="114790"/>
                </a:lnTo>
                <a:lnTo>
                  <a:pt x="72696" y="114862"/>
                </a:lnTo>
                <a:lnTo>
                  <a:pt x="72438" y="115020"/>
                </a:lnTo>
                <a:lnTo>
                  <a:pt x="72179" y="115178"/>
                </a:lnTo>
                <a:lnTo>
                  <a:pt x="71899" y="115328"/>
                </a:lnTo>
                <a:lnTo>
                  <a:pt x="71612" y="115486"/>
                </a:lnTo>
                <a:lnTo>
                  <a:pt x="71009" y="115780"/>
                </a:lnTo>
                <a:lnTo>
                  <a:pt x="70385" y="116075"/>
                </a:lnTo>
                <a:lnTo>
                  <a:pt x="69761" y="116369"/>
                </a:lnTo>
                <a:lnTo>
                  <a:pt x="69136" y="116656"/>
                </a:lnTo>
                <a:lnTo>
                  <a:pt x="68541" y="116929"/>
                </a:lnTo>
                <a:lnTo>
                  <a:pt x="67974" y="117209"/>
                </a:lnTo>
                <a:lnTo>
                  <a:pt x="67679" y="117359"/>
                </a:lnTo>
                <a:lnTo>
                  <a:pt x="67378" y="117496"/>
                </a:lnTo>
                <a:lnTo>
                  <a:pt x="67076" y="117639"/>
                </a:lnTo>
                <a:lnTo>
                  <a:pt x="66775" y="117769"/>
                </a:lnTo>
                <a:lnTo>
                  <a:pt x="66481" y="117912"/>
                </a:lnTo>
                <a:lnTo>
                  <a:pt x="66172" y="118041"/>
                </a:lnTo>
                <a:lnTo>
                  <a:pt x="65871" y="118170"/>
                </a:lnTo>
                <a:lnTo>
                  <a:pt x="65576" y="118314"/>
                </a:lnTo>
                <a:lnTo>
                  <a:pt x="65311" y="118436"/>
                </a:lnTo>
                <a:lnTo>
                  <a:pt x="65017" y="118580"/>
                </a:lnTo>
                <a:lnTo>
                  <a:pt x="64686" y="118730"/>
                </a:lnTo>
                <a:lnTo>
                  <a:pt x="64342" y="118888"/>
                </a:lnTo>
                <a:lnTo>
                  <a:pt x="64005" y="119046"/>
                </a:lnTo>
                <a:lnTo>
                  <a:pt x="63674" y="119175"/>
                </a:lnTo>
                <a:lnTo>
                  <a:pt x="63366" y="119290"/>
                </a:lnTo>
                <a:lnTo>
                  <a:pt x="63100" y="119376"/>
                </a:lnTo>
                <a:lnTo>
                  <a:pt x="62756" y="119556"/>
                </a:lnTo>
                <a:lnTo>
                  <a:pt x="62368" y="119728"/>
                </a:lnTo>
                <a:lnTo>
                  <a:pt x="61959" y="119907"/>
                </a:lnTo>
                <a:lnTo>
                  <a:pt x="61536" y="120080"/>
                </a:lnTo>
                <a:lnTo>
                  <a:pt x="61098" y="120252"/>
                </a:lnTo>
                <a:lnTo>
                  <a:pt x="60674" y="120417"/>
                </a:lnTo>
                <a:lnTo>
                  <a:pt x="60258" y="120568"/>
                </a:lnTo>
                <a:lnTo>
                  <a:pt x="59885" y="120725"/>
                </a:lnTo>
                <a:lnTo>
                  <a:pt x="59533" y="120869"/>
                </a:lnTo>
                <a:lnTo>
                  <a:pt x="59052" y="121056"/>
                </a:lnTo>
                <a:lnTo>
                  <a:pt x="58478" y="121285"/>
                </a:lnTo>
                <a:lnTo>
                  <a:pt x="57825" y="121558"/>
                </a:lnTo>
                <a:lnTo>
                  <a:pt x="57093" y="121845"/>
                </a:lnTo>
                <a:lnTo>
                  <a:pt x="56311" y="122161"/>
                </a:lnTo>
                <a:lnTo>
                  <a:pt x="55507" y="122484"/>
                </a:lnTo>
                <a:lnTo>
                  <a:pt x="54696" y="122814"/>
                </a:lnTo>
                <a:lnTo>
                  <a:pt x="53878" y="123130"/>
                </a:lnTo>
                <a:lnTo>
                  <a:pt x="53088" y="123446"/>
                </a:lnTo>
                <a:lnTo>
                  <a:pt x="52349" y="123733"/>
                </a:lnTo>
                <a:lnTo>
                  <a:pt x="51674" y="123998"/>
                </a:lnTo>
                <a:lnTo>
                  <a:pt x="51072" y="124221"/>
                </a:lnTo>
                <a:lnTo>
                  <a:pt x="50569" y="124400"/>
                </a:lnTo>
                <a:lnTo>
                  <a:pt x="50196" y="124529"/>
                </a:lnTo>
                <a:lnTo>
                  <a:pt x="49945" y="124601"/>
                </a:lnTo>
                <a:lnTo>
                  <a:pt x="49830" y="124659"/>
                </a:lnTo>
                <a:lnTo>
                  <a:pt x="49643" y="124752"/>
                </a:lnTo>
                <a:lnTo>
                  <a:pt x="49385" y="124867"/>
                </a:lnTo>
                <a:lnTo>
                  <a:pt x="49069" y="124989"/>
                </a:lnTo>
                <a:lnTo>
                  <a:pt x="48294" y="125283"/>
                </a:lnTo>
                <a:lnTo>
                  <a:pt x="47426" y="125606"/>
                </a:lnTo>
                <a:lnTo>
                  <a:pt x="46529" y="125914"/>
                </a:lnTo>
                <a:lnTo>
                  <a:pt x="45703" y="126216"/>
                </a:lnTo>
                <a:lnTo>
                  <a:pt x="45021" y="126453"/>
                </a:lnTo>
                <a:lnTo>
                  <a:pt x="44576" y="126596"/>
                </a:lnTo>
                <a:lnTo>
                  <a:pt x="43464" y="126970"/>
                </a:lnTo>
                <a:lnTo>
                  <a:pt x="42373" y="127328"/>
                </a:lnTo>
                <a:lnTo>
                  <a:pt x="41289" y="127673"/>
                </a:lnTo>
                <a:lnTo>
                  <a:pt x="40213" y="128010"/>
                </a:lnTo>
                <a:lnTo>
                  <a:pt x="39151" y="128340"/>
                </a:lnTo>
                <a:lnTo>
                  <a:pt x="38074" y="128663"/>
                </a:lnTo>
                <a:lnTo>
                  <a:pt x="37005" y="128965"/>
                </a:lnTo>
                <a:lnTo>
                  <a:pt x="35928" y="129252"/>
                </a:lnTo>
                <a:lnTo>
                  <a:pt x="35390" y="129388"/>
                </a:lnTo>
                <a:lnTo>
                  <a:pt x="34844" y="129532"/>
                </a:lnTo>
                <a:lnTo>
                  <a:pt x="34299" y="129661"/>
                </a:lnTo>
                <a:lnTo>
                  <a:pt x="33761" y="129783"/>
                </a:lnTo>
                <a:lnTo>
                  <a:pt x="33208" y="129912"/>
                </a:lnTo>
                <a:lnTo>
                  <a:pt x="32648" y="130034"/>
                </a:lnTo>
                <a:lnTo>
                  <a:pt x="32103" y="130149"/>
                </a:lnTo>
                <a:lnTo>
                  <a:pt x="31543" y="130264"/>
                </a:lnTo>
                <a:lnTo>
                  <a:pt x="30976" y="130371"/>
                </a:lnTo>
                <a:lnTo>
                  <a:pt x="30402" y="130465"/>
                </a:lnTo>
                <a:lnTo>
                  <a:pt x="29835" y="130565"/>
                </a:lnTo>
                <a:lnTo>
                  <a:pt x="29253" y="130666"/>
                </a:lnTo>
                <a:lnTo>
                  <a:pt x="28672" y="130752"/>
                </a:lnTo>
                <a:lnTo>
                  <a:pt x="28076" y="130838"/>
                </a:lnTo>
                <a:lnTo>
                  <a:pt x="27481" y="130910"/>
                </a:lnTo>
                <a:lnTo>
                  <a:pt x="26878" y="130982"/>
                </a:lnTo>
                <a:lnTo>
                  <a:pt x="26454" y="131032"/>
                </a:lnTo>
                <a:lnTo>
                  <a:pt x="26017" y="131082"/>
                </a:lnTo>
                <a:lnTo>
                  <a:pt x="25586" y="131132"/>
                </a:lnTo>
                <a:lnTo>
                  <a:pt x="25155" y="131175"/>
                </a:lnTo>
                <a:lnTo>
                  <a:pt x="24718" y="131218"/>
                </a:lnTo>
                <a:lnTo>
                  <a:pt x="24287" y="131247"/>
                </a:lnTo>
                <a:lnTo>
                  <a:pt x="23849" y="131283"/>
                </a:lnTo>
                <a:lnTo>
                  <a:pt x="23411" y="131312"/>
                </a:lnTo>
                <a:lnTo>
                  <a:pt x="22966" y="131340"/>
                </a:lnTo>
                <a:lnTo>
                  <a:pt x="22536" y="131362"/>
                </a:lnTo>
                <a:lnTo>
                  <a:pt x="22098" y="131376"/>
                </a:lnTo>
                <a:lnTo>
                  <a:pt x="21653" y="131398"/>
                </a:lnTo>
                <a:lnTo>
                  <a:pt x="21222" y="131405"/>
                </a:lnTo>
                <a:lnTo>
                  <a:pt x="20785" y="131412"/>
                </a:lnTo>
                <a:lnTo>
                  <a:pt x="20347" y="131412"/>
                </a:lnTo>
                <a:lnTo>
                  <a:pt x="19923" y="131405"/>
                </a:lnTo>
                <a:lnTo>
                  <a:pt x="19701" y="131405"/>
                </a:lnTo>
                <a:lnTo>
                  <a:pt x="19493" y="131398"/>
                </a:lnTo>
                <a:lnTo>
                  <a:pt x="19285" y="131376"/>
                </a:lnTo>
                <a:lnTo>
                  <a:pt x="19076" y="131362"/>
                </a:lnTo>
                <a:lnTo>
                  <a:pt x="18883" y="131340"/>
                </a:lnTo>
                <a:lnTo>
                  <a:pt x="18682" y="131312"/>
                </a:lnTo>
                <a:lnTo>
                  <a:pt x="18488" y="131283"/>
                </a:lnTo>
                <a:lnTo>
                  <a:pt x="18294" y="131247"/>
                </a:lnTo>
                <a:lnTo>
                  <a:pt x="17921" y="131175"/>
                </a:lnTo>
                <a:lnTo>
                  <a:pt x="17555" y="131082"/>
                </a:lnTo>
                <a:lnTo>
                  <a:pt x="17203" y="130974"/>
                </a:lnTo>
                <a:lnTo>
                  <a:pt x="16859" y="130852"/>
                </a:lnTo>
                <a:lnTo>
                  <a:pt x="16529" y="130723"/>
                </a:lnTo>
                <a:lnTo>
                  <a:pt x="16213" y="130580"/>
                </a:lnTo>
                <a:lnTo>
                  <a:pt x="15897" y="130436"/>
                </a:lnTo>
                <a:lnTo>
                  <a:pt x="15596" y="130271"/>
                </a:lnTo>
                <a:lnTo>
                  <a:pt x="15301" y="130099"/>
                </a:lnTo>
                <a:lnTo>
                  <a:pt x="15007" y="129919"/>
                </a:lnTo>
                <a:lnTo>
                  <a:pt x="14727" y="129726"/>
                </a:lnTo>
                <a:lnTo>
                  <a:pt x="14447" y="129532"/>
                </a:lnTo>
                <a:lnTo>
                  <a:pt x="14210" y="129352"/>
                </a:lnTo>
                <a:lnTo>
                  <a:pt x="13974" y="129173"/>
                </a:lnTo>
                <a:lnTo>
                  <a:pt x="13758" y="128972"/>
                </a:lnTo>
                <a:lnTo>
                  <a:pt x="13529" y="128778"/>
                </a:lnTo>
                <a:lnTo>
                  <a:pt x="13306" y="128570"/>
                </a:lnTo>
                <a:lnTo>
                  <a:pt x="13091" y="128355"/>
                </a:lnTo>
                <a:lnTo>
                  <a:pt x="12875" y="128132"/>
                </a:lnTo>
                <a:lnTo>
                  <a:pt x="12660" y="127910"/>
                </a:lnTo>
                <a:lnTo>
                  <a:pt x="12459" y="127673"/>
                </a:lnTo>
                <a:lnTo>
                  <a:pt x="12251" y="127436"/>
                </a:lnTo>
                <a:lnTo>
                  <a:pt x="12057" y="127192"/>
                </a:lnTo>
                <a:lnTo>
                  <a:pt x="11856" y="126941"/>
                </a:lnTo>
                <a:lnTo>
                  <a:pt x="11663" y="126682"/>
                </a:lnTo>
                <a:lnTo>
                  <a:pt x="11469" y="126417"/>
                </a:lnTo>
                <a:lnTo>
                  <a:pt x="11282" y="126144"/>
                </a:lnTo>
                <a:lnTo>
                  <a:pt x="11096" y="125871"/>
                </a:lnTo>
                <a:lnTo>
                  <a:pt x="10916" y="125592"/>
                </a:lnTo>
                <a:lnTo>
                  <a:pt x="10737" y="125304"/>
                </a:lnTo>
                <a:lnTo>
                  <a:pt x="10557" y="125003"/>
                </a:lnTo>
                <a:lnTo>
                  <a:pt x="10385" y="124709"/>
                </a:lnTo>
                <a:lnTo>
                  <a:pt x="10213" y="124407"/>
                </a:lnTo>
                <a:lnTo>
                  <a:pt x="10041" y="124092"/>
                </a:lnTo>
                <a:lnTo>
                  <a:pt x="9883" y="123783"/>
                </a:lnTo>
                <a:lnTo>
                  <a:pt x="9718" y="123460"/>
                </a:lnTo>
                <a:lnTo>
                  <a:pt x="9560" y="123130"/>
                </a:lnTo>
                <a:lnTo>
                  <a:pt x="9402" y="122807"/>
                </a:lnTo>
                <a:lnTo>
                  <a:pt x="9244" y="122470"/>
                </a:lnTo>
                <a:lnTo>
                  <a:pt x="9093" y="122132"/>
                </a:lnTo>
                <a:lnTo>
                  <a:pt x="8792" y="121436"/>
                </a:lnTo>
                <a:lnTo>
                  <a:pt x="8505" y="120725"/>
                </a:lnTo>
                <a:lnTo>
                  <a:pt x="8268" y="120108"/>
                </a:lnTo>
                <a:lnTo>
                  <a:pt x="8031" y="119469"/>
                </a:lnTo>
                <a:lnTo>
                  <a:pt x="7794" y="118824"/>
                </a:lnTo>
                <a:lnTo>
                  <a:pt x="7564" y="118142"/>
                </a:lnTo>
                <a:lnTo>
                  <a:pt x="7335" y="117453"/>
                </a:lnTo>
                <a:lnTo>
                  <a:pt x="7112" y="116742"/>
                </a:lnTo>
                <a:lnTo>
                  <a:pt x="6890" y="116017"/>
                </a:lnTo>
                <a:lnTo>
                  <a:pt x="6667" y="115292"/>
                </a:lnTo>
                <a:lnTo>
                  <a:pt x="6452" y="114539"/>
                </a:lnTo>
                <a:lnTo>
                  <a:pt x="6244" y="113785"/>
                </a:lnTo>
                <a:lnTo>
                  <a:pt x="6029" y="113017"/>
                </a:lnTo>
                <a:lnTo>
                  <a:pt x="5820" y="112242"/>
                </a:lnTo>
                <a:lnTo>
                  <a:pt x="5627" y="111460"/>
                </a:lnTo>
                <a:lnTo>
                  <a:pt x="5419" y="110670"/>
                </a:lnTo>
                <a:lnTo>
                  <a:pt x="5232" y="109888"/>
                </a:lnTo>
                <a:lnTo>
                  <a:pt x="5031" y="109091"/>
                </a:lnTo>
                <a:lnTo>
                  <a:pt x="4665" y="107505"/>
                </a:lnTo>
                <a:lnTo>
                  <a:pt x="4320" y="105912"/>
                </a:lnTo>
                <a:lnTo>
                  <a:pt x="3983" y="104340"/>
                </a:lnTo>
                <a:lnTo>
                  <a:pt x="3667" y="102790"/>
                </a:lnTo>
                <a:lnTo>
                  <a:pt x="3373" y="101268"/>
                </a:lnTo>
                <a:lnTo>
                  <a:pt x="3108" y="99797"/>
                </a:lnTo>
                <a:lnTo>
                  <a:pt x="2856" y="98376"/>
                </a:lnTo>
                <a:lnTo>
                  <a:pt x="2627" y="97027"/>
                </a:lnTo>
                <a:lnTo>
                  <a:pt x="2505" y="96216"/>
                </a:lnTo>
                <a:lnTo>
                  <a:pt x="2375" y="95405"/>
                </a:lnTo>
                <a:lnTo>
                  <a:pt x="2253" y="94594"/>
                </a:lnTo>
                <a:lnTo>
                  <a:pt x="2139" y="93776"/>
                </a:lnTo>
                <a:lnTo>
                  <a:pt x="2017" y="92965"/>
                </a:lnTo>
                <a:lnTo>
                  <a:pt x="1916" y="92146"/>
                </a:lnTo>
                <a:lnTo>
                  <a:pt x="1808" y="91328"/>
                </a:lnTo>
                <a:lnTo>
                  <a:pt x="1701" y="90510"/>
                </a:lnTo>
                <a:lnTo>
                  <a:pt x="1600" y="89699"/>
                </a:lnTo>
                <a:lnTo>
                  <a:pt x="1500" y="88874"/>
                </a:lnTo>
                <a:lnTo>
                  <a:pt x="1414" y="88055"/>
                </a:lnTo>
                <a:lnTo>
                  <a:pt x="1320" y="87230"/>
                </a:lnTo>
                <a:lnTo>
                  <a:pt x="1234" y="86412"/>
                </a:lnTo>
                <a:lnTo>
                  <a:pt x="1148" y="85594"/>
                </a:lnTo>
                <a:lnTo>
                  <a:pt x="1069" y="84768"/>
                </a:lnTo>
                <a:lnTo>
                  <a:pt x="990" y="83950"/>
                </a:lnTo>
                <a:lnTo>
                  <a:pt x="911" y="83075"/>
                </a:lnTo>
                <a:lnTo>
                  <a:pt x="840" y="82206"/>
                </a:lnTo>
                <a:lnTo>
                  <a:pt x="775" y="81338"/>
                </a:lnTo>
                <a:lnTo>
                  <a:pt x="703" y="80477"/>
                </a:lnTo>
                <a:lnTo>
                  <a:pt x="646" y="79601"/>
                </a:lnTo>
                <a:lnTo>
                  <a:pt x="588" y="78740"/>
                </a:lnTo>
                <a:lnTo>
                  <a:pt x="531" y="77878"/>
                </a:lnTo>
                <a:lnTo>
                  <a:pt x="488" y="77017"/>
                </a:lnTo>
                <a:lnTo>
                  <a:pt x="438" y="76156"/>
                </a:lnTo>
                <a:lnTo>
                  <a:pt x="387" y="75288"/>
                </a:lnTo>
                <a:lnTo>
                  <a:pt x="337" y="74419"/>
                </a:lnTo>
                <a:lnTo>
                  <a:pt x="294" y="73558"/>
                </a:lnTo>
                <a:lnTo>
                  <a:pt x="244" y="72689"/>
                </a:lnTo>
                <a:lnTo>
                  <a:pt x="194" y="71814"/>
                </a:lnTo>
                <a:lnTo>
                  <a:pt x="151" y="70945"/>
                </a:lnTo>
                <a:lnTo>
                  <a:pt x="100" y="70070"/>
                </a:lnTo>
                <a:lnTo>
                  <a:pt x="72" y="69481"/>
                </a:lnTo>
                <a:lnTo>
                  <a:pt x="50" y="68893"/>
                </a:lnTo>
                <a:lnTo>
                  <a:pt x="21" y="68311"/>
                </a:lnTo>
                <a:lnTo>
                  <a:pt x="14" y="67730"/>
                </a:lnTo>
                <a:lnTo>
                  <a:pt x="7" y="67134"/>
                </a:lnTo>
                <a:lnTo>
                  <a:pt x="0" y="66553"/>
                </a:lnTo>
                <a:lnTo>
                  <a:pt x="0" y="65957"/>
                </a:lnTo>
                <a:lnTo>
                  <a:pt x="0" y="65376"/>
                </a:lnTo>
                <a:lnTo>
                  <a:pt x="21" y="64206"/>
                </a:lnTo>
                <a:lnTo>
                  <a:pt x="57" y="63029"/>
                </a:lnTo>
                <a:lnTo>
                  <a:pt x="100" y="61859"/>
                </a:lnTo>
                <a:lnTo>
                  <a:pt x="158" y="60689"/>
                </a:lnTo>
                <a:lnTo>
                  <a:pt x="222" y="59519"/>
                </a:lnTo>
                <a:lnTo>
                  <a:pt x="301" y="58350"/>
                </a:lnTo>
                <a:lnTo>
                  <a:pt x="387" y="57180"/>
                </a:lnTo>
                <a:lnTo>
                  <a:pt x="466" y="56017"/>
                </a:lnTo>
                <a:lnTo>
                  <a:pt x="567" y="54854"/>
                </a:lnTo>
                <a:lnTo>
                  <a:pt x="660" y="53692"/>
                </a:lnTo>
                <a:lnTo>
                  <a:pt x="753" y="52529"/>
                </a:lnTo>
                <a:lnTo>
                  <a:pt x="854" y="51374"/>
                </a:lnTo>
                <a:lnTo>
                  <a:pt x="911" y="50541"/>
                </a:lnTo>
                <a:lnTo>
                  <a:pt x="983" y="49716"/>
                </a:lnTo>
                <a:lnTo>
                  <a:pt x="1062" y="48883"/>
                </a:lnTo>
                <a:lnTo>
                  <a:pt x="1148" y="48065"/>
                </a:lnTo>
                <a:lnTo>
                  <a:pt x="1242" y="47232"/>
                </a:lnTo>
                <a:lnTo>
                  <a:pt x="1328" y="46414"/>
                </a:lnTo>
                <a:lnTo>
                  <a:pt x="1428" y="45589"/>
                </a:lnTo>
                <a:lnTo>
                  <a:pt x="1536" y="44771"/>
                </a:lnTo>
                <a:lnTo>
                  <a:pt x="1643" y="43952"/>
                </a:lnTo>
                <a:lnTo>
                  <a:pt x="1751" y="43127"/>
                </a:lnTo>
                <a:lnTo>
                  <a:pt x="1859" y="42316"/>
                </a:lnTo>
                <a:lnTo>
                  <a:pt x="1974" y="41491"/>
                </a:lnTo>
                <a:lnTo>
                  <a:pt x="2074" y="40680"/>
                </a:lnTo>
                <a:lnTo>
                  <a:pt x="2182" y="39869"/>
                </a:lnTo>
                <a:lnTo>
                  <a:pt x="2297" y="39058"/>
                </a:lnTo>
                <a:lnTo>
                  <a:pt x="2404" y="38240"/>
                </a:lnTo>
                <a:lnTo>
                  <a:pt x="2483" y="37701"/>
                </a:lnTo>
                <a:lnTo>
                  <a:pt x="2555" y="37156"/>
                </a:lnTo>
                <a:lnTo>
                  <a:pt x="2634" y="36603"/>
                </a:lnTo>
                <a:lnTo>
                  <a:pt x="2727" y="36058"/>
                </a:lnTo>
                <a:lnTo>
                  <a:pt x="2813" y="35498"/>
                </a:lnTo>
                <a:lnTo>
                  <a:pt x="2907" y="34938"/>
                </a:lnTo>
                <a:lnTo>
                  <a:pt x="3007" y="34385"/>
                </a:lnTo>
                <a:lnTo>
                  <a:pt x="3108" y="33833"/>
                </a:lnTo>
                <a:lnTo>
                  <a:pt x="3208" y="33273"/>
                </a:lnTo>
                <a:lnTo>
                  <a:pt x="3308" y="32720"/>
                </a:lnTo>
                <a:lnTo>
                  <a:pt x="3416" y="32175"/>
                </a:lnTo>
                <a:lnTo>
                  <a:pt x="3524" y="31622"/>
                </a:lnTo>
                <a:lnTo>
                  <a:pt x="3631" y="31077"/>
                </a:lnTo>
                <a:lnTo>
                  <a:pt x="3746" y="30546"/>
                </a:lnTo>
                <a:lnTo>
                  <a:pt x="3854" y="30015"/>
                </a:lnTo>
                <a:lnTo>
                  <a:pt x="3969" y="29483"/>
                </a:lnTo>
                <a:lnTo>
                  <a:pt x="4084" y="28945"/>
                </a:lnTo>
                <a:lnTo>
                  <a:pt x="4198" y="28421"/>
                </a:lnTo>
                <a:lnTo>
                  <a:pt x="4313" y="27890"/>
                </a:lnTo>
                <a:lnTo>
                  <a:pt x="4428" y="27366"/>
                </a:lnTo>
                <a:lnTo>
                  <a:pt x="4543" y="26842"/>
                </a:lnTo>
                <a:lnTo>
                  <a:pt x="4658" y="26318"/>
                </a:lnTo>
                <a:lnTo>
                  <a:pt x="4780" y="25787"/>
                </a:lnTo>
                <a:lnTo>
                  <a:pt x="4902" y="25256"/>
                </a:lnTo>
                <a:lnTo>
                  <a:pt x="4995" y="24840"/>
                </a:lnTo>
                <a:lnTo>
                  <a:pt x="5110" y="24330"/>
                </a:lnTo>
                <a:lnTo>
                  <a:pt x="5239" y="23756"/>
                </a:lnTo>
                <a:lnTo>
                  <a:pt x="5375" y="23146"/>
                </a:lnTo>
                <a:lnTo>
                  <a:pt x="5526" y="22550"/>
                </a:lnTo>
                <a:lnTo>
                  <a:pt x="5670" y="22012"/>
                </a:lnTo>
                <a:lnTo>
                  <a:pt x="5741" y="21768"/>
                </a:lnTo>
                <a:lnTo>
                  <a:pt x="5806" y="21553"/>
                </a:lnTo>
                <a:lnTo>
                  <a:pt x="5871" y="21366"/>
                </a:lnTo>
                <a:lnTo>
                  <a:pt x="5935" y="21208"/>
                </a:lnTo>
                <a:lnTo>
                  <a:pt x="6000" y="20857"/>
                </a:lnTo>
                <a:lnTo>
                  <a:pt x="6093" y="20469"/>
                </a:lnTo>
                <a:lnTo>
                  <a:pt x="6201" y="20074"/>
                </a:lnTo>
                <a:lnTo>
                  <a:pt x="6316" y="19665"/>
                </a:lnTo>
                <a:lnTo>
                  <a:pt x="6430" y="19249"/>
                </a:lnTo>
                <a:lnTo>
                  <a:pt x="6553" y="18847"/>
                </a:lnTo>
                <a:lnTo>
                  <a:pt x="6667" y="18467"/>
                </a:lnTo>
                <a:lnTo>
                  <a:pt x="6775" y="18108"/>
                </a:lnTo>
                <a:lnTo>
                  <a:pt x="6890" y="17735"/>
                </a:lnTo>
                <a:lnTo>
                  <a:pt x="7005" y="17354"/>
                </a:lnTo>
                <a:lnTo>
                  <a:pt x="7119" y="16988"/>
                </a:lnTo>
                <a:lnTo>
                  <a:pt x="7234" y="16615"/>
                </a:lnTo>
                <a:lnTo>
                  <a:pt x="7342" y="16249"/>
                </a:lnTo>
                <a:lnTo>
                  <a:pt x="7457" y="15883"/>
                </a:lnTo>
                <a:lnTo>
                  <a:pt x="7572" y="15517"/>
                </a:lnTo>
                <a:lnTo>
                  <a:pt x="7686" y="15144"/>
                </a:lnTo>
                <a:lnTo>
                  <a:pt x="7902" y="14469"/>
                </a:lnTo>
                <a:lnTo>
                  <a:pt x="8131" y="13744"/>
                </a:lnTo>
                <a:lnTo>
                  <a:pt x="8375" y="12976"/>
                </a:lnTo>
                <a:lnTo>
                  <a:pt x="8641" y="12215"/>
                </a:lnTo>
                <a:lnTo>
                  <a:pt x="8770" y="11828"/>
                </a:lnTo>
                <a:lnTo>
                  <a:pt x="8907" y="11455"/>
                </a:lnTo>
                <a:lnTo>
                  <a:pt x="9050" y="11089"/>
                </a:lnTo>
                <a:lnTo>
                  <a:pt x="9186" y="10737"/>
                </a:lnTo>
                <a:lnTo>
                  <a:pt x="9330" y="10400"/>
                </a:lnTo>
                <a:lnTo>
                  <a:pt x="9474" y="10077"/>
                </a:lnTo>
                <a:lnTo>
                  <a:pt x="9617" y="9775"/>
                </a:lnTo>
                <a:lnTo>
                  <a:pt x="9753" y="9495"/>
                </a:lnTo>
                <a:lnTo>
                  <a:pt x="9811" y="9337"/>
                </a:lnTo>
                <a:lnTo>
                  <a:pt x="9883" y="9165"/>
                </a:lnTo>
                <a:lnTo>
                  <a:pt x="9954" y="8986"/>
                </a:lnTo>
                <a:lnTo>
                  <a:pt x="10033" y="8799"/>
                </a:lnTo>
                <a:lnTo>
                  <a:pt x="10227" y="8397"/>
                </a:lnTo>
                <a:lnTo>
                  <a:pt x="10435" y="7974"/>
                </a:lnTo>
                <a:lnTo>
                  <a:pt x="10679" y="7543"/>
                </a:lnTo>
                <a:lnTo>
                  <a:pt x="10938" y="7091"/>
                </a:lnTo>
                <a:lnTo>
                  <a:pt x="11203" y="6646"/>
                </a:lnTo>
                <a:lnTo>
                  <a:pt x="11483" y="6194"/>
                </a:lnTo>
                <a:lnTo>
                  <a:pt x="11763" y="5756"/>
                </a:lnTo>
                <a:lnTo>
                  <a:pt x="12050" y="5340"/>
                </a:lnTo>
                <a:lnTo>
                  <a:pt x="12323" y="4945"/>
                </a:lnTo>
                <a:lnTo>
                  <a:pt x="12588" y="4572"/>
                </a:lnTo>
                <a:lnTo>
                  <a:pt x="12847" y="4249"/>
                </a:lnTo>
                <a:lnTo>
                  <a:pt x="13084" y="3948"/>
                </a:lnTo>
                <a:lnTo>
                  <a:pt x="13191" y="3825"/>
                </a:lnTo>
                <a:lnTo>
                  <a:pt x="13299" y="3711"/>
                </a:lnTo>
                <a:lnTo>
                  <a:pt x="13392" y="3617"/>
                </a:lnTo>
                <a:lnTo>
                  <a:pt x="13478" y="3524"/>
                </a:lnTo>
                <a:lnTo>
                  <a:pt x="13830" y="3201"/>
                </a:lnTo>
                <a:lnTo>
                  <a:pt x="14124" y="2907"/>
                </a:lnTo>
                <a:lnTo>
                  <a:pt x="14404" y="2634"/>
                </a:lnTo>
                <a:lnTo>
                  <a:pt x="14684" y="2383"/>
                </a:lnTo>
                <a:lnTo>
                  <a:pt x="14820" y="2261"/>
                </a:lnTo>
                <a:lnTo>
                  <a:pt x="14971" y="2139"/>
                </a:lnTo>
                <a:lnTo>
                  <a:pt x="15129" y="2010"/>
                </a:lnTo>
                <a:lnTo>
                  <a:pt x="15301" y="1881"/>
                </a:lnTo>
                <a:lnTo>
                  <a:pt x="15488" y="1751"/>
                </a:lnTo>
                <a:lnTo>
                  <a:pt x="15696" y="1608"/>
                </a:lnTo>
                <a:lnTo>
                  <a:pt x="15919" y="1471"/>
                </a:lnTo>
                <a:lnTo>
                  <a:pt x="16163" y="1321"/>
                </a:lnTo>
                <a:lnTo>
                  <a:pt x="16349" y="1213"/>
                </a:lnTo>
                <a:lnTo>
                  <a:pt x="16550" y="1098"/>
                </a:lnTo>
                <a:lnTo>
                  <a:pt x="16744" y="991"/>
                </a:lnTo>
                <a:lnTo>
                  <a:pt x="16959" y="897"/>
                </a:lnTo>
                <a:lnTo>
                  <a:pt x="17175" y="797"/>
                </a:lnTo>
                <a:lnTo>
                  <a:pt x="17390" y="696"/>
                </a:lnTo>
                <a:lnTo>
                  <a:pt x="17612" y="610"/>
                </a:lnTo>
                <a:lnTo>
                  <a:pt x="17842" y="524"/>
                </a:lnTo>
                <a:lnTo>
                  <a:pt x="18072" y="452"/>
                </a:lnTo>
                <a:lnTo>
                  <a:pt x="18316" y="381"/>
                </a:lnTo>
                <a:lnTo>
                  <a:pt x="18560" y="309"/>
                </a:lnTo>
                <a:lnTo>
                  <a:pt x="18804" y="251"/>
                </a:lnTo>
                <a:lnTo>
                  <a:pt x="19055" y="208"/>
                </a:lnTo>
                <a:lnTo>
                  <a:pt x="19299" y="172"/>
                </a:lnTo>
                <a:lnTo>
                  <a:pt x="19550" y="136"/>
                </a:lnTo>
                <a:lnTo>
                  <a:pt x="19816" y="122"/>
                </a:lnTo>
                <a:lnTo>
                  <a:pt x="19952" y="79"/>
                </a:lnTo>
                <a:lnTo>
                  <a:pt x="20139" y="50"/>
                </a:lnTo>
                <a:lnTo>
                  <a:pt x="20340" y="22"/>
                </a:lnTo>
                <a:lnTo>
                  <a:pt x="20591" y="7"/>
                </a:lnTo>
                <a:close/>
              </a:path>
            </a:pathLst>
          </a:custGeom>
          <a:gradFill>
            <a:gsLst>
              <a:gs pos="0">
                <a:srgbClr val="FFFFFF">
                  <a:alpha val="50000"/>
                </a:srgbClr>
              </a:gs>
              <a:gs pos="60000">
                <a:srgbClr val="FFFFFF"/>
              </a:gs>
            </a:gsLst>
            <a:lin ang="2700000"/>
          </a:gradFill>
        </p:spPr>
        <p:txBody>
          <a:bodyPr vert="horz" wrap="square" lIns="91440" tIns="45720" rIns="91440" bIns="45720" anchor="t">
            <a:prstTxWarp prst="textNoShape">
              <a:avLst/>
            </a:prstTxWarp>
            <a:noAutofit/>
          </a:bodyPr>
          <a:lstStyle/>
          <a:p>
            <a:pPr marL="0" marR="0" indent="0" algn="l" fontAlgn="auto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/>
          </a:p>
        </p:txBody>
      </p:sp>
      <p:sp>
        <p:nvSpPr>
          <p:cNvPr id="8" name="TextBox 8"/>
          <p:cNvSpPr txBox="1"/>
          <p:nvPr/>
        </p:nvSpPr>
        <p:spPr>
          <a:xfrm>
            <a:off x="660400" y="128587"/>
            <a:ext cx="10858500" cy="90011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marL="0" algn="l">
              <a:lnSpc>
                <a:spcPct val="90000"/>
              </a:lnSpc>
              <a:spcBef>
                <a:spcPct val="0"/>
              </a:spcBef>
              <a:defRPr/>
            </a:pPr>
            <a:r>
              <a:rPr lang="zh-CN" altLang="en-US" sz="2800" b="1" i="0" u="none" baseline="0">
                <a:solidFill>
                  <a:srgbClr val="000000"/>
                </a:solidFill>
                <a:latin typeface="微软雅黑"/>
                <a:ea typeface="微软雅黑"/>
              </a:rPr>
              <a:t>Product Analysis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10795000" y="6540500"/>
            <a:ext cx="1270000" cy="1905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rtlCol="0" anchor="t"/>
          <a:lstStyle/>
          <a:p>
            <a:pPr algn="r">
              <a:defRPr/>
            </a:pPr>
            <a:r>
              <a:rPr lang="en-US" sz="800" b="0" i="0" u="none" baseline="0">
                <a:solidFill>
                  <a:srgbClr val="808080"/>
                </a:solidFill>
                <a:latin typeface="Microsoft YaHei"/>
                <a:ea typeface="Microsoft YaHei"/>
              </a:rPr>
              <a:t>内容由AI生成</a:t>
            </a:r>
            <a:endParaRPr lang="en-US" sz="110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xmlns="" id="{6729B6E3-A134-D372-1746-7318A8518787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79136" y="113665"/>
            <a:ext cx="2185863" cy="625157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title"/>
          </p:nvPr>
        </p:nvSpPr>
        <p:spPr>
          <a:xfrm>
            <a:off x="660400" y="128587"/>
            <a:ext cx="10858500" cy="900112"/>
          </a:xfrm>
        </p:spPr>
        <p:txBody>
          <a:bodyPr vert="horz" lIns="91440" tIns="45720" rIns="91440" bIns="45720" anchor="b">
            <a:normAutofit/>
          </a:bodyPr>
          <a:lstStyle/>
          <a:p>
            <a:pPr algn="l">
              <a:lnSpc>
                <a:spcPct val="90000"/>
              </a:lnSpc>
              <a:spcBef>
                <a:spcPct val="0"/>
              </a:spcBef>
            </a:pPr>
            <a:r>
              <a:rPr lang="en-US" altLang="zh-CN" sz="2800" b="1" dirty="0" smtClean="0">
                <a:solidFill>
                  <a:srgbClr val="000000"/>
                </a:solidFill>
                <a:latin typeface="微软雅黑"/>
                <a:ea typeface="微软雅黑"/>
              </a:rPr>
              <a:t>Product</a:t>
            </a:r>
            <a:r>
              <a:rPr lang="zh-CN" altLang="en-US" sz="2800" b="1" i="0" u="none" baseline="0" dirty="0" smtClean="0">
                <a:solidFill>
                  <a:srgbClr val="000000"/>
                </a:solidFill>
                <a:latin typeface="微软雅黑"/>
                <a:ea typeface="微软雅黑"/>
              </a:rPr>
              <a:t> </a:t>
            </a:r>
            <a:r>
              <a:rPr lang="zh-CN" altLang="en-US" sz="2800" b="1" i="0" u="none" baseline="0" dirty="0">
                <a:solidFill>
                  <a:srgbClr val="000000"/>
                </a:solidFill>
                <a:latin typeface="微软雅黑"/>
                <a:ea typeface="微软雅黑"/>
              </a:rPr>
              <a:t>Page Layout</a:t>
            </a:r>
          </a:p>
        </p:txBody>
      </p:sp>
      <p:sp>
        <p:nvSpPr>
          <p:cNvPr id="6" name="AutoShape 6"/>
          <p:cNvSpPr/>
          <p:nvPr/>
        </p:nvSpPr>
        <p:spPr>
          <a:xfrm>
            <a:off x="10795000" y="6540500"/>
            <a:ext cx="1270000" cy="1905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rtlCol="0" anchor="t"/>
          <a:lstStyle/>
          <a:p>
            <a:pPr algn="r">
              <a:defRPr/>
            </a:pPr>
            <a:r>
              <a:rPr lang="en-US" sz="800" b="0" i="0" u="none" baseline="0">
                <a:solidFill>
                  <a:srgbClr val="808080"/>
                </a:solidFill>
                <a:latin typeface="Microsoft YaHei"/>
                <a:ea typeface="Microsoft YaHei"/>
              </a:rPr>
              <a:t>内容由AI生成</a:t>
            </a:r>
            <a:endParaRPr lang="en-US" sz="110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74346" y="1145287"/>
            <a:ext cx="9614707" cy="5560313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xmlns="" id="{6729B6E3-A134-D372-1746-7318A8518787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79136" y="113665"/>
            <a:ext cx="2185863" cy="6251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9412093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FFC717">
                <a:lumMod val="40000"/>
                <a:lumOff val="60000"/>
              </a:srgbClr>
            </a:gs>
            <a:gs pos="100000">
              <a:srgbClr val="FFC717">
                <a:alpha val="0"/>
                <a:lumMod val="20000"/>
                <a:lumOff val="80000"/>
              </a:srgbClr>
            </a:gs>
          </a:gsLst>
          <a:lin ang="162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660400" y="2999530"/>
            <a:ext cx="10858500" cy="3134570"/>
          </a:xfrm>
          <a:prstGeom prst="rect">
            <a:avLst/>
          </a:prstGeom>
          <a:blipFill>
            <a:blip r:embed="rId2"/>
            <a:stretch>
              <a:fillRect t="-65691" b="-65160"/>
            </a:stretch>
          </a:blipFill>
          <a:ln cap="flat" cmpd="sng">
            <a:prstDash val="solid"/>
          </a:ln>
        </p:spPr>
        <p:txBody>
          <a:bodyPr rot="0" vert="horz" wrap="square" lIns="91440" tIns="45720" rIns="91440" bIns="45720" anchor="t">
            <a:noAutofit/>
          </a:bodyPr>
          <a:lstStyle/>
          <a:p>
            <a:pPr marL="0" algn="ctr"/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1198496" y="1379531"/>
            <a:ext cx="3600000" cy="2880000"/>
          </a:xfrm>
          <a:prstGeom prst="roundRect">
            <a:avLst>
              <a:gd name="adj" fmla="val 4077"/>
            </a:avLst>
          </a:prstGeom>
          <a:gradFill>
            <a:gsLst>
              <a:gs pos="0">
                <a:srgbClr val="F54E1A">
                  <a:lumMod val="60000"/>
                  <a:lumOff val="40000"/>
                </a:srgbClr>
              </a:gs>
              <a:gs pos="60000">
                <a:srgbClr val="F54E1A"/>
              </a:gs>
            </a:gsLst>
            <a:lin ang="2700000"/>
          </a:gradFill>
          <a:ln cap="rnd" cmpd="sng">
            <a:prstDash val="solid"/>
          </a:ln>
          <a:effectLst>
            <a:outerShdw blurRad="254000" dist="127000" dir="5400000" algn="ctr" rotWithShape="0">
              <a:schemeClr val="accent1">
                <a:alpha val="20000"/>
              </a:schemeClr>
            </a:outerShdw>
          </a:effectLst>
        </p:spPr>
        <p:txBody>
          <a:bodyPr rot="0" vert="horz" wrap="square" lIns="91440" tIns="45720" rIns="91440" bIns="45720" anchor="ctr">
            <a:noAutofit/>
          </a:bodyPr>
          <a:lstStyle/>
          <a:p>
            <a:pPr marL="342900" indent="-342900" algn="ctr"/>
            <a:endParaRPr/>
          </a:p>
        </p:txBody>
      </p:sp>
      <p:cxnSp>
        <p:nvCxnSpPr>
          <p:cNvPr id="4" name="Connector 4"/>
          <p:cNvCxnSpPr/>
          <p:nvPr/>
        </p:nvCxnSpPr>
        <p:spPr>
          <a:xfrm>
            <a:off x="2818496" y="2245947"/>
            <a:ext cx="360000" cy="0"/>
          </a:xfrm>
          <a:prstGeom prst="line">
            <a:avLst/>
          </a:prstGeom>
          <a:ln w="25400" cap="flat" cmpd="sng">
            <a:solidFill>
              <a:srgbClr val="FFFFFF"/>
            </a:solidFill>
            <a:prstDash val="solid"/>
          </a:ln>
        </p:spPr>
      </p:cxnSp>
      <p:sp>
        <p:nvSpPr>
          <p:cNvPr id="5" name="TextBox 5"/>
          <p:cNvSpPr txBox="1"/>
          <p:nvPr/>
        </p:nvSpPr>
        <p:spPr>
          <a:xfrm>
            <a:off x="1329743" y="1735248"/>
            <a:ext cx="3337508" cy="369332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b">
            <a:spAutoFit/>
          </a:bodyPr>
          <a:lstStyle/>
          <a:p>
            <a:pPr marL="0" algn="ctr">
              <a:defRPr/>
            </a:pPr>
            <a:r>
              <a:rPr lang="zh-CN" altLang="en-US" sz="1800" b="1" i="0" u="none" baseline="0">
                <a:solidFill>
                  <a:srgbClr val="FFFFFF"/>
                </a:solidFill>
                <a:latin typeface="微软雅黑"/>
                <a:ea typeface="微软雅黑"/>
              </a:rPr>
              <a:t>Regional Concentration</a:t>
            </a:r>
            <a:endParaRPr lang="en-US" sz="1100"/>
          </a:p>
        </p:txBody>
      </p:sp>
      <p:sp>
        <p:nvSpPr>
          <p:cNvPr id="6" name="TextBox 6"/>
          <p:cNvSpPr txBox="1"/>
          <p:nvPr/>
        </p:nvSpPr>
        <p:spPr>
          <a:xfrm>
            <a:off x="1329743" y="2387373"/>
            <a:ext cx="3337508" cy="1337203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t">
            <a:spAutoFit/>
          </a:bodyPr>
          <a:lstStyle/>
          <a:p>
            <a:pPr marL="0" algn="ctr">
              <a:lnSpc>
                <a:spcPct val="150000"/>
              </a:lnSpc>
              <a:defRPr/>
            </a:pPr>
            <a:r>
              <a:rPr lang="zh-CN" altLang="en-US" sz="1400" b="0" i="0" u="none" baseline="0">
                <a:solidFill>
                  <a:srgbClr val="FFFFFF"/>
                </a:solidFill>
                <a:latin typeface="微软雅黑"/>
                <a:ea typeface="微软雅黑"/>
              </a:rPr>
              <a:t>Revenue is concentrated in a few key regions. Expansion efforts should target underperforming markets.</a:t>
            </a:r>
            <a:endParaRPr lang="en-US" sz="1100"/>
          </a:p>
        </p:txBody>
      </p:sp>
      <p:sp>
        <p:nvSpPr>
          <p:cNvPr id="7" name="Freeform 7"/>
          <p:cNvSpPr/>
          <p:nvPr/>
        </p:nvSpPr>
        <p:spPr>
          <a:xfrm>
            <a:off x="2741465" y="4031586"/>
            <a:ext cx="514063" cy="131413"/>
          </a:xfrm>
          <a:custGeom>
            <a:avLst/>
            <a:gdLst/>
            <a:ahLst/>
            <a:cxnLst/>
            <a:rect l="l" t="t" r="r" b="b"/>
            <a:pathLst>
              <a:path w="514063" h="131413">
                <a:moveTo>
                  <a:pt x="408080" y="1"/>
                </a:moveTo>
                <a:lnTo>
                  <a:pt x="408374" y="1"/>
                </a:lnTo>
                <a:lnTo>
                  <a:pt x="408697" y="8"/>
                </a:lnTo>
                <a:lnTo>
                  <a:pt x="409049" y="15"/>
                </a:lnTo>
                <a:lnTo>
                  <a:pt x="409802" y="59"/>
                </a:lnTo>
                <a:lnTo>
                  <a:pt x="410621" y="123"/>
                </a:lnTo>
                <a:lnTo>
                  <a:pt x="411475" y="195"/>
                </a:lnTo>
                <a:lnTo>
                  <a:pt x="412357" y="288"/>
                </a:lnTo>
                <a:lnTo>
                  <a:pt x="413240" y="389"/>
                </a:lnTo>
                <a:lnTo>
                  <a:pt x="414116" y="496"/>
                </a:lnTo>
                <a:lnTo>
                  <a:pt x="414948" y="604"/>
                </a:lnTo>
                <a:lnTo>
                  <a:pt x="415738" y="704"/>
                </a:lnTo>
                <a:lnTo>
                  <a:pt x="416456" y="805"/>
                </a:lnTo>
                <a:lnTo>
                  <a:pt x="417080" y="898"/>
                </a:lnTo>
                <a:lnTo>
                  <a:pt x="417597" y="977"/>
                </a:lnTo>
                <a:lnTo>
                  <a:pt x="417977" y="1049"/>
                </a:lnTo>
                <a:lnTo>
                  <a:pt x="418788" y="1207"/>
                </a:lnTo>
                <a:lnTo>
                  <a:pt x="419585" y="1372"/>
                </a:lnTo>
                <a:lnTo>
                  <a:pt x="420389" y="1544"/>
                </a:lnTo>
                <a:lnTo>
                  <a:pt x="421192" y="1724"/>
                </a:lnTo>
                <a:lnTo>
                  <a:pt x="421989" y="1917"/>
                </a:lnTo>
                <a:lnTo>
                  <a:pt x="422793" y="2118"/>
                </a:lnTo>
                <a:lnTo>
                  <a:pt x="423589" y="2326"/>
                </a:lnTo>
                <a:lnTo>
                  <a:pt x="424393" y="2549"/>
                </a:lnTo>
                <a:lnTo>
                  <a:pt x="425190" y="2771"/>
                </a:lnTo>
                <a:lnTo>
                  <a:pt x="425994" y="3001"/>
                </a:lnTo>
                <a:lnTo>
                  <a:pt x="426790" y="3238"/>
                </a:lnTo>
                <a:lnTo>
                  <a:pt x="427587" y="3482"/>
                </a:lnTo>
                <a:lnTo>
                  <a:pt x="428384" y="3740"/>
                </a:lnTo>
                <a:lnTo>
                  <a:pt x="429180" y="3992"/>
                </a:lnTo>
                <a:lnTo>
                  <a:pt x="429977" y="4257"/>
                </a:lnTo>
                <a:lnTo>
                  <a:pt x="430774" y="4530"/>
                </a:lnTo>
                <a:lnTo>
                  <a:pt x="431563" y="4795"/>
                </a:lnTo>
                <a:lnTo>
                  <a:pt x="432353" y="5075"/>
                </a:lnTo>
                <a:lnTo>
                  <a:pt x="433142" y="5362"/>
                </a:lnTo>
                <a:lnTo>
                  <a:pt x="433917" y="5649"/>
                </a:lnTo>
                <a:lnTo>
                  <a:pt x="434707" y="5937"/>
                </a:lnTo>
                <a:lnTo>
                  <a:pt x="435489" y="6238"/>
                </a:lnTo>
                <a:lnTo>
                  <a:pt x="436271" y="6539"/>
                </a:lnTo>
                <a:lnTo>
                  <a:pt x="437039" y="6841"/>
                </a:lnTo>
                <a:lnTo>
                  <a:pt x="438582" y="7451"/>
                </a:lnTo>
                <a:lnTo>
                  <a:pt x="440111" y="8075"/>
                </a:lnTo>
                <a:lnTo>
                  <a:pt x="441633" y="8707"/>
                </a:lnTo>
                <a:lnTo>
                  <a:pt x="443125" y="9338"/>
                </a:lnTo>
                <a:lnTo>
                  <a:pt x="443369" y="9439"/>
                </a:lnTo>
                <a:lnTo>
                  <a:pt x="443635" y="9547"/>
                </a:lnTo>
                <a:lnTo>
                  <a:pt x="443915" y="9654"/>
                </a:lnTo>
                <a:lnTo>
                  <a:pt x="444195" y="9762"/>
                </a:lnTo>
                <a:lnTo>
                  <a:pt x="444467" y="9877"/>
                </a:lnTo>
                <a:lnTo>
                  <a:pt x="444726" y="9992"/>
                </a:lnTo>
                <a:lnTo>
                  <a:pt x="444963" y="10114"/>
                </a:lnTo>
                <a:lnTo>
                  <a:pt x="445185" y="10236"/>
                </a:lnTo>
                <a:lnTo>
                  <a:pt x="445357" y="10286"/>
                </a:lnTo>
                <a:lnTo>
                  <a:pt x="445551" y="10350"/>
                </a:lnTo>
                <a:lnTo>
                  <a:pt x="445745" y="10415"/>
                </a:lnTo>
                <a:lnTo>
                  <a:pt x="445946" y="10487"/>
                </a:lnTo>
                <a:lnTo>
                  <a:pt x="446362" y="10659"/>
                </a:lnTo>
                <a:lnTo>
                  <a:pt x="446778" y="10846"/>
                </a:lnTo>
                <a:lnTo>
                  <a:pt x="447209" y="11032"/>
                </a:lnTo>
                <a:lnTo>
                  <a:pt x="447618" y="11212"/>
                </a:lnTo>
                <a:lnTo>
                  <a:pt x="448013" y="11391"/>
                </a:lnTo>
                <a:lnTo>
                  <a:pt x="448379" y="11542"/>
                </a:lnTo>
                <a:lnTo>
                  <a:pt x="448932" y="11772"/>
                </a:lnTo>
                <a:lnTo>
                  <a:pt x="449499" y="12008"/>
                </a:lnTo>
                <a:lnTo>
                  <a:pt x="450073" y="12252"/>
                </a:lnTo>
                <a:lnTo>
                  <a:pt x="450654" y="12511"/>
                </a:lnTo>
                <a:lnTo>
                  <a:pt x="451250" y="12776"/>
                </a:lnTo>
                <a:lnTo>
                  <a:pt x="451845" y="13035"/>
                </a:lnTo>
                <a:lnTo>
                  <a:pt x="452456" y="13315"/>
                </a:lnTo>
                <a:lnTo>
                  <a:pt x="453051" y="13587"/>
                </a:lnTo>
                <a:lnTo>
                  <a:pt x="453654" y="13867"/>
                </a:lnTo>
                <a:lnTo>
                  <a:pt x="454243" y="14147"/>
                </a:lnTo>
                <a:lnTo>
                  <a:pt x="454838" y="14427"/>
                </a:lnTo>
                <a:lnTo>
                  <a:pt x="455420" y="14693"/>
                </a:lnTo>
                <a:lnTo>
                  <a:pt x="455987" y="14972"/>
                </a:lnTo>
                <a:lnTo>
                  <a:pt x="456539" y="15245"/>
                </a:lnTo>
                <a:lnTo>
                  <a:pt x="457078" y="15518"/>
                </a:lnTo>
                <a:lnTo>
                  <a:pt x="457594" y="15776"/>
                </a:lnTo>
                <a:lnTo>
                  <a:pt x="458341" y="16157"/>
                </a:lnTo>
                <a:lnTo>
                  <a:pt x="459087" y="16544"/>
                </a:lnTo>
                <a:lnTo>
                  <a:pt x="459841" y="16932"/>
                </a:lnTo>
                <a:lnTo>
                  <a:pt x="460580" y="17319"/>
                </a:lnTo>
                <a:lnTo>
                  <a:pt x="461319" y="17714"/>
                </a:lnTo>
                <a:lnTo>
                  <a:pt x="462044" y="18109"/>
                </a:lnTo>
                <a:lnTo>
                  <a:pt x="462776" y="18511"/>
                </a:lnTo>
                <a:lnTo>
                  <a:pt x="463508" y="18913"/>
                </a:lnTo>
                <a:lnTo>
                  <a:pt x="464233" y="19322"/>
                </a:lnTo>
                <a:lnTo>
                  <a:pt x="464944" y="19731"/>
                </a:lnTo>
                <a:lnTo>
                  <a:pt x="465654" y="20140"/>
                </a:lnTo>
                <a:lnTo>
                  <a:pt x="466357" y="20549"/>
                </a:lnTo>
                <a:lnTo>
                  <a:pt x="467054" y="20958"/>
                </a:lnTo>
                <a:lnTo>
                  <a:pt x="467750" y="21382"/>
                </a:lnTo>
                <a:lnTo>
                  <a:pt x="468439" y="21798"/>
                </a:lnTo>
                <a:lnTo>
                  <a:pt x="469106" y="22228"/>
                </a:lnTo>
                <a:lnTo>
                  <a:pt x="469810" y="22666"/>
                </a:lnTo>
                <a:lnTo>
                  <a:pt x="470506" y="23104"/>
                </a:lnTo>
                <a:lnTo>
                  <a:pt x="471195" y="23542"/>
                </a:lnTo>
                <a:lnTo>
                  <a:pt x="471884" y="23973"/>
                </a:lnTo>
                <a:lnTo>
                  <a:pt x="472566" y="24417"/>
                </a:lnTo>
                <a:lnTo>
                  <a:pt x="473247" y="24855"/>
                </a:lnTo>
                <a:lnTo>
                  <a:pt x="473929" y="25300"/>
                </a:lnTo>
                <a:lnTo>
                  <a:pt x="474604" y="25760"/>
                </a:lnTo>
                <a:lnTo>
                  <a:pt x="475314" y="26233"/>
                </a:lnTo>
                <a:lnTo>
                  <a:pt x="476011" y="26714"/>
                </a:lnTo>
                <a:lnTo>
                  <a:pt x="476692" y="27181"/>
                </a:lnTo>
                <a:lnTo>
                  <a:pt x="477345" y="27647"/>
                </a:lnTo>
                <a:lnTo>
                  <a:pt x="477999" y="28106"/>
                </a:lnTo>
                <a:lnTo>
                  <a:pt x="478630" y="28566"/>
                </a:lnTo>
                <a:lnTo>
                  <a:pt x="479262" y="29018"/>
                </a:lnTo>
                <a:lnTo>
                  <a:pt x="479886" y="29477"/>
                </a:lnTo>
                <a:lnTo>
                  <a:pt x="480503" y="29929"/>
                </a:lnTo>
                <a:lnTo>
                  <a:pt x="481121" y="30389"/>
                </a:lnTo>
                <a:lnTo>
                  <a:pt x="481745" y="30855"/>
                </a:lnTo>
                <a:lnTo>
                  <a:pt x="482369" y="31322"/>
                </a:lnTo>
                <a:lnTo>
                  <a:pt x="483008" y="31796"/>
                </a:lnTo>
                <a:lnTo>
                  <a:pt x="483647" y="32269"/>
                </a:lnTo>
                <a:lnTo>
                  <a:pt x="484300" y="32764"/>
                </a:lnTo>
                <a:lnTo>
                  <a:pt x="484975" y="33260"/>
                </a:lnTo>
                <a:lnTo>
                  <a:pt x="485599" y="33733"/>
                </a:lnTo>
                <a:lnTo>
                  <a:pt x="486231" y="34229"/>
                </a:lnTo>
                <a:lnTo>
                  <a:pt x="486862" y="34738"/>
                </a:lnTo>
                <a:lnTo>
                  <a:pt x="487487" y="35248"/>
                </a:lnTo>
                <a:lnTo>
                  <a:pt x="488104" y="35750"/>
                </a:lnTo>
                <a:lnTo>
                  <a:pt x="488721" y="36260"/>
                </a:lnTo>
                <a:lnTo>
                  <a:pt x="489338" y="36755"/>
                </a:lnTo>
                <a:lnTo>
                  <a:pt x="489934" y="37221"/>
                </a:lnTo>
                <a:lnTo>
                  <a:pt x="501891" y="47743"/>
                </a:lnTo>
                <a:lnTo>
                  <a:pt x="502121" y="47965"/>
                </a:lnTo>
                <a:lnTo>
                  <a:pt x="502343" y="48195"/>
                </a:lnTo>
                <a:lnTo>
                  <a:pt x="502551" y="48425"/>
                </a:lnTo>
                <a:lnTo>
                  <a:pt x="502752" y="48654"/>
                </a:lnTo>
                <a:lnTo>
                  <a:pt x="502953" y="48884"/>
                </a:lnTo>
                <a:lnTo>
                  <a:pt x="503140" y="49107"/>
                </a:lnTo>
                <a:lnTo>
                  <a:pt x="503326" y="49322"/>
                </a:lnTo>
                <a:lnTo>
                  <a:pt x="503527" y="49516"/>
                </a:lnTo>
                <a:lnTo>
                  <a:pt x="504101" y="50083"/>
                </a:lnTo>
                <a:lnTo>
                  <a:pt x="504719" y="50707"/>
                </a:lnTo>
                <a:lnTo>
                  <a:pt x="505357" y="51367"/>
                </a:lnTo>
                <a:lnTo>
                  <a:pt x="505996" y="52056"/>
                </a:lnTo>
                <a:lnTo>
                  <a:pt x="506642" y="52753"/>
                </a:lnTo>
                <a:lnTo>
                  <a:pt x="507245" y="53442"/>
                </a:lnTo>
                <a:lnTo>
                  <a:pt x="507539" y="53779"/>
                </a:lnTo>
                <a:lnTo>
                  <a:pt x="507819" y="54116"/>
                </a:lnTo>
                <a:lnTo>
                  <a:pt x="508092" y="54439"/>
                </a:lnTo>
                <a:lnTo>
                  <a:pt x="508336" y="54741"/>
                </a:lnTo>
                <a:lnTo>
                  <a:pt x="508917" y="55458"/>
                </a:lnTo>
                <a:lnTo>
                  <a:pt x="509427" y="56097"/>
                </a:lnTo>
                <a:lnTo>
                  <a:pt x="509664" y="56398"/>
                </a:lnTo>
                <a:lnTo>
                  <a:pt x="509886" y="56700"/>
                </a:lnTo>
                <a:lnTo>
                  <a:pt x="510101" y="56994"/>
                </a:lnTo>
                <a:lnTo>
                  <a:pt x="510317" y="57281"/>
                </a:lnTo>
                <a:lnTo>
                  <a:pt x="510525" y="57583"/>
                </a:lnTo>
                <a:lnTo>
                  <a:pt x="510726" y="57891"/>
                </a:lnTo>
                <a:lnTo>
                  <a:pt x="510934" y="58200"/>
                </a:lnTo>
                <a:lnTo>
                  <a:pt x="511142" y="58530"/>
                </a:lnTo>
                <a:lnTo>
                  <a:pt x="511350" y="58875"/>
                </a:lnTo>
                <a:lnTo>
                  <a:pt x="511573" y="59241"/>
                </a:lnTo>
                <a:lnTo>
                  <a:pt x="511802" y="59643"/>
                </a:lnTo>
                <a:lnTo>
                  <a:pt x="512046" y="60066"/>
                </a:lnTo>
                <a:lnTo>
                  <a:pt x="512197" y="60346"/>
                </a:lnTo>
                <a:lnTo>
                  <a:pt x="512355" y="60683"/>
                </a:lnTo>
                <a:lnTo>
                  <a:pt x="512534" y="61049"/>
                </a:lnTo>
                <a:lnTo>
                  <a:pt x="512714" y="61458"/>
                </a:lnTo>
                <a:lnTo>
                  <a:pt x="512900" y="61896"/>
                </a:lnTo>
                <a:lnTo>
                  <a:pt x="513087" y="62363"/>
                </a:lnTo>
                <a:lnTo>
                  <a:pt x="513259" y="62851"/>
                </a:lnTo>
                <a:lnTo>
                  <a:pt x="513432" y="63339"/>
                </a:lnTo>
                <a:lnTo>
                  <a:pt x="513589" y="63841"/>
                </a:lnTo>
                <a:lnTo>
                  <a:pt x="513733" y="64343"/>
                </a:lnTo>
                <a:lnTo>
                  <a:pt x="513790" y="64588"/>
                </a:lnTo>
                <a:lnTo>
                  <a:pt x="513848" y="64839"/>
                </a:lnTo>
                <a:lnTo>
                  <a:pt x="513905" y="65083"/>
                </a:lnTo>
                <a:lnTo>
                  <a:pt x="513948" y="65320"/>
                </a:lnTo>
                <a:lnTo>
                  <a:pt x="513991" y="65549"/>
                </a:lnTo>
                <a:lnTo>
                  <a:pt x="514020" y="65779"/>
                </a:lnTo>
                <a:lnTo>
                  <a:pt x="514042" y="66001"/>
                </a:lnTo>
                <a:lnTo>
                  <a:pt x="514056" y="66217"/>
                </a:lnTo>
                <a:lnTo>
                  <a:pt x="514063" y="66425"/>
                </a:lnTo>
                <a:lnTo>
                  <a:pt x="514063" y="66626"/>
                </a:lnTo>
                <a:lnTo>
                  <a:pt x="514049" y="66812"/>
                </a:lnTo>
                <a:lnTo>
                  <a:pt x="514020" y="66992"/>
                </a:lnTo>
                <a:lnTo>
                  <a:pt x="513948" y="67401"/>
                </a:lnTo>
                <a:lnTo>
                  <a:pt x="513869" y="67796"/>
                </a:lnTo>
                <a:lnTo>
                  <a:pt x="513783" y="68190"/>
                </a:lnTo>
                <a:lnTo>
                  <a:pt x="513683" y="68564"/>
                </a:lnTo>
                <a:lnTo>
                  <a:pt x="513589" y="68944"/>
                </a:lnTo>
                <a:lnTo>
                  <a:pt x="513482" y="69310"/>
                </a:lnTo>
                <a:lnTo>
                  <a:pt x="513367" y="69676"/>
                </a:lnTo>
                <a:lnTo>
                  <a:pt x="513245" y="70028"/>
                </a:lnTo>
                <a:lnTo>
                  <a:pt x="513116" y="70372"/>
                </a:lnTo>
                <a:lnTo>
                  <a:pt x="512979" y="70717"/>
                </a:lnTo>
                <a:lnTo>
                  <a:pt x="512843" y="71054"/>
                </a:lnTo>
                <a:lnTo>
                  <a:pt x="512699" y="71384"/>
                </a:lnTo>
                <a:lnTo>
                  <a:pt x="512542" y="71714"/>
                </a:lnTo>
                <a:lnTo>
                  <a:pt x="512391" y="72037"/>
                </a:lnTo>
                <a:lnTo>
                  <a:pt x="512226" y="72353"/>
                </a:lnTo>
                <a:lnTo>
                  <a:pt x="512061" y="72669"/>
                </a:lnTo>
                <a:lnTo>
                  <a:pt x="511888" y="72985"/>
                </a:lnTo>
                <a:lnTo>
                  <a:pt x="511709" y="73286"/>
                </a:lnTo>
                <a:lnTo>
                  <a:pt x="511522" y="73595"/>
                </a:lnTo>
                <a:lnTo>
                  <a:pt x="511336" y="73896"/>
                </a:lnTo>
                <a:lnTo>
                  <a:pt x="511149" y="74190"/>
                </a:lnTo>
                <a:lnTo>
                  <a:pt x="510948" y="74492"/>
                </a:lnTo>
                <a:lnTo>
                  <a:pt x="510755" y="74793"/>
                </a:lnTo>
                <a:lnTo>
                  <a:pt x="510546" y="75088"/>
                </a:lnTo>
                <a:lnTo>
                  <a:pt x="510137" y="75669"/>
                </a:lnTo>
                <a:lnTo>
                  <a:pt x="509699" y="76265"/>
                </a:lnTo>
                <a:lnTo>
                  <a:pt x="509262" y="76846"/>
                </a:lnTo>
                <a:lnTo>
                  <a:pt x="508810" y="77434"/>
                </a:lnTo>
                <a:lnTo>
                  <a:pt x="508558" y="77750"/>
                </a:lnTo>
                <a:lnTo>
                  <a:pt x="508314" y="78052"/>
                </a:lnTo>
                <a:lnTo>
                  <a:pt x="508185" y="78202"/>
                </a:lnTo>
                <a:lnTo>
                  <a:pt x="508049" y="78339"/>
                </a:lnTo>
                <a:lnTo>
                  <a:pt x="507912" y="78482"/>
                </a:lnTo>
                <a:lnTo>
                  <a:pt x="507762" y="78611"/>
                </a:lnTo>
                <a:lnTo>
                  <a:pt x="507683" y="78726"/>
                </a:lnTo>
                <a:lnTo>
                  <a:pt x="507503" y="78927"/>
                </a:lnTo>
                <a:lnTo>
                  <a:pt x="507252" y="79207"/>
                </a:lnTo>
                <a:lnTo>
                  <a:pt x="506929" y="79552"/>
                </a:lnTo>
                <a:lnTo>
                  <a:pt x="506556" y="79954"/>
                </a:lnTo>
                <a:lnTo>
                  <a:pt x="506140" y="80399"/>
                </a:lnTo>
                <a:lnTo>
                  <a:pt x="505688" y="80872"/>
                </a:lnTo>
                <a:lnTo>
                  <a:pt x="505221" y="81353"/>
                </a:lnTo>
                <a:lnTo>
                  <a:pt x="504747" y="81841"/>
                </a:lnTo>
                <a:lnTo>
                  <a:pt x="504274" y="82322"/>
                </a:lnTo>
                <a:lnTo>
                  <a:pt x="503822" y="82789"/>
                </a:lnTo>
                <a:lnTo>
                  <a:pt x="503405" y="83219"/>
                </a:lnTo>
                <a:lnTo>
                  <a:pt x="503018" y="83607"/>
                </a:lnTo>
                <a:lnTo>
                  <a:pt x="502680" y="83944"/>
                </a:lnTo>
                <a:lnTo>
                  <a:pt x="502415" y="84210"/>
                </a:lnTo>
                <a:lnTo>
                  <a:pt x="502221" y="84389"/>
                </a:lnTo>
                <a:lnTo>
                  <a:pt x="501984" y="84619"/>
                </a:lnTo>
                <a:lnTo>
                  <a:pt x="501747" y="84856"/>
                </a:lnTo>
                <a:lnTo>
                  <a:pt x="501518" y="85071"/>
                </a:lnTo>
                <a:lnTo>
                  <a:pt x="501288" y="85293"/>
                </a:lnTo>
                <a:lnTo>
                  <a:pt x="501058" y="85516"/>
                </a:lnTo>
                <a:lnTo>
                  <a:pt x="500822" y="85745"/>
                </a:lnTo>
                <a:lnTo>
                  <a:pt x="500592" y="85975"/>
                </a:lnTo>
                <a:lnTo>
                  <a:pt x="500355" y="86219"/>
                </a:lnTo>
                <a:lnTo>
                  <a:pt x="498848" y="87561"/>
                </a:lnTo>
                <a:lnTo>
                  <a:pt x="498697" y="87705"/>
                </a:lnTo>
                <a:lnTo>
                  <a:pt x="498597" y="87798"/>
                </a:lnTo>
                <a:lnTo>
                  <a:pt x="498511" y="87884"/>
                </a:lnTo>
                <a:lnTo>
                  <a:pt x="498360" y="87999"/>
                </a:lnTo>
                <a:lnTo>
                  <a:pt x="498101" y="88214"/>
                </a:lnTo>
                <a:lnTo>
                  <a:pt x="497771" y="88480"/>
                </a:lnTo>
                <a:lnTo>
                  <a:pt x="497405" y="88796"/>
                </a:lnTo>
                <a:lnTo>
                  <a:pt x="497003" y="89147"/>
                </a:lnTo>
                <a:lnTo>
                  <a:pt x="496573" y="89535"/>
                </a:lnTo>
                <a:lnTo>
                  <a:pt x="496121" y="89930"/>
                </a:lnTo>
                <a:lnTo>
                  <a:pt x="495654" y="90339"/>
                </a:lnTo>
                <a:lnTo>
                  <a:pt x="495180" y="90755"/>
                </a:lnTo>
                <a:lnTo>
                  <a:pt x="494714" y="91157"/>
                </a:lnTo>
                <a:lnTo>
                  <a:pt x="494269" y="91552"/>
                </a:lnTo>
                <a:lnTo>
                  <a:pt x="493838" y="91918"/>
                </a:lnTo>
                <a:lnTo>
                  <a:pt x="493444" y="92255"/>
                </a:lnTo>
                <a:lnTo>
                  <a:pt x="493077" y="92549"/>
                </a:lnTo>
                <a:lnTo>
                  <a:pt x="492769" y="92786"/>
                </a:lnTo>
                <a:lnTo>
                  <a:pt x="492640" y="92887"/>
                </a:lnTo>
                <a:lnTo>
                  <a:pt x="492518" y="92973"/>
                </a:lnTo>
                <a:lnTo>
                  <a:pt x="492410" y="93037"/>
                </a:lnTo>
                <a:lnTo>
                  <a:pt x="492317" y="93088"/>
                </a:lnTo>
                <a:lnTo>
                  <a:pt x="492238" y="93174"/>
                </a:lnTo>
                <a:lnTo>
                  <a:pt x="492101" y="93303"/>
                </a:lnTo>
                <a:lnTo>
                  <a:pt x="491922" y="93461"/>
                </a:lnTo>
                <a:lnTo>
                  <a:pt x="491700" y="93647"/>
                </a:lnTo>
                <a:lnTo>
                  <a:pt x="491140" y="94107"/>
                </a:lnTo>
                <a:lnTo>
                  <a:pt x="490451" y="94667"/>
                </a:lnTo>
                <a:lnTo>
                  <a:pt x="489654" y="95298"/>
                </a:lnTo>
                <a:lnTo>
                  <a:pt x="488786" y="95987"/>
                </a:lnTo>
                <a:lnTo>
                  <a:pt x="487860" y="96712"/>
                </a:lnTo>
                <a:lnTo>
                  <a:pt x="486905" y="97451"/>
                </a:lnTo>
                <a:lnTo>
                  <a:pt x="485951" y="98183"/>
                </a:lnTo>
                <a:lnTo>
                  <a:pt x="485018" y="98894"/>
                </a:lnTo>
                <a:lnTo>
                  <a:pt x="484135" y="99569"/>
                </a:lnTo>
                <a:lnTo>
                  <a:pt x="483324" y="100179"/>
                </a:lnTo>
                <a:lnTo>
                  <a:pt x="482621" y="100695"/>
                </a:lnTo>
                <a:lnTo>
                  <a:pt x="482032" y="101112"/>
                </a:lnTo>
                <a:lnTo>
                  <a:pt x="481795" y="101284"/>
                </a:lnTo>
                <a:lnTo>
                  <a:pt x="481601" y="101420"/>
                </a:lnTo>
                <a:lnTo>
                  <a:pt x="481451" y="101506"/>
                </a:lnTo>
                <a:lnTo>
                  <a:pt x="481343" y="101571"/>
                </a:lnTo>
                <a:lnTo>
                  <a:pt x="481106" y="101765"/>
                </a:lnTo>
                <a:lnTo>
                  <a:pt x="480733" y="102045"/>
                </a:lnTo>
                <a:lnTo>
                  <a:pt x="480245" y="102396"/>
                </a:lnTo>
                <a:lnTo>
                  <a:pt x="479671" y="102805"/>
                </a:lnTo>
                <a:lnTo>
                  <a:pt x="479011" y="103265"/>
                </a:lnTo>
                <a:lnTo>
                  <a:pt x="478314" y="103760"/>
                </a:lnTo>
                <a:lnTo>
                  <a:pt x="477568" y="104269"/>
                </a:lnTo>
                <a:lnTo>
                  <a:pt x="476814" y="104786"/>
                </a:lnTo>
                <a:lnTo>
                  <a:pt x="476054" y="105303"/>
                </a:lnTo>
                <a:lnTo>
                  <a:pt x="475314" y="105798"/>
                </a:lnTo>
                <a:lnTo>
                  <a:pt x="474618" y="106265"/>
                </a:lnTo>
                <a:lnTo>
                  <a:pt x="473979" y="106681"/>
                </a:lnTo>
                <a:lnTo>
                  <a:pt x="473420" y="107033"/>
                </a:lnTo>
                <a:lnTo>
                  <a:pt x="472953" y="107327"/>
                </a:lnTo>
                <a:lnTo>
                  <a:pt x="472752" y="107442"/>
                </a:lnTo>
                <a:lnTo>
                  <a:pt x="472601" y="107528"/>
                </a:lnTo>
                <a:lnTo>
                  <a:pt x="472465" y="107592"/>
                </a:lnTo>
                <a:lnTo>
                  <a:pt x="472379" y="107636"/>
                </a:lnTo>
                <a:lnTo>
                  <a:pt x="472307" y="107707"/>
                </a:lnTo>
                <a:lnTo>
                  <a:pt x="472171" y="107808"/>
                </a:lnTo>
                <a:lnTo>
                  <a:pt x="471991" y="107930"/>
                </a:lnTo>
                <a:lnTo>
                  <a:pt x="471762" y="108088"/>
                </a:lnTo>
                <a:lnTo>
                  <a:pt x="471180" y="108454"/>
                </a:lnTo>
                <a:lnTo>
                  <a:pt x="470441" y="108920"/>
                </a:lnTo>
                <a:lnTo>
                  <a:pt x="469580" y="109444"/>
                </a:lnTo>
                <a:lnTo>
                  <a:pt x="468625" y="110011"/>
                </a:lnTo>
                <a:lnTo>
                  <a:pt x="467606" y="110607"/>
                </a:lnTo>
                <a:lnTo>
                  <a:pt x="466537" y="111231"/>
                </a:lnTo>
                <a:lnTo>
                  <a:pt x="465460" y="111848"/>
                </a:lnTo>
                <a:lnTo>
                  <a:pt x="464405" y="112459"/>
                </a:lnTo>
                <a:lnTo>
                  <a:pt x="463386" y="113025"/>
                </a:lnTo>
                <a:lnTo>
                  <a:pt x="462439" y="113549"/>
                </a:lnTo>
                <a:lnTo>
                  <a:pt x="461585" y="114016"/>
                </a:lnTo>
                <a:lnTo>
                  <a:pt x="460867" y="114396"/>
                </a:lnTo>
                <a:lnTo>
                  <a:pt x="460558" y="114561"/>
                </a:lnTo>
                <a:lnTo>
                  <a:pt x="460300" y="114683"/>
                </a:lnTo>
                <a:lnTo>
                  <a:pt x="460078" y="114791"/>
                </a:lnTo>
                <a:lnTo>
                  <a:pt x="459905" y="114863"/>
                </a:lnTo>
                <a:lnTo>
                  <a:pt x="459647" y="115021"/>
                </a:lnTo>
                <a:lnTo>
                  <a:pt x="459389" y="115179"/>
                </a:lnTo>
                <a:lnTo>
                  <a:pt x="459109" y="115329"/>
                </a:lnTo>
                <a:lnTo>
                  <a:pt x="458822" y="115487"/>
                </a:lnTo>
                <a:lnTo>
                  <a:pt x="458219" y="115781"/>
                </a:lnTo>
                <a:lnTo>
                  <a:pt x="457594" y="116076"/>
                </a:lnTo>
                <a:lnTo>
                  <a:pt x="456970" y="116370"/>
                </a:lnTo>
                <a:lnTo>
                  <a:pt x="456345" y="116657"/>
                </a:lnTo>
                <a:lnTo>
                  <a:pt x="455750" y="116930"/>
                </a:lnTo>
                <a:lnTo>
                  <a:pt x="455183" y="117210"/>
                </a:lnTo>
                <a:lnTo>
                  <a:pt x="454889" y="117360"/>
                </a:lnTo>
                <a:lnTo>
                  <a:pt x="454587" y="117497"/>
                </a:lnTo>
                <a:lnTo>
                  <a:pt x="454286" y="117640"/>
                </a:lnTo>
                <a:lnTo>
                  <a:pt x="453984" y="117770"/>
                </a:lnTo>
                <a:lnTo>
                  <a:pt x="453690" y="117913"/>
                </a:lnTo>
                <a:lnTo>
                  <a:pt x="453381" y="118042"/>
                </a:lnTo>
                <a:lnTo>
                  <a:pt x="453080" y="118171"/>
                </a:lnTo>
                <a:lnTo>
                  <a:pt x="452786" y="118315"/>
                </a:lnTo>
                <a:lnTo>
                  <a:pt x="452520" y="118437"/>
                </a:lnTo>
                <a:lnTo>
                  <a:pt x="452226" y="118581"/>
                </a:lnTo>
                <a:lnTo>
                  <a:pt x="451896" y="118731"/>
                </a:lnTo>
                <a:lnTo>
                  <a:pt x="451551" y="118889"/>
                </a:lnTo>
                <a:lnTo>
                  <a:pt x="451214" y="119047"/>
                </a:lnTo>
                <a:lnTo>
                  <a:pt x="450884" y="119176"/>
                </a:lnTo>
                <a:lnTo>
                  <a:pt x="450575" y="119291"/>
                </a:lnTo>
                <a:lnTo>
                  <a:pt x="450310" y="119377"/>
                </a:lnTo>
                <a:lnTo>
                  <a:pt x="449965" y="119557"/>
                </a:lnTo>
                <a:lnTo>
                  <a:pt x="449578" y="119729"/>
                </a:lnTo>
                <a:lnTo>
                  <a:pt x="449168" y="119908"/>
                </a:lnTo>
                <a:lnTo>
                  <a:pt x="448745" y="120081"/>
                </a:lnTo>
                <a:lnTo>
                  <a:pt x="448307" y="120253"/>
                </a:lnTo>
                <a:lnTo>
                  <a:pt x="447884" y="120418"/>
                </a:lnTo>
                <a:lnTo>
                  <a:pt x="447467" y="120569"/>
                </a:lnTo>
                <a:lnTo>
                  <a:pt x="447094" y="120726"/>
                </a:lnTo>
                <a:lnTo>
                  <a:pt x="446743" y="120870"/>
                </a:lnTo>
                <a:lnTo>
                  <a:pt x="446262" y="121057"/>
                </a:lnTo>
                <a:lnTo>
                  <a:pt x="445688" y="121286"/>
                </a:lnTo>
                <a:lnTo>
                  <a:pt x="445034" y="121559"/>
                </a:lnTo>
                <a:lnTo>
                  <a:pt x="444302" y="121846"/>
                </a:lnTo>
                <a:lnTo>
                  <a:pt x="443520" y="122162"/>
                </a:lnTo>
                <a:lnTo>
                  <a:pt x="442716" y="122485"/>
                </a:lnTo>
                <a:lnTo>
                  <a:pt x="441905" y="122815"/>
                </a:lnTo>
                <a:lnTo>
                  <a:pt x="441087" y="123131"/>
                </a:lnTo>
                <a:lnTo>
                  <a:pt x="440298" y="123447"/>
                </a:lnTo>
                <a:lnTo>
                  <a:pt x="439558" y="123734"/>
                </a:lnTo>
                <a:lnTo>
                  <a:pt x="438884" y="123999"/>
                </a:lnTo>
                <a:lnTo>
                  <a:pt x="438281" y="124222"/>
                </a:lnTo>
                <a:lnTo>
                  <a:pt x="437778" y="124401"/>
                </a:lnTo>
                <a:lnTo>
                  <a:pt x="437405" y="124530"/>
                </a:lnTo>
                <a:lnTo>
                  <a:pt x="437154" y="124602"/>
                </a:lnTo>
                <a:lnTo>
                  <a:pt x="437039" y="124660"/>
                </a:lnTo>
                <a:lnTo>
                  <a:pt x="436853" y="124753"/>
                </a:lnTo>
                <a:lnTo>
                  <a:pt x="436594" y="124868"/>
                </a:lnTo>
                <a:lnTo>
                  <a:pt x="436278" y="124990"/>
                </a:lnTo>
                <a:lnTo>
                  <a:pt x="435503" y="125284"/>
                </a:lnTo>
                <a:lnTo>
                  <a:pt x="434635" y="125607"/>
                </a:lnTo>
                <a:lnTo>
                  <a:pt x="433738" y="125915"/>
                </a:lnTo>
                <a:lnTo>
                  <a:pt x="432912" y="126217"/>
                </a:lnTo>
                <a:lnTo>
                  <a:pt x="432231" y="126454"/>
                </a:lnTo>
                <a:lnTo>
                  <a:pt x="431786" y="126597"/>
                </a:lnTo>
                <a:lnTo>
                  <a:pt x="430673" y="126971"/>
                </a:lnTo>
                <a:lnTo>
                  <a:pt x="429582" y="127329"/>
                </a:lnTo>
                <a:lnTo>
                  <a:pt x="428499" y="127674"/>
                </a:lnTo>
                <a:lnTo>
                  <a:pt x="427422" y="128011"/>
                </a:lnTo>
                <a:lnTo>
                  <a:pt x="426360" y="128341"/>
                </a:lnTo>
                <a:lnTo>
                  <a:pt x="425283" y="128664"/>
                </a:lnTo>
                <a:lnTo>
                  <a:pt x="424214" y="128966"/>
                </a:lnTo>
                <a:lnTo>
                  <a:pt x="423137" y="129253"/>
                </a:lnTo>
                <a:lnTo>
                  <a:pt x="422599" y="129389"/>
                </a:lnTo>
                <a:lnTo>
                  <a:pt x="422054" y="129533"/>
                </a:lnTo>
                <a:lnTo>
                  <a:pt x="421508" y="129662"/>
                </a:lnTo>
                <a:lnTo>
                  <a:pt x="420970" y="129784"/>
                </a:lnTo>
                <a:lnTo>
                  <a:pt x="420417" y="129913"/>
                </a:lnTo>
                <a:lnTo>
                  <a:pt x="419857" y="130035"/>
                </a:lnTo>
                <a:lnTo>
                  <a:pt x="419312" y="130150"/>
                </a:lnTo>
                <a:lnTo>
                  <a:pt x="418752" y="130265"/>
                </a:lnTo>
                <a:lnTo>
                  <a:pt x="418185" y="130372"/>
                </a:lnTo>
                <a:lnTo>
                  <a:pt x="417611" y="130466"/>
                </a:lnTo>
                <a:lnTo>
                  <a:pt x="417044" y="130566"/>
                </a:lnTo>
                <a:lnTo>
                  <a:pt x="416463" y="130667"/>
                </a:lnTo>
                <a:lnTo>
                  <a:pt x="415881" y="130753"/>
                </a:lnTo>
                <a:lnTo>
                  <a:pt x="415286" y="130839"/>
                </a:lnTo>
                <a:lnTo>
                  <a:pt x="414690" y="130911"/>
                </a:lnTo>
                <a:lnTo>
                  <a:pt x="414087" y="130983"/>
                </a:lnTo>
                <a:lnTo>
                  <a:pt x="413664" y="131033"/>
                </a:lnTo>
                <a:lnTo>
                  <a:pt x="413226" y="131083"/>
                </a:lnTo>
                <a:lnTo>
                  <a:pt x="412795" y="131133"/>
                </a:lnTo>
                <a:lnTo>
                  <a:pt x="412365" y="131176"/>
                </a:lnTo>
                <a:lnTo>
                  <a:pt x="411927" y="131219"/>
                </a:lnTo>
                <a:lnTo>
                  <a:pt x="411496" y="131248"/>
                </a:lnTo>
                <a:lnTo>
                  <a:pt x="411058" y="131284"/>
                </a:lnTo>
                <a:lnTo>
                  <a:pt x="410621" y="131313"/>
                </a:lnTo>
                <a:lnTo>
                  <a:pt x="410176" y="131341"/>
                </a:lnTo>
                <a:lnTo>
                  <a:pt x="409745" y="131363"/>
                </a:lnTo>
                <a:lnTo>
                  <a:pt x="409307" y="131377"/>
                </a:lnTo>
                <a:lnTo>
                  <a:pt x="408862" y="131399"/>
                </a:lnTo>
                <a:lnTo>
                  <a:pt x="408432" y="131406"/>
                </a:lnTo>
                <a:lnTo>
                  <a:pt x="407994" y="131413"/>
                </a:lnTo>
                <a:lnTo>
                  <a:pt x="407556" y="131413"/>
                </a:lnTo>
                <a:lnTo>
                  <a:pt x="407133" y="131406"/>
                </a:lnTo>
                <a:lnTo>
                  <a:pt x="406910" y="131406"/>
                </a:lnTo>
                <a:lnTo>
                  <a:pt x="406702" y="131399"/>
                </a:lnTo>
                <a:lnTo>
                  <a:pt x="406494" y="131377"/>
                </a:lnTo>
                <a:lnTo>
                  <a:pt x="406286" y="131363"/>
                </a:lnTo>
                <a:lnTo>
                  <a:pt x="406092" y="131341"/>
                </a:lnTo>
                <a:lnTo>
                  <a:pt x="405891" y="131313"/>
                </a:lnTo>
                <a:lnTo>
                  <a:pt x="405697" y="131284"/>
                </a:lnTo>
                <a:lnTo>
                  <a:pt x="405503" y="131248"/>
                </a:lnTo>
                <a:lnTo>
                  <a:pt x="405130" y="131176"/>
                </a:lnTo>
                <a:lnTo>
                  <a:pt x="404764" y="131083"/>
                </a:lnTo>
                <a:lnTo>
                  <a:pt x="404412" y="130975"/>
                </a:lnTo>
                <a:lnTo>
                  <a:pt x="404068" y="130853"/>
                </a:lnTo>
                <a:lnTo>
                  <a:pt x="403738" y="130724"/>
                </a:lnTo>
                <a:lnTo>
                  <a:pt x="403422" y="130581"/>
                </a:lnTo>
                <a:lnTo>
                  <a:pt x="403106" y="130437"/>
                </a:lnTo>
                <a:lnTo>
                  <a:pt x="402805" y="130272"/>
                </a:lnTo>
                <a:lnTo>
                  <a:pt x="402511" y="130100"/>
                </a:lnTo>
                <a:lnTo>
                  <a:pt x="402216" y="129920"/>
                </a:lnTo>
                <a:lnTo>
                  <a:pt x="401936" y="129727"/>
                </a:lnTo>
                <a:lnTo>
                  <a:pt x="401656" y="129533"/>
                </a:lnTo>
                <a:lnTo>
                  <a:pt x="401420" y="129353"/>
                </a:lnTo>
                <a:lnTo>
                  <a:pt x="401183" y="129174"/>
                </a:lnTo>
                <a:lnTo>
                  <a:pt x="400967" y="128973"/>
                </a:lnTo>
                <a:lnTo>
                  <a:pt x="400738" y="128779"/>
                </a:lnTo>
                <a:lnTo>
                  <a:pt x="400515" y="128571"/>
                </a:lnTo>
                <a:lnTo>
                  <a:pt x="400300" y="128356"/>
                </a:lnTo>
                <a:lnTo>
                  <a:pt x="400085" y="128133"/>
                </a:lnTo>
                <a:lnTo>
                  <a:pt x="399869" y="127911"/>
                </a:lnTo>
                <a:lnTo>
                  <a:pt x="399668" y="127674"/>
                </a:lnTo>
                <a:lnTo>
                  <a:pt x="399460" y="127437"/>
                </a:lnTo>
                <a:lnTo>
                  <a:pt x="399267" y="127193"/>
                </a:lnTo>
                <a:lnTo>
                  <a:pt x="399066" y="126942"/>
                </a:lnTo>
                <a:lnTo>
                  <a:pt x="398872" y="126683"/>
                </a:lnTo>
                <a:lnTo>
                  <a:pt x="398678" y="126418"/>
                </a:lnTo>
                <a:lnTo>
                  <a:pt x="398491" y="126145"/>
                </a:lnTo>
                <a:lnTo>
                  <a:pt x="398305" y="125872"/>
                </a:lnTo>
                <a:lnTo>
                  <a:pt x="398125" y="125593"/>
                </a:lnTo>
                <a:lnTo>
                  <a:pt x="397946" y="125305"/>
                </a:lnTo>
                <a:lnTo>
                  <a:pt x="397767" y="125004"/>
                </a:lnTo>
                <a:lnTo>
                  <a:pt x="397594" y="124710"/>
                </a:lnTo>
                <a:lnTo>
                  <a:pt x="397422" y="124408"/>
                </a:lnTo>
                <a:lnTo>
                  <a:pt x="397250" y="124093"/>
                </a:lnTo>
                <a:lnTo>
                  <a:pt x="397092" y="123784"/>
                </a:lnTo>
                <a:lnTo>
                  <a:pt x="396927" y="123461"/>
                </a:lnTo>
                <a:lnTo>
                  <a:pt x="396769" y="123131"/>
                </a:lnTo>
                <a:lnTo>
                  <a:pt x="396611" y="122808"/>
                </a:lnTo>
                <a:lnTo>
                  <a:pt x="396453" y="122471"/>
                </a:lnTo>
                <a:lnTo>
                  <a:pt x="396302" y="122133"/>
                </a:lnTo>
                <a:lnTo>
                  <a:pt x="396001" y="121437"/>
                </a:lnTo>
                <a:lnTo>
                  <a:pt x="395714" y="120726"/>
                </a:lnTo>
                <a:lnTo>
                  <a:pt x="395477" y="120109"/>
                </a:lnTo>
                <a:lnTo>
                  <a:pt x="395240" y="119470"/>
                </a:lnTo>
                <a:lnTo>
                  <a:pt x="395003" y="118825"/>
                </a:lnTo>
                <a:lnTo>
                  <a:pt x="394774" y="118143"/>
                </a:lnTo>
                <a:lnTo>
                  <a:pt x="394544" y="117454"/>
                </a:lnTo>
                <a:lnTo>
                  <a:pt x="394322" y="116743"/>
                </a:lnTo>
                <a:lnTo>
                  <a:pt x="394099" y="116018"/>
                </a:lnTo>
                <a:lnTo>
                  <a:pt x="393877" y="115293"/>
                </a:lnTo>
                <a:lnTo>
                  <a:pt x="393661" y="114540"/>
                </a:lnTo>
                <a:lnTo>
                  <a:pt x="393453" y="113786"/>
                </a:lnTo>
                <a:lnTo>
                  <a:pt x="393238" y="113018"/>
                </a:lnTo>
                <a:lnTo>
                  <a:pt x="393030" y="112243"/>
                </a:lnTo>
                <a:lnTo>
                  <a:pt x="392836" y="111461"/>
                </a:lnTo>
                <a:lnTo>
                  <a:pt x="392628" y="110671"/>
                </a:lnTo>
                <a:lnTo>
                  <a:pt x="392441" y="109889"/>
                </a:lnTo>
                <a:lnTo>
                  <a:pt x="392240" y="109092"/>
                </a:lnTo>
                <a:lnTo>
                  <a:pt x="391874" y="107506"/>
                </a:lnTo>
                <a:lnTo>
                  <a:pt x="391530" y="105913"/>
                </a:lnTo>
                <a:lnTo>
                  <a:pt x="391192" y="104341"/>
                </a:lnTo>
                <a:lnTo>
                  <a:pt x="390877" y="102791"/>
                </a:lnTo>
                <a:lnTo>
                  <a:pt x="390582" y="101269"/>
                </a:lnTo>
                <a:lnTo>
                  <a:pt x="390317" y="99798"/>
                </a:lnTo>
                <a:lnTo>
                  <a:pt x="390066" y="98377"/>
                </a:lnTo>
                <a:lnTo>
                  <a:pt x="389836" y="97028"/>
                </a:lnTo>
                <a:lnTo>
                  <a:pt x="389714" y="96217"/>
                </a:lnTo>
                <a:lnTo>
                  <a:pt x="389585" y="95406"/>
                </a:lnTo>
                <a:lnTo>
                  <a:pt x="389463" y="94595"/>
                </a:lnTo>
                <a:lnTo>
                  <a:pt x="389348" y="93777"/>
                </a:lnTo>
                <a:lnTo>
                  <a:pt x="389226" y="92966"/>
                </a:lnTo>
                <a:lnTo>
                  <a:pt x="389125" y="92147"/>
                </a:lnTo>
                <a:lnTo>
                  <a:pt x="389018" y="91329"/>
                </a:lnTo>
                <a:lnTo>
                  <a:pt x="388910" y="90511"/>
                </a:lnTo>
                <a:lnTo>
                  <a:pt x="388810" y="89700"/>
                </a:lnTo>
                <a:lnTo>
                  <a:pt x="388709" y="88875"/>
                </a:lnTo>
                <a:lnTo>
                  <a:pt x="388623" y="88056"/>
                </a:lnTo>
                <a:lnTo>
                  <a:pt x="388530" y="87231"/>
                </a:lnTo>
                <a:lnTo>
                  <a:pt x="388444" y="86413"/>
                </a:lnTo>
                <a:lnTo>
                  <a:pt x="388357" y="85595"/>
                </a:lnTo>
                <a:lnTo>
                  <a:pt x="388279" y="84769"/>
                </a:lnTo>
                <a:lnTo>
                  <a:pt x="388200" y="83951"/>
                </a:lnTo>
                <a:lnTo>
                  <a:pt x="388121" y="83076"/>
                </a:lnTo>
                <a:lnTo>
                  <a:pt x="388049" y="82207"/>
                </a:lnTo>
                <a:lnTo>
                  <a:pt x="387984" y="81339"/>
                </a:lnTo>
                <a:lnTo>
                  <a:pt x="387912" y="80478"/>
                </a:lnTo>
                <a:lnTo>
                  <a:pt x="387855" y="79602"/>
                </a:lnTo>
                <a:lnTo>
                  <a:pt x="387798" y="78741"/>
                </a:lnTo>
                <a:lnTo>
                  <a:pt x="387740" y="77879"/>
                </a:lnTo>
                <a:lnTo>
                  <a:pt x="387697" y="77018"/>
                </a:lnTo>
                <a:lnTo>
                  <a:pt x="387647" y="76157"/>
                </a:lnTo>
                <a:lnTo>
                  <a:pt x="387597" y="75289"/>
                </a:lnTo>
                <a:lnTo>
                  <a:pt x="387546" y="74420"/>
                </a:lnTo>
                <a:lnTo>
                  <a:pt x="387503" y="73559"/>
                </a:lnTo>
                <a:lnTo>
                  <a:pt x="387453" y="72690"/>
                </a:lnTo>
                <a:lnTo>
                  <a:pt x="387403" y="71815"/>
                </a:lnTo>
                <a:lnTo>
                  <a:pt x="387360" y="70946"/>
                </a:lnTo>
                <a:lnTo>
                  <a:pt x="387310" y="70071"/>
                </a:lnTo>
                <a:lnTo>
                  <a:pt x="387281" y="69482"/>
                </a:lnTo>
                <a:lnTo>
                  <a:pt x="387259" y="68894"/>
                </a:lnTo>
                <a:lnTo>
                  <a:pt x="387231" y="68312"/>
                </a:lnTo>
                <a:lnTo>
                  <a:pt x="387223" y="67731"/>
                </a:lnTo>
                <a:lnTo>
                  <a:pt x="387216" y="67135"/>
                </a:lnTo>
                <a:lnTo>
                  <a:pt x="387209" y="66554"/>
                </a:lnTo>
                <a:lnTo>
                  <a:pt x="387209" y="65958"/>
                </a:lnTo>
                <a:lnTo>
                  <a:pt x="387209" y="65377"/>
                </a:lnTo>
                <a:lnTo>
                  <a:pt x="387231" y="64207"/>
                </a:lnTo>
                <a:lnTo>
                  <a:pt x="387267" y="63030"/>
                </a:lnTo>
                <a:lnTo>
                  <a:pt x="387310" y="61860"/>
                </a:lnTo>
                <a:lnTo>
                  <a:pt x="387367" y="60690"/>
                </a:lnTo>
                <a:lnTo>
                  <a:pt x="387432" y="59520"/>
                </a:lnTo>
                <a:lnTo>
                  <a:pt x="387511" y="58351"/>
                </a:lnTo>
                <a:lnTo>
                  <a:pt x="387597" y="57181"/>
                </a:lnTo>
                <a:lnTo>
                  <a:pt x="387676" y="56018"/>
                </a:lnTo>
                <a:lnTo>
                  <a:pt x="387776" y="54855"/>
                </a:lnTo>
                <a:lnTo>
                  <a:pt x="387869" y="53693"/>
                </a:lnTo>
                <a:lnTo>
                  <a:pt x="387963" y="52530"/>
                </a:lnTo>
                <a:lnTo>
                  <a:pt x="388063" y="51375"/>
                </a:lnTo>
                <a:lnTo>
                  <a:pt x="388121" y="50542"/>
                </a:lnTo>
                <a:lnTo>
                  <a:pt x="388192" y="49717"/>
                </a:lnTo>
                <a:lnTo>
                  <a:pt x="388271" y="48884"/>
                </a:lnTo>
                <a:lnTo>
                  <a:pt x="388357" y="48066"/>
                </a:lnTo>
                <a:lnTo>
                  <a:pt x="388451" y="47233"/>
                </a:lnTo>
                <a:lnTo>
                  <a:pt x="388537" y="46415"/>
                </a:lnTo>
                <a:lnTo>
                  <a:pt x="388637" y="45590"/>
                </a:lnTo>
                <a:lnTo>
                  <a:pt x="388745" y="44772"/>
                </a:lnTo>
                <a:lnTo>
                  <a:pt x="388853" y="43953"/>
                </a:lnTo>
                <a:lnTo>
                  <a:pt x="388960" y="43128"/>
                </a:lnTo>
                <a:lnTo>
                  <a:pt x="389068" y="42317"/>
                </a:lnTo>
                <a:lnTo>
                  <a:pt x="389183" y="41492"/>
                </a:lnTo>
                <a:lnTo>
                  <a:pt x="389283" y="40681"/>
                </a:lnTo>
                <a:lnTo>
                  <a:pt x="389391" y="39870"/>
                </a:lnTo>
                <a:lnTo>
                  <a:pt x="389506" y="39059"/>
                </a:lnTo>
                <a:lnTo>
                  <a:pt x="389613" y="38241"/>
                </a:lnTo>
                <a:lnTo>
                  <a:pt x="389692" y="37702"/>
                </a:lnTo>
                <a:lnTo>
                  <a:pt x="389764" y="37157"/>
                </a:lnTo>
                <a:lnTo>
                  <a:pt x="389843" y="36604"/>
                </a:lnTo>
                <a:lnTo>
                  <a:pt x="389936" y="36059"/>
                </a:lnTo>
                <a:lnTo>
                  <a:pt x="390023" y="35499"/>
                </a:lnTo>
                <a:lnTo>
                  <a:pt x="390116" y="34939"/>
                </a:lnTo>
                <a:lnTo>
                  <a:pt x="390216" y="34386"/>
                </a:lnTo>
                <a:lnTo>
                  <a:pt x="390317" y="33834"/>
                </a:lnTo>
                <a:lnTo>
                  <a:pt x="390417" y="33274"/>
                </a:lnTo>
                <a:lnTo>
                  <a:pt x="390518" y="32721"/>
                </a:lnTo>
                <a:lnTo>
                  <a:pt x="390625" y="32176"/>
                </a:lnTo>
                <a:lnTo>
                  <a:pt x="390733" y="31623"/>
                </a:lnTo>
                <a:lnTo>
                  <a:pt x="390841" y="31078"/>
                </a:lnTo>
                <a:lnTo>
                  <a:pt x="390956" y="30547"/>
                </a:lnTo>
                <a:lnTo>
                  <a:pt x="391063" y="30016"/>
                </a:lnTo>
                <a:lnTo>
                  <a:pt x="391178" y="29484"/>
                </a:lnTo>
                <a:lnTo>
                  <a:pt x="391293" y="28946"/>
                </a:lnTo>
                <a:lnTo>
                  <a:pt x="391408" y="28422"/>
                </a:lnTo>
                <a:lnTo>
                  <a:pt x="391523" y="27891"/>
                </a:lnTo>
                <a:lnTo>
                  <a:pt x="391637" y="27367"/>
                </a:lnTo>
                <a:lnTo>
                  <a:pt x="391752" y="26843"/>
                </a:lnTo>
                <a:lnTo>
                  <a:pt x="391867" y="26319"/>
                </a:lnTo>
                <a:lnTo>
                  <a:pt x="391989" y="25788"/>
                </a:lnTo>
                <a:lnTo>
                  <a:pt x="392111" y="25257"/>
                </a:lnTo>
                <a:lnTo>
                  <a:pt x="392204" y="24841"/>
                </a:lnTo>
                <a:lnTo>
                  <a:pt x="392319" y="24331"/>
                </a:lnTo>
                <a:lnTo>
                  <a:pt x="392448" y="23757"/>
                </a:lnTo>
                <a:lnTo>
                  <a:pt x="392585" y="23147"/>
                </a:lnTo>
                <a:lnTo>
                  <a:pt x="392735" y="22551"/>
                </a:lnTo>
                <a:lnTo>
                  <a:pt x="392879" y="22013"/>
                </a:lnTo>
                <a:lnTo>
                  <a:pt x="392951" y="21769"/>
                </a:lnTo>
                <a:lnTo>
                  <a:pt x="393015" y="21554"/>
                </a:lnTo>
                <a:lnTo>
                  <a:pt x="393080" y="21367"/>
                </a:lnTo>
                <a:lnTo>
                  <a:pt x="393145" y="21209"/>
                </a:lnTo>
                <a:lnTo>
                  <a:pt x="393209" y="20858"/>
                </a:lnTo>
                <a:lnTo>
                  <a:pt x="393302" y="20470"/>
                </a:lnTo>
                <a:lnTo>
                  <a:pt x="393410" y="20075"/>
                </a:lnTo>
                <a:lnTo>
                  <a:pt x="393525" y="19666"/>
                </a:lnTo>
                <a:lnTo>
                  <a:pt x="393640" y="19250"/>
                </a:lnTo>
                <a:lnTo>
                  <a:pt x="393762" y="18848"/>
                </a:lnTo>
                <a:lnTo>
                  <a:pt x="393877" y="18468"/>
                </a:lnTo>
                <a:lnTo>
                  <a:pt x="393984" y="18109"/>
                </a:lnTo>
                <a:lnTo>
                  <a:pt x="394099" y="17736"/>
                </a:lnTo>
                <a:lnTo>
                  <a:pt x="394214" y="17355"/>
                </a:lnTo>
                <a:lnTo>
                  <a:pt x="394329" y="16989"/>
                </a:lnTo>
                <a:lnTo>
                  <a:pt x="394444" y="16616"/>
                </a:lnTo>
                <a:lnTo>
                  <a:pt x="394551" y="16250"/>
                </a:lnTo>
                <a:lnTo>
                  <a:pt x="394666" y="15884"/>
                </a:lnTo>
                <a:lnTo>
                  <a:pt x="394781" y="15518"/>
                </a:lnTo>
                <a:lnTo>
                  <a:pt x="394896" y="15145"/>
                </a:lnTo>
                <a:lnTo>
                  <a:pt x="395111" y="14470"/>
                </a:lnTo>
                <a:lnTo>
                  <a:pt x="395341" y="13745"/>
                </a:lnTo>
                <a:lnTo>
                  <a:pt x="395585" y="12977"/>
                </a:lnTo>
                <a:lnTo>
                  <a:pt x="395850" y="12216"/>
                </a:lnTo>
                <a:lnTo>
                  <a:pt x="395979" y="11829"/>
                </a:lnTo>
                <a:lnTo>
                  <a:pt x="396116" y="11456"/>
                </a:lnTo>
                <a:lnTo>
                  <a:pt x="396259" y="11090"/>
                </a:lnTo>
                <a:lnTo>
                  <a:pt x="396396" y="10738"/>
                </a:lnTo>
                <a:lnTo>
                  <a:pt x="396539" y="10401"/>
                </a:lnTo>
                <a:lnTo>
                  <a:pt x="396683" y="10078"/>
                </a:lnTo>
                <a:lnTo>
                  <a:pt x="396826" y="9776"/>
                </a:lnTo>
                <a:lnTo>
                  <a:pt x="396963" y="9496"/>
                </a:lnTo>
                <a:lnTo>
                  <a:pt x="397020" y="9338"/>
                </a:lnTo>
                <a:lnTo>
                  <a:pt x="397092" y="9166"/>
                </a:lnTo>
                <a:lnTo>
                  <a:pt x="397164" y="8987"/>
                </a:lnTo>
                <a:lnTo>
                  <a:pt x="397243" y="8800"/>
                </a:lnTo>
                <a:lnTo>
                  <a:pt x="397436" y="8398"/>
                </a:lnTo>
                <a:lnTo>
                  <a:pt x="397645" y="7975"/>
                </a:lnTo>
                <a:lnTo>
                  <a:pt x="397889" y="7544"/>
                </a:lnTo>
                <a:lnTo>
                  <a:pt x="398147" y="7092"/>
                </a:lnTo>
                <a:lnTo>
                  <a:pt x="398412" y="6647"/>
                </a:lnTo>
                <a:lnTo>
                  <a:pt x="398692" y="6195"/>
                </a:lnTo>
                <a:lnTo>
                  <a:pt x="398972" y="5757"/>
                </a:lnTo>
                <a:lnTo>
                  <a:pt x="399259" y="5341"/>
                </a:lnTo>
                <a:lnTo>
                  <a:pt x="399532" y="4946"/>
                </a:lnTo>
                <a:lnTo>
                  <a:pt x="399798" y="4573"/>
                </a:lnTo>
                <a:lnTo>
                  <a:pt x="400056" y="4250"/>
                </a:lnTo>
                <a:lnTo>
                  <a:pt x="400293" y="3949"/>
                </a:lnTo>
                <a:lnTo>
                  <a:pt x="400401" y="3826"/>
                </a:lnTo>
                <a:lnTo>
                  <a:pt x="400508" y="3712"/>
                </a:lnTo>
                <a:lnTo>
                  <a:pt x="400601" y="3618"/>
                </a:lnTo>
                <a:lnTo>
                  <a:pt x="400688" y="3525"/>
                </a:lnTo>
                <a:lnTo>
                  <a:pt x="401039" y="3202"/>
                </a:lnTo>
                <a:lnTo>
                  <a:pt x="401334" y="2908"/>
                </a:lnTo>
                <a:lnTo>
                  <a:pt x="401613" y="2635"/>
                </a:lnTo>
                <a:lnTo>
                  <a:pt x="401893" y="2384"/>
                </a:lnTo>
                <a:lnTo>
                  <a:pt x="402030" y="2262"/>
                </a:lnTo>
                <a:lnTo>
                  <a:pt x="402180" y="2140"/>
                </a:lnTo>
                <a:lnTo>
                  <a:pt x="402338" y="2011"/>
                </a:lnTo>
                <a:lnTo>
                  <a:pt x="402511" y="1882"/>
                </a:lnTo>
                <a:lnTo>
                  <a:pt x="402697" y="1752"/>
                </a:lnTo>
                <a:lnTo>
                  <a:pt x="402905" y="1609"/>
                </a:lnTo>
                <a:lnTo>
                  <a:pt x="403128" y="1472"/>
                </a:lnTo>
                <a:lnTo>
                  <a:pt x="403372" y="1322"/>
                </a:lnTo>
                <a:lnTo>
                  <a:pt x="403558" y="1214"/>
                </a:lnTo>
                <a:lnTo>
                  <a:pt x="403759" y="1099"/>
                </a:lnTo>
                <a:lnTo>
                  <a:pt x="403953" y="992"/>
                </a:lnTo>
                <a:lnTo>
                  <a:pt x="404168" y="898"/>
                </a:lnTo>
                <a:lnTo>
                  <a:pt x="404384" y="798"/>
                </a:lnTo>
                <a:lnTo>
                  <a:pt x="404599" y="697"/>
                </a:lnTo>
                <a:lnTo>
                  <a:pt x="404822" y="611"/>
                </a:lnTo>
                <a:lnTo>
                  <a:pt x="405051" y="525"/>
                </a:lnTo>
                <a:lnTo>
                  <a:pt x="405281" y="453"/>
                </a:lnTo>
                <a:lnTo>
                  <a:pt x="405525" y="382"/>
                </a:lnTo>
                <a:lnTo>
                  <a:pt x="405769" y="310"/>
                </a:lnTo>
                <a:lnTo>
                  <a:pt x="406013" y="252"/>
                </a:lnTo>
                <a:lnTo>
                  <a:pt x="406264" y="209"/>
                </a:lnTo>
                <a:lnTo>
                  <a:pt x="406508" y="173"/>
                </a:lnTo>
                <a:lnTo>
                  <a:pt x="406759" y="137"/>
                </a:lnTo>
                <a:lnTo>
                  <a:pt x="407025" y="123"/>
                </a:lnTo>
                <a:lnTo>
                  <a:pt x="407161" y="80"/>
                </a:lnTo>
                <a:lnTo>
                  <a:pt x="407348" y="51"/>
                </a:lnTo>
                <a:lnTo>
                  <a:pt x="407549" y="23"/>
                </a:lnTo>
                <a:lnTo>
                  <a:pt x="407800" y="8"/>
                </a:lnTo>
                <a:close/>
                <a:moveTo>
                  <a:pt x="214476" y="1"/>
                </a:moveTo>
                <a:lnTo>
                  <a:pt x="214770" y="1"/>
                </a:lnTo>
                <a:lnTo>
                  <a:pt x="215093" y="8"/>
                </a:lnTo>
                <a:lnTo>
                  <a:pt x="215445" y="15"/>
                </a:lnTo>
                <a:lnTo>
                  <a:pt x="216198" y="59"/>
                </a:lnTo>
                <a:lnTo>
                  <a:pt x="217016" y="123"/>
                </a:lnTo>
                <a:lnTo>
                  <a:pt x="217870" y="195"/>
                </a:lnTo>
                <a:lnTo>
                  <a:pt x="218753" y="288"/>
                </a:lnTo>
                <a:lnTo>
                  <a:pt x="219636" y="389"/>
                </a:lnTo>
                <a:lnTo>
                  <a:pt x="220512" y="496"/>
                </a:lnTo>
                <a:lnTo>
                  <a:pt x="221344" y="604"/>
                </a:lnTo>
                <a:lnTo>
                  <a:pt x="222134" y="704"/>
                </a:lnTo>
                <a:lnTo>
                  <a:pt x="222851" y="805"/>
                </a:lnTo>
                <a:lnTo>
                  <a:pt x="223476" y="898"/>
                </a:lnTo>
                <a:lnTo>
                  <a:pt x="223992" y="977"/>
                </a:lnTo>
                <a:lnTo>
                  <a:pt x="224373" y="1049"/>
                </a:lnTo>
                <a:lnTo>
                  <a:pt x="225184" y="1207"/>
                </a:lnTo>
                <a:lnTo>
                  <a:pt x="225980" y="1372"/>
                </a:lnTo>
                <a:lnTo>
                  <a:pt x="226784" y="1544"/>
                </a:lnTo>
                <a:lnTo>
                  <a:pt x="227588" y="1724"/>
                </a:lnTo>
                <a:lnTo>
                  <a:pt x="228385" y="1917"/>
                </a:lnTo>
                <a:lnTo>
                  <a:pt x="229189" y="2118"/>
                </a:lnTo>
                <a:lnTo>
                  <a:pt x="229985" y="2326"/>
                </a:lnTo>
                <a:lnTo>
                  <a:pt x="230789" y="2549"/>
                </a:lnTo>
                <a:lnTo>
                  <a:pt x="231586" y="2771"/>
                </a:lnTo>
                <a:lnTo>
                  <a:pt x="232390" y="3001"/>
                </a:lnTo>
                <a:lnTo>
                  <a:pt x="233186" y="3238"/>
                </a:lnTo>
                <a:lnTo>
                  <a:pt x="233983" y="3482"/>
                </a:lnTo>
                <a:lnTo>
                  <a:pt x="234779" y="3740"/>
                </a:lnTo>
                <a:lnTo>
                  <a:pt x="235576" y="3992"/>
                </a:lnTo>
                <a:lnTo>
                  <a:pt x="236373" y="4257"/>
                </a:lnTo>
                <a:lnTo>
                  <a:pt x="237169" y="4530"/>
                </a:lnTo>
                <a:lnTo>
                  <a:pt x="237959" y="4795"/>
                </a:lnTo>
                <a:lnTo>
                  <a:pt x="238748" y="5075"/>
                </a:lnTo>
                <a:lnTo>
                  <a:pt x="239538" y="5362"/>
                </a:lnTo>
                <a:lnTo>
                  <a:pt x="240313" y="5649"/>
                </a:lnTo>
                <a:lnTo>
                  <a:pt x="241102" y="5937"/>
                </a:lnTo>
                <a:lnTo>
                  <a:pt x="241885" y="6238"/>
                </a:lnTo>
                <a:lnTo>
                  <a:pt x="242667" y="6539"/>
                </a:lnTo>
                <a:lnTo>
                  <a:pt x="243435" y="6841"/>
                </a:lnTo>
                <a:lnTo>
                  <a:pt x="244978" y="7451"/>
                </a:lnTo>
                <a:lnTo>
                  <a:pt x="246507" y="8075"/>
                </a:lnTo>
                <a:lnTo>
                  <a:pt x="248028" y="8707"/>
                </a:lnTo>
                <a:lnTo>
                  <a:pt x="249521" y="9338"/>
                </a:lnTo>
                <a:lnTo>
                  <a:pt x="249765" y="9439"/>
                </a:lnTo>
                <a:lnTo>
                  <a:pt x="250031" y="9547"/>
                </a:lnTo>
                <a:lnTo>
                  <a:pt x="250311" y="9654"/>
                </a:lnTo>
                <a:lnTo>
                  <a:pt x="250590" y="9762"/>
                </a:lnTo>
                <a:lnTo>
                  <a:pt x="250863" y="9877"/>
                </a:lnTo>
                <a:lnTo>
                  <a:pt x="251122" y="9992"/>
                </a:lnTo>
                <a:lnTo>
                  <a:pt x="251358" y="10114"/>
                </a:lnTo>
                <a:lnTo>
                  <a:pt x="251581" y="10236"/>
                </a:lnTo>
                <a:lnTo>
                  <a:pt x="251753" y="10286"/>
                </a:lnTo>
                <a:lnTo>
                  <a:pt x="251947" y="10350"/>
                </a:lnTo>
                <a:lnTo>
                  <a:pt x="252141" y="10415"/>
                </a:lnTo>
                <a:lnTo>
                  <a:pt x="252342" y="10487"/>
                </a:lnTo>
                <a:lnTo>
                  <a:pt x="252758" y="10659"/>
                </a:lnTo>
                <a:lnTo>
                  <a:pt x="253174" y="10846"/>
                </a:lnTo>
                <a:lnTo>
                  <a:pt x="253605" y="11032"/>
                </a:lnTo>
                <a:lnTo>
                  <a:pt x="254014" y="11212"/>
                </a:lnTo>
                <a:lnTo>
                  <a:pt x="254409" y="11391"/>
                </a:lnTo>
                <a:lnTo>
                  <a:pt x="254775" y="11542"/>
                </a:lnTo>
                <a:lnTo>
                  <a:pt x="255327" y="11772"/>
                </a:lnTo>
                <a:lnTo>
                  <a:pt x="255894" y="12008"/>
                </a:lnTo>
                <a:lnTo>
                  <a:pt x="256468" y="12252"/>
                </a:lnTo>
                <a:lnTo>
                  <a:pt x="257050" y="12511"/>
                </a:lnTo>
                <a:lnTo>
                  <a:pt x="257646" y="12776"/>
                </a:lnTo>
                <a:lnTo>
                  <a:pt x="258241" y="13035"/>
                </a:lnTo>
                <a:lnTo>
                  <a:pt x="258851" y="13315"/>
                </a:lnTo>
                <a:lnTo>
                  <a:pt x="259447" y="13587"/>
                </a:lnTo>
                <a:lnTo>
                  <a:pt x="260050" y="13867"/>
                </a:lnTo>
                <a:lnTo>
                  <a:pt x="260638" y="14147"/>
                </a:lnTo>
                <a:lnTo>
                  <a:pt x="261234" y="14427"/>
                </a:lnTo>
                <a:lnTo>
                  <a:pt x="261815" y="14693"/>
                </a:lnTo>
                <a:lnTo>
                  <a:pt x="262382" y="14972"/>
                </a:lnTo>
                <a:lnTo>
                  <a:pt x="262935" y="15245"/>
                </a:lnTo>
                <a:lnTo>
                  <a:pt x="263473" y="15518"/>
                </a:lnTo>
                <a:lnTo>
                  <a:pt x="263990" y="15776"/>
                </a:lnTo>
                <a:lnTo>
                  <a:pt x="264736" y="16157"/>
                </a:lnTo>
                <a:lnTo>
                  <a:pt x="265483" y="16544"/>
                </a:lnTo>
                <a:lnTo>
                  <a:pt x="266236" y="16932"/>
                </a:lnTo>
                <a:lnTo>
                  <a:pt x="266976" y="17319"/>
                </a:lnTo>
                <a:lnTo>
                  <a:pt x="267715" y="17714"/>
                </a:lnTo>
                <a:lnTo>
                  <a:pt x="268440" y="18109"/>
                </a:lnTo>
                <a:lnTo>
                  <a:pt x="269172" y="18511"/>
                </a:lnTo>
                <a:lnTo>
                  <a:pt x="269904" y="18913"/>
                </a:lnTo>
                <a:lnTo>
                  <a:pt x="270629" y="19322"/>
                </a:lnTo>
                <a:lnTo>
                  <a:pt x="271339" y="19731"/>
                </a:lnTo>
                <a:lnTo>
                  <a:pt x="272050" y="20140"/>
                </a:lnTo>
                <a:lnTo>
                  <a:pt x="272753" y="20549"/>
                </a:lnTo>
                <a:lnTo>
                  <a:pt x="273449" y="20958"/>
                </a:lnTo>
                <a:lnTo>
                  <a:pt x="274145" y="21382"/>
                </a:lnTo>
                <a:lnTo>
                  <a:pt x="274834" y="21798"/>
                </a:lnTo>
                <a:lnTo>
                  <a:pt x="275502" y="22228"/>
                </a:lnTo>
                <a:lnTo>
                  <a:pt x="276205" y="22666"/>
                </a:lnTo>
                <a:lnTo>
                  <a:pt x="276901" y="23104"/>
                </a:lnTo>
                <a:lnTo>
                  <a:pt x="277590" y="23542"/>
                </a:lnTo>
                <a:lnTo>
                  <a:pt x="278279" y="23973"/>
                </a:lnTo>
                <a:lnTo>
                  <a:pt x="278961" y="24417"/>
                </a:lnTo>
                <a:lnTo>
                  <a:pt x="279643" y="24855"/>
                </a:lnTo>
                <a:lnTo>
                  <a:pt x="280325" y="25300"/>
                </a:lnTo>
                <a:lnTo>
                  <a:pt x="281000" y="25760"/>
                </a:lnTo>
                <a:lnTo>
                  <a:pt x="281710" y="26233"/>
                </a:lnTo>
                <a:lnTo>
                  <a:pt x="282406" y="26714"/>
                </a:lnTo>
                <a:lnTo>
                  <a:pt x="283088" y="27181"/>
                </a:lnTo>
                <a:lnTo>
                  <a:pt x="283741" y="27647"/>
                </a:lnTo>
                <a:lnTo>
                  <a:pt x="284394" y="28106"/>
                </a:lnTo>
                <a:lnTo>
                  <a:pt x="285026" y="28566"/>
                </a:lnTo>
                <a:lnTo>
                  <a:pt x="285657" y="29018"/>
                </a:lnTo>
                <a:lnTo>
                  <a:pt x="286282" y="29477"/>
                </a:lnTo>
                <a:lnTo>
                  <a:pt x="286899" y="29929"/>
                </a:lnTo>
                <a:lnTo>
                  <a:pt x="287516" y="30389"/>
                </a:lnTo>
                <a:lnTo>
                  <a:pt x="288141" y="30855"/>
                </a:lnTo>
                <a:lnTo>
                  <a:pt x="288765" y="31322"/>
                </a:lnTo>
                <a:lnTo>
                  <a:pt x="289404" y="31796"/>
                </a:lnTo>
                <a:lnTo>
                  <a:pt x="290043" y="32269"/>
                </a:lnTo>
                <a:lnTo>
                  <a:pt x="290696" y="32764"/>
                </a:lnTo>
                <a:lnTo>
                  <a:pt x="291370" y="33260"/>
                </a:lnTo>
                <a:lnTo>
                  <a:pt x="291995" y="33733"/>
                </a:lnTo>
                <a:lnTo>
                  <a:pt x="292626" y="34229"/>
                </a:lnTo>
                <a:lnTo>
                  <a:pt x="293258" y="34738"/>
                </a:lnTo>
                <a:lnTo>
                  <a:pt x="293882" y="35248"/>
                </a:lnTo>
                <a:lnTo>
                  <a:pt x="294500" y="35750"/>
                </a:lnTo>
                <a:lnTo>
                  <a:pt x="295117" y="36260"/>
                </a:lnTo>
                <a:lnTo>
                  <a:pt x="295734" y="36755"/>
                </a:lnTo>
                <a:lnTo>
                  <a:pt x="296330" y="37221"/>
                </a:lnTo>
                <a:lnTo>
                  <a:pt x="308287" y="47743"/>
                </a:lnTo>
                <a:lnTo>
                  <a:pt x="308516" y="47965"/>
                </a:lnTo>
                <a:lnTo>
                  <a:pt x="308739" y="48195"/>
                </a:lnTo>
                <a:lnTo>
                  <a:pt x="308947" y="48425"/>
                </a:lnTo>
                <a:lnTo>
                  <a:pt x="309148" y="48654"/>
                </a:lnTo>
                <a:lnTo>
                  <a:pt x="309349" y="48884"/>
                </a:lnTo>
                <a:lnTo>
                  <a:pt x="309535" y="49107"/>
                </a:lnTo>
                <a:lnTo>
                  <a:pt x="309722" y="49322"/>
                </a:lnTo>
                <a:lnTo>
                  <a:pt x="309923" y="49516"/>
                </a:lnTo>
                <a:lnTo>
                  <a:pt x="310497" y="50083"/>
                </a:lnTo>
                <a:lnTo>
                  <a:pt x="311114" y="50707"/>
                </a:lnTo>
                <a:lnTo>
                  <a:pt x="311753" y="51367"/>
                </a:lnTo>
                <a:lnTo>
                  <a:pt x="312392" y="52056"/>
                </a:lnTo>
                <a:lnTo>
                  <a:pt x="313038" y="52753"/>
                </a:lnTo>
                <a:lnTo>
                  <a:pt x="313641" y="53442"/>
                </a:lnTo>
                <a:lnTo>
                  <a:pt x="313935" y="53779"/>
                </a:lnTo>
                <a:lnTo>
                  <a:pt x="314215" y="54116"/>
                </a:lnTo>
                <a:lnTo>
                  <a:pt x="314488" y="54439"/>
                </a:lnTo>
                <a:lnTo>
                  <a:pt x="314732" y="54741"/>
                </a:lnTo>
                <a:lnTo>
                  <a:pt x="315313" y="55458"/>
                </a:lnTo>
                <a:lnTo>
                  <a:pt x="315823" y="56097"/>
                </a:lnTo>
                <a:lnTo>
                  <a:pt x="316059" y="56398"/>
                </a:lnTo>
                <a:lnTo>
                  <a:pt x="316282" y="56700"/>
                </a:lnTo>
                <a:lnTo>
                  <a:pt x="316497" y="56994"/>
                </a:lnTo>
                <a:lnTo>
                  <a:pt x="316712" y="57281"/>
                </a:lnTo>
                <a:lnTo>
                  <a:pt x="316921" y="57583"/>
                </a:lnTo>
                <a:lnTo>
                  <a:pt x="317122" y="57891"/>
                </a:lnTo>
                <a:lnTo>
                  <a:pt x="317330" y="58200"/>
                </a:lnTo>
                <a:lnTo>
                  <a:pt x="317538" y="58530"/>
                </a:lnTo>
                <a:lnTo>
                  <a:pt x="317746" y="58875"/>
                </a:lnTo>
                <a:lnTo>
                  <a:pt x="317968" y="59241"/>
                </a:lnTo>
                <a:lnTo>
                  <a:pt x="318198" y="59643"/>
                </a:lnTo>
                <a:lnTo>
                  <a:pt x="318442" y="60066"/>
                </a:lnTo>
                <a:lnTo>
                  <a:pt x="318593" y="60346"/>
                </a:lnTo>
                <a:lnTo>
                  <a:pt x="318751" y="60683"/>
                </a:lnTo>
                <a:lnTo>
                  <a:pt x="318930" y="61049"/>
                </a:lnTo>
                <a:lnTo>
                  <a:pt x="319110" y="61458"/>
                </a:lnTo>
                <a:lnTo>
                  <a:pt x="319296" y="61896"/>
                </a:lnTo>
                <a:lnTo>
                  <a:pt x="319483" y="62363"/>
                </a:lnTo>
                <a:lnTo>
                  <a:pt x="319655" y="62851"/>
                </a:lnTo>
                <a:lnTo>
                  <a:pt x="319827" y="63339"/>
                </a:lnTo>
                <a:lnTo>
                  <a:pt x="319985" y="63841"/>
                </a:lnTo>
                <a:lnTo>
                  <a:pt x="320129" y="64343"/>
                </a:lnTo>
                <a:lnTo>
                  <a:pt x="320186" y="64588"/>
                </a:lnTo>
                <a:lnTo>
                  <a:pt x="320244" y="64839"/>
                </a:lnTo>
                <a:lnTo>
                  <a:pt x="320301" y="65083"/>
                </a:lnTo>
                <a:lnTo>
                  <a:pt x="320344" y="65320"/>
                </a:lnTo>
                <a:lnTo>
                  <a:pt x="320387" y="65549"/>
                </a:lnTo>
                <a:lnTo>
                  <a:pt x="320416" y="65779"/>
                </a:lnTo>
                <a:lnTo>
                  <a:pt x="320437" y="66001"/>
                </a:lnTo>
                <a:lnTo>
                  <a:pt x="320452" y="66217"/>
                </a:lnTo>
                <a:lnTo>
                  <a:pt x="320459" y="66425"/>
                </a:lnTo>
                <a:lnTo>
                  <a:pt x="320459" y="66626"/>
                </a:lnTo>
                <a:lnTo>
                  <a:pt x="320445" y="66812"/>
                </a:lnTo>
                <a:lnTo>
                  <a:pt x="320416" y="66992"/>
                </a:lnTo>
                <a:lnTo>
                  <a:pt x="320344" y="67401"/>
                </a:lnTo>
                <a:lnTo>
                  <a:pt x="320265" y="67796"/>
                </a:lnTo>
                <a:lnTo>
                  <a:pt x="320179" y="68190"/>
                </a:lnTo>
                <a:lnTo>
                  <a:pt x="320078" y="68564"/>
                </a:lnTo>
                <a:lnTo>
                  <a:pt x="319985" y="68944"/>
                </a:lnTo>
                <a:lnTo>
                  <a:pt x="319878" y="69310"/>
                </a:lnTo>
                <a:lnTo>
                  <a:pt x="319763" y="69676"/>
                </a:lnTo>
                <a:lnTo>
                  <a:pt x="319641" y="70028"/>
                </a:lnTo>
                <a:lnTo>
                  <a:pt x="319512" y="70372"/>
                </a:lnTo>
                <a:lnTo>
                  <a:pt x="319375" y="70717"/>
                </a:lnTo>
                <a:lnTo>
                  <a:pt x="319239" y="71054"/>
                </a:lnTo>
                <a:lnTo>
                  <a:pt x="319095" y="71384"/>
                </a:lnTo>
                <a:lnTo>
                  <a:pt x="318937" y="71714"/>
                </a:lnTo>
                <a:lnTo>
                  <a:pt x="318787" y="72037"/>
                </a:lnTo>
                <a:lnTo>
                  <a:pt x="318622" y="72353"/>
                </a:lnTo>
                <a:lnTo>
                  <a:pt x="318456" y="72669"/>
                </a:lnTo>
                <a:lnTo>
                  <a:pt x="318284" y="72985"/>
                </a:lnTo>
                <a:lnTo>
                  <a:pt x="318105" y="73286"/>
                </a:lnTo>
                <a:lnTo>
                  <a:pt x="317918" y="73595"/>
                </a:lnTo>
                <a:lnTo>
                  <a:pt x="317732" y="73896"/>
                </a:lnTo>
                <a:lnTo>
                  <a:pt x="317545" y="74190"/>
                </a:lnTo>
                <a:lnTo>
                  <a:pt x="317344" y="74492"/>
                </a:lnTo>
                <a:lnTo>
                  <a:pt x="317150" y="74793"/>
                </a:lnTo>
                <a:lnTo>
                  <a:pt x="316942" y="75088"/>
                </a:lnTo>
                <a:lnTo>
                  <a:pt x="316533" y="75669"/>
                </a:lnTo>
                <a:lnTo>
                  <a:pt x="316095" y="76265"/>
                </a:lnTo>
                <a:lnTo>
                  <a:pt x="315657" y="76846"/>
                </a:lnTo>
                <a:lnTo>
                  <a:pt x="315205" y="77434"/>
                </a:lnTo>
                <a:lnTo>
                  <a:pt x="314954" y="77750"/>
                </a:lnTo>
                <a:lnTo>
                  <a:pt x="314710" y="78052"/>
                </a:lnTo>
                <a:lnTo>
                  <a:pt x="314581" y="78202"/>
                </a:lnTo>
                <a:lnTo>
                  <a:pt x="314445" y="78339"/>
                </a:lnTo>
                <a:lnTo>
                  <a:pt x="314308" y="78482"/>
                </a:lnTo>
                <a:lnTo>
                  <a:pt x="314157" y="78611"/>
                </a:lnTo>
                <a:lnTo>
                  <a:pt x="314078" y="78726"/>
                </a:lnTo>
                <a:lnTo>
                  <a:pt x="313899" y="78927"/>
                </a:lnTo>
                <a:lnTo>
                  <a:pt x="313648" y="79207"/>
                </a:lnTo>
                <a:lnTo>
                  <a:pt x="313325" y="79552"/>
                </a:lnTo>
                <a:lnTo>
                  <a:pt x="312952" y="79954"/>
                </a:lnTo>
                <a:lnTo>
                  <a:pt x="312535" y="80399"/>
                </a:lnTo>
                <a:lnTo>
                  <a:pt x="312083" y="80872"/>
                </a:lnTo>
                <a:lnTo>
                  <a:pt x="311617" y="81353"/>
                </a:lnTo>
                <a:lnTo>
                  <a:pt x="311143" y="81841"/>
                </a:lnTo>
                <a:lnTo>
                  <a:pt x="310669" y="82322"/>
                </a:lnTo>
                <a:lnTo>
                  <a:pt x="310217" y="82789"/>
                </a:lnTo>
                <a:lnTo>
                  <a:pt x="309801" y="83219"/>
                </a:lnTo>
                <a:lnTo>
                  <a:pt x="309413" y="83607"/>
                </a:lnTo>
                <a:lnTo>
                  <a:pt x="309076" y="83944"/>
                </a:lnTo>
                <a:lnTo>
                  <a:pt x="308811" y="84210"/>
                </a:lnTo>
                <a:lnTo>
                  <a:pt x="308617" y="84389"/>
                </a:lnTo>
                <a:lnTo>
                  <a:pt x="308380" y="84619"/>
                </a:lnTo>
                <a:lnTo>
                  <a:pt x="308143" y="84856"/>
                </a:lnTo>
                <a:lnTo>
                  <a:pt x="307913" y="85071"/>
                </a:lnTo>
                <a:lnTo>
                  <a:pt x="307684" y="85293"/>
                </a:lnTo>
                <a:lnTo>
                  <a:pt x="307454" y="85516"/>
                </a:lnTo>
                <a:lnTo>
                  <a:pt x="307217" y="85745"/>
                </a:lnTo>
                <a:lnTo>
                  <a:pt x="306988" y="85975"/>
                </a:lnTo>
                <a:lnTo>
                  <a:pt x="306751" y="86219"/>
                </a:lnTo>
                <a:lnTo>
                  <a:pt x="305244" y="87561"/>
                </a:lnTo>
                <a:lnTo>
                  <a:pt x="305093" y="87705"/>
                </a:lnTo>
                <a:lnTo>
                  <a:pt x="304992" y="87798"/>
                </a:lnTo>
                <a:lnTo>
                  <a:pt x="304906" y="87884"/>
                </a:lnTo>
                <a:lnTo>
                  <a:pt x="304756" y="87999"/>
                </a:lnTo>
                <a:lnTo>
                  <a:pt x="304497" y="88214"/>
                </a:lnTo>
                <a:lnTo>
                  <a:pt x="304167" y="88480"/>
                </a:lnTo>
                <a:lnTo>
                  <a:pt x="303801" y="88796"/>
                </a:lnTo>
                <a:lnTo>
                  <a:pt x="303399" y="89147"/>
                </a:lnTo>
                <a:lnTo>
                  <a:pt x="302968" y="89535"/>
                </a:lnTo>
                <a:lnTo>
                  <a:pt x="302516" y="89930"/>
                </a:lnTo>
                <a:lnTo>
                  <a:pt x="302050" y="90339"/>
                </a:lnTo>
                <a:lnTo>
                  <a:pt x="301576" y="90755"/>
                </a:lnTo>
                <a:lnTo>
                  <a:pt x="301110" y="91157"/>
                </a:lnTo>
                <a:lnTo>
                  <a:pt x="300665" y="91552"/>
                </a:lnTo>
                <a:lnTo>
                  <a:pt x="300234" y="91918"/>
                </a:lnTo>
                <a:lnTo>
                  <a:pt x="299839" y="92255"/>
                </a:lnTo>
                <a:lnTo>
                  <a:pt x="299473" y="92549"/>
                </a:lnTo>
                <a:lnTo>
                  <a:pt x="299165" y="92786"/>
                </a:lnTo>
                <a:lnTo>
                  <a:pt x="299035" y="92887"/>
                </a:lnTo>
                <a:lnTo>
                  <a:pt x="298913" y="92973"/>
                </a:lnTo>
                <a:lnTo>
                  <a:pt x="298806" y="93037"/>
                </a:lnTo>
                <a:lnTo>
                  <a:pt x="298712" y="93088"/>
                </a:lnTo>
                <a:lnTo>
                  <a:pt x="298634" y="93174"/>
                </a:lnTo>
                <a:lnTo>
                  <a:pt x="298497" y="93303"/>
                </a:lnTo>
                <a:lnTo>
                  <a:pt x="298318" y="93461"/>
                </a:lnTo>
                <a:lnTo>
                  <a:pt x="298095" y="93647"/>
                </a:lnTo>
                <a:lnTo>
                  <a:pt x="297535" y="94107"/>
                </a:lnTo>
                <a:lnTo>
                  <a:pt x="296846" y="94667"/>
                </a:lnTo>
                <a:lnTo>
                  <a:pt x="296050" y="95298"/>
                </a:lnTo>
                <a:lnTo>
                  <a:pt x="295181" y="95987"/>
                </a:lnTo>
                <a:lnTo>
                  <a:pt x="294256" y="96712"/>
                </a:lnTo>
                <a:lnTo>
                  <a:pt x="293301" y="97451"/>
                </a:lnTo>
                <a:lnTo>
                  <a:pt x="292346" y="98183"/>
                </a:lnTo>
                <a:lnTo>
                  <a:pt x="291413" y="98894"/>
                </a:lnTo>
                <a:lnTo>
                  <a:pt x="290531" y="99569"/>
                </a:lnTo>
                <a:lnTo>
                  <a:pt x="289720" y="100179"/>
                </a:lnTo>
                <a:lnTo>
                  <a:pt x="289016" y="100695"/>
                </a:lnTo>
                <a:lnTo>
                  <a:pt x="288428" y="101112"/>
                </a:lnTo>
                <a:lnTo>
                  <a:pt x="288191" y="101284"/>
                </a:lnTo>
                <a:lnTo>
                  <a:pt x="287997" y="101420"/>
                </a:lnTo>
                <a:lnTo>
                  <a:pt x="287846" y="101506"/>
                </a:lnTo>
                <a:lnTo>
                  <a:pt x="287739" y="101571"/>
                </a:lnTo>
                <a:lnTo>
                  <a:pt x="287502" y="101765"/>
                </a:lnTo>
                <a:lnTo>
                  <a:pt x="287129" y="102045"/>
                </a:lnTo>
                <a:lnTo>
                  <a:pt x="286641" y="102396"/>
                </a:lnTo>
                <a:lnTo>
                  <a:pt x="286067" y="102805"/>
                </a:lnTo>
                <a:lnTo>
                  <a:pt x="285406" y="103265"/>
                </a:lnTo>
                <a:lnTo>
                  <a:pt x="284710" y="103760"/>
                </a:lnTo>
                <a:lnTo>
                  <a:pt x="283964" y="104269"/>
                </a:lnTo>
                <a:lnTo>
                  <a:pt x="283210" y="104786"/>
                </a:lnTo>
                <a:lnTo>
                  <a:pt x="282449" y="105303"/>
                </a:lnTo>
                <a:lnTo>
                  <a:pt x="281710" y="105798"/>
                </a:lnTo>
                <a:lnTo>
                  <a:pt x="281014" y="106265"/>
                </a:lnTo>
                <a:lnTo>
                  <a:pt x="280375" y="106681"/>
                </a:lnTo>
                <a:lnTo>
                  <a:pt x="279815" y="107033"/>
                </a:lnTo>
                <a:lnTo>
                  <a:pt x="279349" y="107327"/>
                </a:lnTo>
                <a:lnTo>
                  <a:pt x="279148" y="107442"/>
                </a:lnTo>
                <a:lnTo>
                  <a:pt x="278997" y="107528"/>
                </a:lnTo>
                <a:lnTo>
                  <a:pt x="278861" y="107592"/>
                </a:lnTo>
                <a:lnTo>
                  <a:pt x="278775" y="107636"/>
                </a:lnTo>
                <a:lnTo>
                  <a:pt x="278703" y="107707"/>
                </a:lnTo>
                <a:lnTo>
                  <a:pt x="278567" y="107808"/>
                </a:lnTo>
                <a:lnTo>
                  <a:pt x="278387" y="107930"/>
                </a:lnTo>
                <a:lnTo>
                  <a:pt x="278157" y="108088"/>
                </a:lnTo>
                <a:lnTo>
                  <a:pt x="277576" y="108454"/>
                </a:lnTo>
                <a:lnTo>
                  <a:pt x="276837" y="108920"/>
                </a:lnTo>
                <a:lnTo>
                  <a:pt x="275976" y="109444"/>
                </a:lnTo>
                <a:lnTo>
                  <a:pt x="275021" y="110011"/>
                </a:lnTo>
                <a:lnTo>
                  <a:pt x="274002" y="110607"/>
                </a:lnTo>
                <a:lnTo>
                  <a:pt x="272933" y="111231"/>
                </a:lnTo>
                <a:lnTo>
                  <a:pt x="271856" y="111848"/>
                </a:lnTo>
                <a:lnTo>
                  <a:pt x="270801" y="112459"/>
                </a:lnTo>
                <a:lnTo>
                  <a:pt x="269782" y="113025"/>
                </a:lnTo>
                <a:lnTo>
                  <a:pt x="268834" y="113549"/>
                </a:lnTo>
                <a:lnTo>
                  <a:pt x="267980" y="114016"/>
                </a:lnTo>
                <a:lnTo>
                  <a:pt x="267263" y="114396"/>
                </a:lnTo>
                <a:lnTo>
                  <a:pt x="266954" y="114561"/>
                </a:lnTo>
                <a:lnTo>
                  <a:pt x="266696" y="114683"/>
                </a:lnTo>
                <a:lnTo>
                  <a:pt x="266473" y="114791"/>
                </a:lnTo>
                <a:lnTo>
                  <a:pt x="266301" y="114863"/>
                </a:lnTo>
                <a:lnTo>
                  <a:pt x="266043" y="115021"/>
                </a:lnTo>
                <a:lnTo>
                  <a:pt x="265784" y="115179"/>
                </a:lnTo>
                <a:lnTo>
                  <a:pt x="265504" y="115329"/>
                </a:lnTo>
                <a:lnTo>
                  <a:pt x="265217" y="115487"/>
                </a:lnTo>
                <a:lnTo>
                  <a:pt x="264614" y="115781"/>
                </a:lnTo>
                <a:lnTo>
                  <a:pt x="263990" y="116076"/>
                </a:lnTo>
                <a:lnTo>
                  <a:pt x="263366" y="116370"/>
                </a:lnTo>
                <a:lnTo>
                  <a:pt x="262741" y="116657"/>
                </a:lnTo>
                <a:lnTo>
                  <a:pt x="262146" y="116930"/>
                </a:lnTo>
                <a:lnTo>
                  <a:pt x="261579" y="117210"/>
                </a:lnTo>
                <a:lnTo>
                  <a:pt x="261284" y="117360"/>
                </a:lnTo>
                <a:lnTo>
                  <a:pt x="260983" y="117497"/>
                </a:lnTo>
                <a:lnTo>
                  <a:pt x="260681" y="117640"/>
                </a:lnTo>
                <a:lnTo>
                  <a:pt x="260380" y="117770"/>
                </a:lnTo>
                <a:lnTo>
                  <a:pt x="260086" y="117913"/>
                </a:lnTo>
                <a:lnTo>
                  <a:pt x="259777" y="118042"/>
                </a:lnTo>
                <a:lnTo>
                  <a:pt x="259476" y="118171"/>
                </a:lnTo>
                <a:lnTo>
                  <a:pt x="259181" y="118315"/>
                </a:lnTo>
                <a:lnTo>
                  <a:pt x="258916" y="118437"/>
                </a:lnTo>
                <a:lnTo>
                  <a:pt x="258622" y="118581"/>
                </a:lnTo>
                <a:lnTo>
                  <a:pt x="258291" y="118731"/>
                </a:lnTo>
                <a:lnTo>
                  <a:pt x="257947" y="118889"/>
                </a:lnTo>
                <a:lnTo>
                  <a:pt x="257610" y="119047"/>
                </a:lnTo>
                <a:lnTo>
                  <a:pt x="257279" y="119176"/>
                </a:lnTo>
                <a:lnTo>
                  <a:pt x="256971" y="119291"/>
                </a:lnTo>
                <a:lnTo>
                  <a:pt x="256705" y="119377"/>
                </a:lnTo>
                <a:lnTo>
                  <a:pt x="256361" y="119557"/>
                </a:lnTo>
                <a:lnTo>
                  <a:pt x="255973" y="119729"/>
                </a:lnTo>
                <a:lnTo>
                  <a:pt x="255564" y="119908"/>
                </a:lnTo>
                <a:lnTo>
                  <a:pt x="255141" y="120081"/>
                </a:lnTo>
                <a:lnTo>
                  <a:pt x="254703" y="120253"/>
                </a:lnTo>
                <a:lnTo>
                  <a:pt x="254279" y="120418"/>
                </a:lnTo>
                <a:lnTo>
                  <a:pt x="253863" y="120569"/>
                </a:lnTo>
                <a:lnTo>
                  <a:pt x="253490" y="120726"/>
                </a:lnTo>
                <a:lnTo>
                  <a:pt x="253138" y="120870"/>
                </a:lnTo>
                <a:lnTo>
                  <a:pt x="252657" y="121057"/>
                </a:lnTo>
                <a:lnTo>
                  <a:pt x="252083" y="121286"/>
                </a:lnTo>
                <a:lnTo>
                  <a:pt x="251430" y="121559"/>
                </a:lnTo>
                <a:lnTo>
                  <a:pt x="250698" y="121846"/>
                </a:lnTo>
                <a:lnTo>
                  <a:pt x="249916" y="122162"/>
                </a:lnTo>
                <a:lnTo>
                  <a:pt x="249112" y="122485"/>
                </a:lnTo>
                <a:lnTo>
                  <a:pt x="248301" y="122815"/>
                </a:lnTo>
                <a:lnTo>
                  <a:pt x="247483" y="123131"/>
                </a:lnTo>
                <a:lnTo>
                  <a:pt x="246693" y="123447"/>
                </a:lnTo>
                <a:lnTo>
                  <a:pt x="245954" y="123734"/>
                </a:lnTo>
                <a:lnTo>
                  <a:pt x="245279" y="123999"/>
                </a:lnTo>
                <a:lnTo>
                  <a:pt x="244677" y="124222"/>
                </a:lnTo>
                <a:lnTo>
                  <a:pt x="244174" y="124401"/>
                </a:lnTo>
                <a:lnTo>
                  <a:pt x="243801" y="124530"/>
                </a:lnTo>
                <a:lnTo>
                  <a:pt x="243550" y="124602"/>
                </a:lnTo>
                <a:lnTo>
                  <a:pt x="243435" y="124660"/>
                </a:lnTo>
                <a:lnTo>
                  <a:pt x="243248" y="124753"/>
                </a:lnTo>
                <a:lnTo>
                  <a:pt x="242990" y="124868"/>
                </a:lnTo>
                <a:lnTo>
                  <a:pt x="242674" y="124990"/>
                </a:lnTo>
                <a:lnTo>
                  <a:pt x="241899" y="125284"/>
                </a:lnTo>
                <a:lnTo>
                  <a:pt x="241031" y="125607"/>
                </a:lnTo>
                <a:lnTo>
                  <a:pt x="240134" y="125915"/>
                </a:lnTo>
                <a:lnTo>
                  <a:pt x="239308" y="126217"/>
                </a:lnTo>
                <a:lnTo>
                  <a:pt x="238626" y="126454"/>
                </a:lnTo>
                <a:lnTo>
                  <a:pt x="238181" y="126597"/>
                </a:lnTo>
                <a:lnTo>
                  <a:pt x="237069" y="126971"/>
                </a:lnTo>
                <a:lnTo>
                  <a:pt x="235978" y="127329"/>
                </a:lnTo>
                <a:lnTo>
                  <a:pt x="234894" y="127674"/>
                </a:lnTo>
                <a:lnTo>
                  <a:pt x="233818" y="128011"/>
                </a:lnTo>
                <a:lnTo>
                  <a:pt x="232756" y="128341"/>
                </a:lnTo>
                <a:lnTo>
                  <a:pt x="231679" y="128664"/>
                </a:lnTo>
                <a:lnTo>
                  <a:pt x="230610" y="128966"/>
                </a:lnTo>
                <a:lnTo>
                  <a:pt x="229533" y="129253"/>
                </a:lnTo>
                <a:lnTo>
                  <a:pt x="228995" y="129389"/>
                </a:lnTo>
                <a:lnTo>
                  <a:pt x="228449" y="129533"/>
                </a:lnTo>
                <a:lnTo>
                  <a:pt x="227904" y="129662"/>
                </a:lnTo>
                <a:lnTo>
                  <a:pt x="227366" y="129784"/>
                </a:lnTo>
                <a:lnTo>
                  <a:pt x="226813" y="129913"/>
                </a:lnTo>
                <a:lnTo>
                  <a:pt x="226253" y="130035"/>
                </a:lnTo>
                <a:lnTo>
                  <a:pt x="225708" y="130150"/>
                </a:lnTo>
                <a:lnTo>
                  <a:pt x="225148" y="130265"/>
                </a:lnTo>
                <a:lnTo>
                  <a:pt x="224581" y="130372"/>
                </a:lnTo>
                <a:lnTo>
                  <a:pt x="224007" y="130466"/>
                </a:lnTo>
                <a:lnTo>
                  <a:pt x="223440" y="130566"/>
                </a:lnTo>
                <a:lnTo>
                  <a:pt x="222858" y="130667"/>
                </a:lnTo>
                <a:lnTo>
                  <a:pt x="222277" y="130753"/>
                </a:lnTo>
                <a:lnTo>
                  <a:pt x="221681" y="130839"/>
                </a:lnTo>
                <a:lnTo>
                  <a:pt x="221086" y="130911"/>
                </a:lnTo>
                <a:lnTo>
                  <a:pt x="220483" y="130983"/>
                </a:lnTo>
                <a:lnTo>
                  <a:pt x="220059" y="131033"/>
                </a:lnTo>
                <a:lnTo>
                  <a:pt x="219622" y="131083"/>
                </a:lnTo>
                <a:lnTo>
                  <a:pt x="219191" y="131133"/>
                </a:lnTo>
                <a:lnTo>
                  <a:pt x="218760" y="131176"/>
                </a:lnTo>
                <a:lnTo>
                  <a:pt x="218323" y="131219"/>
                </a:lnTo>
                <a:lnTo>
                  <a:pt x="217892" y="131248"/>
                </a:lnTo>
                <a:lnTo>
                  <a:pt x="217454" y="131284"/>
                </a:lnTo>
                <a:lnTo>
                  <a:pt x="217016" y="131313"/>
                </a:lnTo>
                <a:lnTo>
                  <a:pt x="216571" y="131341"/>
                </a:lnTo>
                <a:lnTo>
                  <a:pt x="216141" y="131363"/>
                </a:lnTo>
                <a:lnTo>
                  <a:pt x="215703" y="131377"/>
                </a:lnTo>
                <a:lnTo>
                  <a:pt x="215258" y="131399"/>
                </a:lnTo>
                <a:lnTo>
                  <a:pt x="214827" y="131406"/>
                </a:lnTo>
                <a:lnTo>
                  <a:pt x="214390" y="131413"/>
                </a:lnTo>
                <a:lnTo>
                  <a:pt x="213952" y="131413"/>
                </a:lnTo>
                <a:lnTo>
                  <a:pt x="213528" y="131406"/>
                </a:lnTo>
                <a:lnTo>
                  <a:pt x="213306" y="131406"/>
                </a:lnTo>
                <a:lnTo>
                  <a:pt x="213098" y="131399"/>
                </a:lnTo>
                <a:lnTo>
                  <a:pt x="212890" y="131377"/>
                </a:lnTo>
                <a:lnTo>
                  <a:pt x="212681" y="131363"/>
                </a:lnTo>
                <a:lnTo>
                  <a:pt x="212488" y="131341"/>
                </a:lnTo>
                <a:lnTo>
                  <a:pt x="212287" y="131313"/>
                </a:lnTo>
                <a:lnTo>
                  <a:pt x="212093" y="131284"/>
                </a:lnTo>
                <a:lnTo>
                  <a:pt x="211899" y="131248"/>
                </a:lnTo>
                <a:lnTo>
                  <a:pt x="211526" y="131176"/>
                </a:lnTo>
                <a:lnTo>
                  <a:pt x="211160" y="131083"/>
                </a:lnTo>
                <a:lnTo>
                  <a:pt x="210808" y="130975"/>
                </a:lnTo>
                <a:lnTo>
                  <a:pt x="210464" y="130853"/>
                </a:lnTo>
                <a:lnTo>
                  <a:pt x="210134" y="130724"/>
                </a:lnTo>
                <a:lnTo>
                  <a:pt x="209818" y="130581"/>
                </a:lnTo>
                <a:lnTo>
                  <a:pt x="209502" y="130437"/>
                </a:lnTo>
                <a:lnTo>
                  <a:pt x="209201" y="130272"/>
                </a:lnTo>
                <a:lnTo>
                  <a:pt x="208906" y="130100"/>
                </a:lnTo>
                <a:lnTo>
                  <a:pt x="208612" y="129920"/>
                </a:lnTo>
                <a:lnTo>
                  <a:pt x="208332" y="129727"/>
                </a:lnTo>
                <a:lnTo>
                  <a:pt x="208052" y="129533"/>
                </a:lnTo>
                <a:lnTo>
                  <a:pt x="207815" y="129353"/>
                </a:lnTo>
                <a:lnTo>
                  <a:pt x="207579" y="129174"/>
                </a:lnTo>
                <a:lnTo>
                  <a:pt x="207363" y="128973"/>
                </a:lnTo>
                <a:lnTo>
                  <a:pt x="207134" y="128779"/>
                </a:lnTo>
                <a:lnTo>
                  <a:pt x="206911" y="128571"/>
                </a:lnTo>
                <a:lnTo>
                  <a:pt x="206696" y="128356"/>
                </a:lnTo>
                <a:lnTo>
                  <a:pt x="206480" y="128133"/>
                </a:lnTo>
                <a:lnTo>
                  <a:pt x="206265" y="127911"/>
                </a:lnTo>
                <a:lnTo>
                  <a:pt x="206064" y="127674"/>
                </a:lnTo>
                <a:lnTo>
                  <a:pt x="205856" y="127437"/>
                </a:lnTo>
                <a:lnTo>
                  <a:pt x="205662" y="127193"/>
                </a:lnTo>
                <a:lnTo>
                  <a:pt x="205461" y="126942"/>
                </a:lnTo>
                <a:lnTo>
                  <a:pt x="205268" y="126683"/>
                </a:lnTo>
                <a:lnTo>
                  <a:pt x="205074" y="126418"/>
                </a:lnTo>
                <a:lnTo>
                  <a:pt x="204887" y="126145"/>
                </a:lnTo>
                <a:lnTo>
                  <a:pt x="204701" y="125872"/>
                </a:lnTo>
                <a:lnTo>
                  <a:pt x="204521" y="125593"/>
                </a:lnTo>
                <a:lnTo>
                  <a:pt x="204342" y="125305"/>
                </a:lnTo>
                <a:lnTo>
                  <a:pt x="204162" y="125004"/>
                </a:lnTo>
                <a:lnTo>
                  <a:pt x="203990" y="124710"/>
                </a:lnTo>
                <a:lnTo>
                  <a:pt x="203818" y="124408"/>
                </a:lnTo>
                <a:lnTo>
                  <a:pt x="203646" y="124093"/>
                </a:lnTo>
                <a:lnTo>
                  <a:pt x="203488" y="123784"/>
                </a:lnTo>
                <a:lnTo>
                  <a:pt x="203323" y="123461"/>
                </a:lnTo>
                <a:lnTo>
                  <a:pt x="203165" y="123131"/>
                </a:lnTo>
                <a:lnTo>
                  <a:pt x="203007" y="122808"/>
                </a:lnTo>
                <a:lnTo>
                  <a:pt x="202849" y="122471"/>
                </a:lnTo>
                <a:lnTo>
                  <a:pt x="202698" y="122133"/>
                </a:lnTo>
                <a:lnTo>
                  <a:pt x="202397" y="121437"/>
                </a:lnTo>
                <a:lnTo>
                  <a:pt x="202110" y="120726"/>
                </a:lnTo>
                <a:lnTo>
                  <a:pt x="201873" y="120109"/>
                </a:lnTo>
                <a:lnTo>
                  <a:pt x="201636" y="119470"/>
                </a:lnTo>
                <a:lnTo>
                  <a:pt x="201399" y="118825"/>
                </a:lnTo>
                <a:lnTo>
                  <a:pt x="201169" y="118143"/>
                </a:lnTo>
                <a:lnTo>
                  <a:pt x="200940" y="117454"/>
                </a:lnTo>
                <a:lnTo>
                  <a:pt x="200717" y="116743"/>
                </a:lnTo>
                <a:lnTo>
                  <a:pt x="200495" y="116018"/>
                </a:lnTo>
                <a:lnTo>
                  <a:pt x="200272" y="115293"/>
                </a:lnTo>
                <a:lnTo>
                  <a:pt x="200057" y="114540"/>
                </a:lnTo>
                <a:lnTo>
                  <a:pt x="199849" y="113786"/>
                </a:lnTo>
                <a:lnTo>
                  <a:pt x="199634" y="113018"/>
                </a:lnTo>
                <a:lnTo>
                  <a:pt x="199425" y="112243"/>
                </a:lnTo>
                <a:lnTo>
                  <a:pt x="199232" y="111461"/>
                </a:lnTo>
                <a:lnTo>
                  <a:pt x="199024" y="110671"/>
                </a:lnTo>
                <a:lnTo>
                  <a:pt x="198837" y="109889"/>
                </a:lnTo>
                <a:lnTo>
                  <a:pt x="198636" y="109092"/>
                </a:lnTo>
                <a:lnTo>
                  <a:pt x="198270" y="107506"/>
                </a:lnTo>
                <a:lnTo>
                  <a:pt x="197925" y="105913"/>
                </a:lnTo>
                <a:lnTo>
                  <a:pt x="197588" y="104341"/>
                </a:lnTo>
                <a:lnTo>
                  <a:pt x="197272" y="102791"/>
                </a:lnTo>
                <a:lnTo>
                  <a:pt x="196978" y="101269"/>
                </a:lnTo>
                <a:lnTo>
                  <a:pt x="196713" y="99798"/>
                </a:lnTo>
                <a:lnTo>
                  <a:pt x="196461" y="98377"/>
                </a:lnTo>
                <a:lnTo>
                  <a:pt x="196232" y="97028"/>
                </a:lnTo>
                <a:lnTo>
                  <a:pt x="196110" y="96217"/>
                </a:lnTo>
                <a:lnTo>
                  <a:pt x="195980" y="95406"/>
                </a:lnTo>
                <a:lnTo>
                  <a:pt x="195858" y="94595"/>
                </a:lnTo>
                <a:lnTo>
                  <a:pt x="195744" y="93777"/>
                </a:lnTo>
                <a:lnTo>
                  <a:pt x="195622" y="92966"/>
                </a:lnTo>
                <a:lnTo>
                  <a:pt x="195521" y="92147"/>
                </a:lnTo>
                <a:lnTo>
                  <a:pt x="195413" y="91329"/>
                </a:lnTo>
                <a:lnTo>
                  <a:pt x="195306" y="90511"/>
                </a:lnTo>
                <a:lnTo>
                  <a:pt x="195205" y="89700"/>
                </a:lnTo>
                <a:lnTo>
                  <a:pt x="195105" y="88875"/>
                </a:lnTo>
                <a:lnTo>
                  <a:pt x="195019" y="88056"/>
                </a:lnTo>
                <a:lnTo>
                  <a:pt x="194925" y="87231"/>
                </a:lnTo>
                <a:lnTo>
                  <a:pt x="194839" y="86413"/>
                </a:lnTo>
                <a:lnTo>
                  <a:pt x="194753" y="85595"/>
                </a:lnTo>
                <a:lnTo>
                  <a:pt x="194674" y="84769"/>
                </a:lnTo>
                <a:lnTo>
                  <a:pt x="194595" y="83951"/>
                </a:lnTo>
                <a:lnTo>
                  <a:pt x="194516" y="83076"/>
                </a:lnTo>
                <a:lnTo>
                  <a:pt x="194445" y="82207"/>
                </a:lnTo>
                <a:lnTo>
                  <a:pt x="194380" y="81339"/>
                </a:lnTo>
                <a:lnTo>
                  <a:pt x="194308" y="80478"/>
                </a:lnTo>
                <a:lnTo>
                  <a:pt x="194251" y="79602"/>
                </a:lnTo>
                <a:lnTo>
                  <a:pt x="194193" y="78741"/>
                </a:lnTo>
                <a:lnTo>
                  <a:pt x="194136" y="77879"/>
                </a:lnTo>
                <a:lnTo>
                  <a:pt x="194093" y="77018"/>
                </a:lnTo>
                <a:lnTo>
                  <a:pt x="194043" y="76157"/>
                </a:lnTo>
                <a:lnTo>
                  <a:pt x="193992" y="75289"/>
                </a:lnTo>
                <a:lnTo>
                  <a:pt x="193942" y="74420"/>
                </a:lnTo>
                <a:lnTo>
                  <a:pt x="193899" y="73559"/>
                </a:lnTo>
                <a:lnTo>
                  <a:pt x="193849" y="72690"/>
                </a:lnTo>
                <a:lnTo>
                  <a:pt x="193799" y="71815"/>
                </a:lnTo>
                <a:lnTo>
                  <a:pt x="193756" y="70946"/>
                </a:lnTo>
                <a:lnTo>
                  <a:pt x="193705" y="70071"/>
                </a:lnTo>
                <a:lnTo>
                  <a:pt x="193677" y="69482"/>
                </a:lnTo>
                <a:lnTo>
                  <a:pt x="193655" y="68894"/>
                </a:lnTo>
                <a:lnTo>
                  <a:pt x="193626" y="68312"/>
                </a:lnTo>
                <a:lnTo>
                  <a:pt x="193619" y="67731"/>
                </a:lnTo>
                <a:lnTo>
                  <a:pt x="193612" y="67135"/>
                </a:lnTo>
                <a:lnTo>
                  <a:pt x="193605" y="66554"/>
                </a:lnTo>
                <a:lnTo>
                  <a:pt x="193605" y="65958"/>
                </a:lnTo>
                <a:lnTo>
                  <a:pt x="193605" y="65377"/>
                </a:lnTo>
                <a:lnTo>
                  <a:pt x="193626" y="64207"/>
                </a:lnTo>
                <a:lnTo>
                  <a:pt x="193662" y="63030"/>
                </a:lnTo>
                <a:lnTo>
                  <a:pt x="193705" y="61860"/>
                </a:lnTo>
                <a:lnTo>
                  <a:pt x="193763" y="60690"/>
                </a:lnTo>
                <a:lnTo>
                  <a:pt x="193827" y="59520"/>
                </a:lnTo>
                <a:lnTo>
                  <a:pt x="193906" y="58351"/>
                </a:lnTo>
                <a:lnTo>
                  <a:pt x="193992" y="57181"/>
                </a:lnTo>
                <a:lnTo>
                  <a:pt x="194071" y="56018"/>
                </a:lnTo>
                <a:lnTo>
                  <a:pt x="194172" y="54855"/>
                </a:lnTo>
                <a:lnTo>
                  <a:pt x="194265" y="53693"/>
                </a:lnTo>
                <a:lnTo>
                  <a:pt x="194358" y="52530"/>
                </a:lnTo>
                <a:lnTo>
                  <a:pt x="194459" y="51375"/>
                </a:lnTo>
                <a:lnTo>
                  <a:pt x="194516" y="50542"/>
                </a:lnTo>
                <a:lnTo>
                  <a:pt x="194588" y="49717"/>
                </a:lnTo>
                <a:lnTo>
                  <a:pt x="194667" y="48884"/>
                </a:lnTo>
                <a:lnTo>
                  <a:pt x="194753" y="48066"/>
                </a:lnTo>
                <a:lnTo>
                  <a:pt x="194847" y="47233"/>
                </a:lnTo>
                <a:lnTo>
                  <a:pt x="194933" y="46415"/>
                </a:lnTo>
                <a:lnTo>
                  <a:pt x="195033" y="45590"/>
                </a:lnTo>
                <a:lnTo>
                  <a:pt x="195141" y="44772"/>
                </a:lnTo>
                <a:lnTo>
                  <a:pt x="195248" y="43953"/>
                </a:lnTo>
                <a:lnTo>
                  <a:pt x="195356" y="43128"/>
                </a:lnTo>
                <a:lnTo>
                  <a:pt x="195464" y="42317"/>
                </a:lnTo>
                <a:lnTo>
                  <a:pt x="195579" y="41492"/>
                </a:lnTo>
                <a:lnTo>
                  <a:pt x="195679" y="40681"/>
                </a:lnTo>
                <a:lnTo>
                  <a:pt x="195787" y="39870"/>
                </a:lnTo>
                <a:lnTo>
                  <a:pt x="195902" y="39059"/>
                </a:lnTo>
                <a:lnTo>
                  <a:pt x="196009" y="38241"/>
                </a:lnTo>
                <a:lnTo>
                  <a:pt x="196088" y="37702"/>
                </a:lnTo>
                <a:lnTo>
                  <a:pt x="196160" y="37157"/>
                </a:lnTo>
                <a:lnTo>
                  <a:pt x="196239" y="36604"/>
                </a:lnTo>
                <a:lnTo>
                  <a:pt x="196332" y="36059"/>
                </a:lnTo>
                <a:lnTo>
                  <a:pt x="196418" y="35499"/>
                </a:lnTo>
                <a:lnTo>
                  <a:pt x="196512" y="34939"/>
                </a:lnTo>
                <a:lnTo>
                  <a:pt x="196612" y="34386"/>
                </a:lnTo>
                <a:lnTo>
                  <a:pt x="196713" y="33834"/>
                </a:lnTo>
                <a:lnTo>
                  <a:pt x="196813" y="33274"/>
                </a:lnTo>
                <a:lnTo>
                  <a:pt x="196913" y="32721"/>
                </a:lnTo>
                <a:lnTo>
                  <a:pt x="197021" y="32176"/>
                </a:lnTo>
                <a:lnTo>
                  <a:pt x="197129" y="31623"/>
                </a:lnTo>
                <a:lnTo>
                  <a:pt x="197236" y="31078"/>
                </a:lnTo>
                <a:lnTo>
                  <a:pt x="197351" y="30547"/>
                </a:lnTo>
                <a:lnTo>
                  <a:pt x="197459" y="30016"/>
                </a:lnTo>
                <a:lnTo>
                  <a:pt x="197574" y="29484"/>
                </a:lnTo>
                <a:lnTo>
                  <a:pt x="197689" y="28946"/>
                </a:lnTo>
                <a:lnTo>
                  <a:pt x="197803" y="28422"/>
                </a:lnTo>
                <a:lnTo>
                  <a:pt x="197918" y="27891"/>
                </a:lnTo>
                <a:lnTo>
                  <a:pt x="198033" y="27367"/>
                </a:lnTo>
                <a:lnTo>
                  <a:pt x="198148" y="26843"/>
                </a:lnTo>
                <a:lnTo>
                  <a:pt x="198263" y="26319"/>
                </a:lnTo>
                <a:lnTo>
                  <a:pt x="198385" y="25788"/>
                </a:lnTo>
                <a:lnTo>
                  <a:pt x="198507" y="25257"/>
                </a:lnTo>
                <a:lnTo>
                  <a:pt x="198600" y="24841"/>
                </a:lnTo>
                <a:lnTo>
                  <a:pt x="198715" y="24331"/>
                </a:lnTo>
                <a:lnTo>
                  <a:pt x="198844" y="23757"/>
                </a:lnTo>
                <a:lnTo>
                  <a:pt x="198980" y="23147"/>
                </a:lnTo>
                <a:lnTo>
                  <a:pt x="199131" y="22551"/>
                </a:lnTo>
                <a:lnTo>
                  <a:pt x="199275" y="22013"/>
                </a:lnTo>
                <a:lnTo>
                  <a:pt x="199346" y="21769"/>
                </a:lnTo>
                <a:lnTo>
                  <a:pt x="199411" y="21554"/>
                </a:lnTo>
                <a:lnTo>
                  <a:pt x="199476" y="21367"/>
                </a:lnTo>
                <a:lnTo>
                  <a:pt x="199540" y="21209"/>
                </a:lnTo>
                <a:lnTo>
                  <a:pt x="199605" y="20858"/>
                </a:lnTo>
                <a:lnTo>
                  <a:pt x="199698" y="20470"/>
                </a:lnTo>
                <a:lnTo>
                  <a:pt x="199806" y="20075"/>
                </a:lnTo>
                <a:lnTo>
                  <a:pt x="199921" y="19666"/>
                </a:lnTo>
                <a:lnTo>
                  <a:pt x="200035" y="19250"/>
                </a:lnTo>
                <a:lnTo>
                  <a:pt x="200158" y="18848"/>
                </a:lnTo>
                <a:lnTo>
                  <a:pt x="200272" y="18468"/>
                </a:lnTo>
                <a:lnTo>
                  <a:pt x="200380" y="18109"/>
                </a:lnTo>
                <a:lnTo>
                  <a:pt x="200495" y="17736"/>
                </a:lnTo>
                <a:lnTo>
                  <a:pt x="200610" y="17355"/>
                </a:lnTo>
                <a:lnTo>
                  <a:pt x="200724" y="16989"/>
                </a:lnTo>
                <a:lnTo>
                  <a:pt x="200839" y="16616"/>
                </a:lnTo>
                <a:lnTo>
                  <a:pt x="200947" y="16250"/>
                </a:lnTo>
                <a:lnTo>
                  <a:pt x="201062" y="15884"/>
                </a:lnTo>
                <a:lnTo>
                  <a:pt x="201177" y="15518"/>
                </a:lnTo>
                <a:lnTo>
                  <a:pt x="201291" y="15145"/>
                </a:lnTo>
                <a:lnTo>
                  <a:pt x="201507" y="14470"/>
                </a:lnTo>
                <a:lnTo>
                  <a:pt x="201736" y="13745"/>
                </a:lnTo>
                <a:lnTo>
                  <a:pt x="201980" y="12977"/>
                </a:lnTo>
                <a:lnTo>
                  <a:pt x="202246" y="12216"/>
                </a:lnTo>
                <a:lnTo>
                  <a:pt x="202375" y="11829"/>
                </a:lnTo>
                <a:lnTo>
                  <a:pt x="202512" y="11456"/>
                </a:lnTo>
                <a:lnTo>
                  <a:pt x="202655" y="11090"/>
                </a:lnTo>
                <a:lnTo>
                  <a:pt x="202791" y="10738"/>
                </a:lnTo>
                <a:lnTo>
                  <a:pt x="202935" y="10401"/>
                </a:lnTo>
                <a:lnTo>
                  <a:pt x="203079" y="10078"/>
                </a:lnTo>
                <a:lnTo>
                  <a:pt x="203222" y="9776"/>
                </a:lnTo>
                <a:lnTo>
                  <a:pt x="203358" y="9496"/>
                </a:lnTo>
                <a:lnTo>
                  <a:pt x="203416" y="9338"/>
                </a:lnTo>
                <a:lnTo>
                  <a:pt x="203488" y="9166"/>
                </a:lnTo>
                <a:lnTo>
                  <a:pt x="203559" y="8987"/>
                </a:lnTo>
                <a:lnTo>
                  <a:pt x="203638" y="8800"/>
                </a:lnTo>
                <a:lnTo>
                  <a:pt x="203832" y="8398"/>
                </a:lnTo>
                <a:lnTo>
                  <a:pt x="204040" y="7975"/>
                </a:lnTo>
                <a:lnTo>
                  <a:pt x="204284" y="7544"/>
                </a:lnTo>
                <a:lnTo>
                  <a:pt x="204543" y="7092"/>
                </a:lnTo>
                <a:lnTo>
                  <a:pt x="204808" y="6647"/>
                </a:lnTo>
                <a:lnTo>
                  <a:pt x="205088" y="6195"/>
                </a:lnTo>
                <a:lnTo>
                  <a:pt x="205368" y="5757"/>
                </a:lnTo>
                <a:lnTo>
                  <a:pt x="205655" y="5341"/>
                </a:lnTo>
                <a:lnTo>
                  <a:pt x="205928" y="4946"/>
                </a:lnTo>
                <a:lnTo>
                  <a:pt x="206193" y="4573"/>
                </a:lnTo>
                <a:lnTo>
                  <a:pt x="206452" y="4250"/>
                </a:lnTo>
                <a:lnTo>
                  <a:pt x="206689" y="3949"/>
                </a:lnTo>
                <a:lnTo>
                  <a:pt x="206796" y="3826"/>
                </a:lnTo>
                <a:lnTo>
                  <a:pt x="206904" y="3712"/>
                </a:lnTo>
                <a:lnTo>
                  <a:pt x="206997" y="3618"/>
                </a:lnTo>
                <a:lnTo>
                  <a:pt x="207083" y="3525"/>
                </a:lnTo>
                <a:lnTo>
                  <a:pt x="207435" y="3202"/>
                </a:lnTo>
                <a:lnTo>
                  <a:pt x="207729" y="2908"/>
                </a:lnTo>
                <a:lnTo>
                  <a:pt x="208009" y="2635"/>
                </a:lnTo>
                <a:lnTo>
                  <a:pt x="208289" y="2384"/>
                </a:lnTo>
                <a:lnTo>
                  <a:pt x="208425" y="2262"/>
                </a:lnTo>
                <a:lnTo>
                  <a:pt x="208576" y="2140"/>
                </a:lnTo>
                <a:lnTo>
                  <a:pt x="208734" y="2011"/>
                </a:lnTo>
                <a:lnTo>
                  <a:pt x="208906" y="1882"/>
                </a:lnTo>
                <a:lnTo>
                  <a:pt x="209093" y="1752"/>
                </a:lnTo>
                <a:lnTo>
                  <a:pt x="209301" y="1609"/>
                </a:lnTo>
                <a:lnTo>
                  <a:pt x="209524" y="1472"/>
                </a:lnTo>
                <a:lnTo>
                  <a:pt x="209768" y="1322"/>
                </a:lnTo>
                <a:lnTo>
                  <a:pt x="209954" y="1214"/>
                </a:lnTo>
                <a:lnTo>
                  <a:pt x="210155" y="1099"/>
                </a:lnTo>
                <a:lnTo>
                  <a:pt x="210349" y="992"/>
                </a:lnTo>
                <a:lnTo>
                  <a:pt x="210564" y="898"/>
                </a:lnTo>
                <a:lnTo>
                  <a:pt x="210780" y="798"/>
                </a:lnTo>
                <a:lnTo>
                  <a:pt x="210995" y="697"/>
                </a:lnTo>
                <a:lnTo>
                  <a:pt x="211217" y="611"/>
                </a:lnTo>
                <a:lnTo>
                  <a:pt x="211447" y="525"/>
                </a:lnTo>
                <a:lnTo>
                  <a:pt x="211677" y="453"/>
                </a:lnTo>
                <a:lnTo>
                  <a:pt x="211921" y="382"/>
                </a:lnTo>
                <a:lnTo>
                  <a:pt x="212165" y="310"/>
                </a:lnTo>
                <a:lnTo>
                  <a:pt x="212409" y="252"/>
                </a:lnTo>
                <a:lnTo>
                  <a:pt x="212660" y="209"/>
                </a:lnTo>
                <a:lnTo>
                  <a:pt x="212904" y="173"/>
                </a:lnTo>
                <a:lnTo>
                  <a:pt x="213155" y="137"/>
                </a:lnTo>
                <a:lnTo>
                  <a:pt x="213421" y="123"/>
                </a:lnTo>
                <a:lnTo>
                  <a:pt x="213557" y="80"/>
                </a:lnTo>
                <a:lnTo>
                  <a:pt x="213744" y="51"/>
                </a:lnTo>
                <a:lnTo>
                  <a:pt x="213945" y="23"/>
                </a:lnTo>
                <a:lnTo>
                  <a:pt x="214196" y="8"/>
                </a:lnTo>
                <a:close/>
                <a:moveTo>
                  <a:pt x="20871" y="0"/>
                </a:moveTo>
                <a:lnTo>
                  <a:pt x="21165" y="0"/>
                </a:lnTo>
                <a:lnTo>
                  <a:pt x="21488" y="7"/>
                </a:lnTo>
                <a:lnTo>
                  <a:pt x="21840" y="14"/>
                </a:lnTo>
                <a:lnTo>
                  <a:pt x="22593" y="58"/>
                </a:lnTo>
                <a:lnTo>
                  <a:pt x="23411" y="122"/>
                </a:lnTo>
                <a:lnTo>
                  <a:pt x="24265" y="194"/>
                </a:lnTo>
                <a:lnTo>
                  <a:pt x="25148" y="287"/>
                </a:lnTo>
                <a:lnTo>
                  <a:pt x="26031" y="388"/>
                </a:lnTo>
                <a:lnTo>
                  <a:pt x="26907" y="495"/>
                </a:lnTo>
                <a:lnTo>
                  <a:pt x="27739" y="603"/>
                </a:lnTo>
                <a:lnTo>
                  <a:pt x="28529" y="703"/>
                </a:lnTo>
                <a:lnTo>
                  <a:pt x="29246" y="804"/>
                </a:lnTo>
                <a:lnTo>
                  <a:pt x="29871" y="897"/>
                </a:lnTo>
                <a:lnTo>
                  <a:pt x="30387" y="976"/>
                </a:lnTo>
                <a:lnTo>
                  <a:pt x="30768" y="1048"/>
                </a:lnTo>
                <a:lnTo>
                  <a:pt x="31579" y="1206"/>
                </a:lnTo>
                <a:lnTo>
                  <a:pt x="32375" y="1371"/>
                </a:lnTo>
                <a:lnTo>
                  <a:pt x="33179" y="1543"/>
                </a:lnTo>
                <a:lnTo>
                  <a:pt x="33983" y="1723"/>
                </a:lnTo>
                <a:lnTo>
                  <a:pt x="34780" y="1916"/>
                </a:lnTo>
                <a:lnTo>
                  <a:pt x="35584" y="2117"/>
                </a:lnTo>
                <a:lnTo>
                  <a:pt x="36380" y="2325"/>
                </a:lnTo>
                <a:lnTo>
                  <a:pt x="37184" y="2548"/>
                </a:lnTo>
                <a:lnTo>
                  <a:pt x="37981" y="2770"/>
                </a:lnTo>
                <a:lnTo>
                  <a:pt x="38785" y="3000"/>
                </a:lnTo>
                <a:lnTo>
                  <a:pt x="39581" y="3237"/>
                </a:lnTo>
                <a:lnTo>
                  <a:pt x="40378" y="3481"/>
                </a:lnTo>
                <a:lnTo>
                  <a:pt x="41174" y="3739"/>
                </a:lnTo>
                <a:lnTo>
                  <a:pt x="41971" y="3991"/>
                </a:lnTo>
                <a:lnTo>
                  <a:pt x="42768" y="4256"/>
                </a:lnTo>
                <a:lnTo>
                  <a:pt x="43564" y="4529"/>
                </a:lnTo>
                <a:lnTo>
                  <a:pt x="44354" y="4794"/>
                </a:lnTo>
                <a:lnTo>
                  <a:pt x="45143" y="5074"/>
                </a:lnTo>
                <a:lnTo>
                  <a:pt x="45933" y="5361"/>
                </a:lnTo>
                <a:lnTo>
                  <a:pt x="46708" y="5648"/>
                </a:lnTo>
                <a:lnTo>
                  <a:pt x="47497" y="5936"/>
                </a:lnTo>
                <a:lnTo>
                  <a:pt x="48280" y="6237"/>
                </a:lnTo>
                <a:lnTo>
                  <a:pt x="49062" y="6538"/>
                </a:lnTo>
                <a:lnTo>
                  <a:pt x="49830" y="6840"/>
                </a:lnTo>
                <a:lnTo>
                  <a:pt x="51373" y="7450"/>
                </a:lnTo>
                <a:lnTo>
                  <a:pt x="52902" y="8074"/>
                </a:lnTo>
                <a:lnTo>
                  <a:pt x="54423" y="8706"/>
                </a:lnTo>
                <a:lnTo>
                  <a:pt x="55916" y="9337"/>
                </a:lnTo>
                <a:lnTo>
                  <a:pt x="56160" y="9438"/>
                </a:lnTo>
                <a:lnTo>
                  <a:pt x="56426" y="9546"/>
                </a:lnTo>
                <a:lnTo>
                  <a:pt x="56706" y="9653"/>
                </a:lnTo>
                <a:lnTo>
                  <a:pt x="56985" y="9761"/>
                </a:lnTo>
                <a:lnTo>
                  <a:pt x="57258" y="9876"/>
                </a:lnTo>
                <a:lnTo>
                  <a:pt x="57517" y="9991"/>
                </a:lnTo>
                <a:lnTo>
                  <a:pt x="57753" y="10113"/>
                </a:lnTo>
                <a:lnTo>
                  <a:pt x="57976" y="10235"/>
                </a:lnTo>
                <a:lnTo>
                  <a:pt x="58148" y="10285"/>
                </a:lnTo>
                <a:lnTo>
                  <a:pt x="58342" y="10349"/>
                </a:lnTo>
                <a:lnTo>
                  <a:pt x="58536" y="10414"/>
                </a:lnTo>
                <a:lnTo>
                  <a:pt x="58737" y="10486"/>
                </a:lnTo>
                <a:lnTo>
                  <a:pt x="59153" y="10658"/>
                </a:lnTo>
                <a:lnTo>
                  <a:pt x="59569" y="10845"/>
                </a:lnTo>
                <a:lnTo>
                  <a:pt x="60000" y="11031"/>
                </a:lnTo>
                <a:lnTo>
                  <a:pt x="60409" y="11211"/>
                </a:lnTo>
                <a:lnTo>
                  <a:pt x="60804" y="11390"/>
                </a:lnTo>
                <a:lnTo>
                  <a:pt x="61170" y="11541"/>
                </a:lnTo>
                <a:lnTo>
                  <a:pt x="61722" y="11771"/>
                </a:lnTo>
                <a:lnTo>
                  <a:pt x="62289" y="12007"/>
                </a:lnTo>
                <a:lnTo>
                  <a:pt x="62863" y="12251"/>
                </a:lnTo>
                <a:lnTo>
                  <a:pt x="63445" y="12510"/>
                </a:lnTo>
                <a:lnTo>
                  <a:pt x="64041" y="12775"/>
                </a:lnTo>
                <a:lnTo>
                  <a:pt x="64636" y="13034"/>
                </a:lnTo>
                <a:lnTo>
                  <a:pt x="65246" y="13314"/>
                </a:lnTo>
                <a:lnTo>
                  <a:pt x="65842" y="13586"/>
                </a:lnTo>
                <a:lnTo>
                  <a:pt x="66445" y="13866"/>
                </a:lnTo>
                <a:lnTo>
                  <a:pt x="67033" y="14146"/>
                </a:lnTo>
                <a:lnTo>
                  <a:pt x="67629" y="14426"/>
                </a:lnTo>
                <a:lnTo>
                  <a:pt x="68210" y="14692"/>
                </a:lnTo>
                <a:lnTo>
                  <a:pt x="68777" y="14971"/>
                </a:lnTo>
                <a:lnTo>
                  <a:pt x="69330" y="15244"/>
                </a:lnTo>
                <a:lnTo>
                  <a:pt x="69868" y="15517"/>
                </a:lnTo>
                <a:lnTo>
                  <a:pt x="70385" y="15775"/>
                </a:lnTo>
                <a:lnTo>
                  <a:pt x="71131" y="16156"/>
                </a:lnTo>
                <a:lnTo>
                  <a:pt x="71878" y="16543"/>
                </a:lnTo>
                <a:lnTo>
                  <a:pt x="72631" y="16931"/>
                </a:lnTo>
                <a:lnTo>
                  <a:pt x="73371" y="17318"/>
                </a:lnTo>
                <a:lnTo>
                  <a:pt x="74110" y="17713"/>
                </a:lnTo>
                <a:lnTo>
                  <a:pt x="74835" y="18108"/>
                </a:lnTo>
                <a:lnTo>
                  <a:pt x="75567" y="18510"/>
                </a:lnTo>
                <a:lnTo>
                  <a:pt x="76299" y="18912"/>
                </a:lnTo>
                <a:lnTo>
                  <a:pt x="77024" y="19321"/>
                </a:lnTo>
                <a:lnTo>
                  <a:pt x="77734" y="19730"/>
                </a:lnTo>
                <a:lnTo>
                  <a:pt x="78445" y="20139"/>
                </a:lnTo>
                <a:lnTo>
                  <a:pt x="79148" y="20548"/>
                </a:lnTo>
                <a:lnTo>
                  <a:pt x="79844" y="20957"/>
                </a:lnTo>
                <a:lnTo>
                  <a:pt x="80540" y="21381"/>
                </a:lnTo>
                <a:lnTo>
                  <a:pt x="81229" y="21797"/>
                </a:lnTo>
                <a:lnTo>
                  <a:pt x="81897" y="22227"/>
                </a:lnTo>
                <a:lnTo>
                  <a:pt x="82600" y="22665"/>
                </a:lnTo>
                <a:lnTo>
                  <a:pt x="83296" y="23103"/>
                </a:lnTo>
                <a:lnTo>
                  <a:pt x="83985" y="23541"/>
                </a:lnTo>
                <a:lnTo>
                  <a:pt x="84674" y="23972"/>
                </a:lnTo>
                <a:lnTo>
                  <a:pt x="85356" y="24416"/>
                </a:lnTo>
                <a:lnTo>
                  <a:pt x="86038" y="24854"/>
                </a:lnTo>
                <a:lnTo>
                  <a:pt x="86720" y="25299"/>
                </a:lnTo>
                <a:lnTo>
                  <a:pt x="87395" y="25759"/>
                </a:lnTo>
                <a:lnTo>
                  <a:pt x="88105" y="26232"/>
                </a:lnTo>
                <a:lnTo>
                  <a:pt x="88801" y="26713"/>
                </a:lnTo>
                <a:lnTo>
                  <a:pt x="89483" y="27180"/>
                </a:lnTo>
                <a:lnTo>
                  <a:pt x="90136" y="27646"/>
                </a:lnTo>
                <a:lnTo>
                  <a:pt x="90789" y="28105"/>
                </a:lnTo>
                <a:lnTo>
                  <a:pt x="91421" y="28565"/>
                </a:lnTo>
                <a:lnTo>
                  <a:pt x="92052" y="29017"/>
                </a:lnTo>
                <a:lnTo>
                  <a:pt x="92677" y="29476"/>
                </a:lnTo>
                <a:lnTo>
                  <a:pt x="93294" y="29928"/>
                </a:lnTo>
                <a:lnTo>
                  <a:pt x="93911" y="30388"/>
                </a:lnTo>
                <a:lnTo>
                  <a:pt x="94536" y="30854"/>
                </a:lnTo>
                <a:lnTo>
                  <a:pt x="95160" y="31321"/>
                </a:lnTo>
                <a:lnTo>
                  <a:pt x="95799" y="31795"/>
                </a:lnTo>
                <a:lnTo>
                  <a:pt x="96438" y="32268"/>
                </a:lnTo>
                <a:lnTo>
                  <a:pt x="97091" y="32763"/>
                </a:lnTo>
                <a:lnTo>
                  <a:pt x="97765" y="33259"/>
                </a:lnTo>
                <a:lnTo>
                  <a:pt x="98390" y="33732"/>
                </a:lnTo>
                <a:lnTo>
                  <a:pt x="99021" y="34228"/>
                </a:lnTo>
                <a:lnTo>
                  <a:pt x="99653" y="34737"/>
                </a:lnTo>
                <a:lnTo>
                  <a:pt x="100277" y="35247"/>
                </a:lnTo>
                <a:lnTo>
                  <a:pt x="100895" y="35749"/>
                </a:lnTo>
                <a:lnTo>
                  <a:pt x="101512" y="36259"/>
                </a:lnTo>
                <a:lnTo>
                  <a:pt x="102129" y="36754"/>
                </a:lnTo>
                <a:lnTo>
                  <a:pt x="102725" y="37220"/>
                </a:lnTo>
                <a:lnTo>
                  <a:pt x="114682" y="47742"/>
                </a:lnTo>
                <a:lnTo>
                  <a:pt x="114911" y="47964"/>
                </a:lnTo>
                <a:lnTo>
                  <a:pt x="115134" y="48194"/>
                </a:lnTo>
                <a:lnTo>
                  <a:pt x="115342" y="48424"/>
                </a:lnTo>
                <a:lnTo>
                  <a:pt x="115543" y="48653"/>
                </a:lnTo>
                <a:lnTo>
                  <a:pt x="115744" y="48883"/>
                </a:lnTo>
                <a:lnTo>
                  <a:pt x="115930" y="49106"/>
                </a:lnTo>
                <a:lnTo>
                  <a:pt x="116117" y="49321"/>
                </a:lnTo>
                <a:lnTo>
                  <a:pt x="116318" y="49515"/>
                </a:lnTo>
                <a:lnTo>
                  <a:pt x="116892" y="50082"/>
                </a:lnTo>
                <a:lnTo>
                  <a:pt x="117509" y="50706"/>
                </a:lnTo>
                <a:lnTo>
                  <a:pt x="118148" y="51366"/>
                </a:lnTo>
                <a:lnTo>
                  <a:pt x="118787" y="52055"/>
                </a:lnTo>
                <a:lnTo>
                  <a:pt x="119433" y="52752"/>
                </a:lnTo>
                <a:lnTo>
                  <a:pt x="120036" y="53441"/>
                </a:lnTo>
                <a:lnTo>
                  <a:pt x="120330" y="53778"/>
                </a:lnTo>
                <a:lnTo>
                  <a:pt x="120610" y="54115"/>
                </a:lnTo>
                <a:lnTo>
                  <a:pt x="120883" y="54438"/>
                </a:lnTo>
                <a:lnTo>
                  <a:pt x="121127" y="54740"/>
                </a:lnTo>
                <a:lnTo>
                  <a:pt x="121708" y="55457"/>
                </a:lnTo>
                <a:lnTo>
                  <a:pt x="122218" y="56096"/>
                </a:lnTo>
                <a:lnTo>
                  <a:pt x="122454" y="56397"/>
                </a:lnTo>
                <a:lnTo>
                  <a:pt x="122677" y="56699"/>
                </a:lnTo>
                <a:lnTo>
                  <a:pt x="122892" y="56993"/>
                </a:lnTo>
                <a:lnTo>
                  <a:pt x="123107" y="57280"/>
                </a:lnTo>
                <a:lnTo>
                  <a:pt x="123316" y="57582"/>
                </a:lnTo>
                <a:lnTo>
                  <a:pt x="123517" y="57890"/>
                </a:lnTo>
                <a:lnTo>
                  <a:pt x="123725" y="58199"/>
                </a:lnTo>
                <a:lnTo>
                  <a:pt x="123933" y="58529"/>
                </a:lnTo>
                <a:lnTo>
                  <a:pt x="124141" y="58874"/>
                </a:lnTo>
                <a:lnTo>
                  <a:pt x="124363" y="59240"/>
                </a:lnTo>
                <a:lnTo>
                  <a:pt x="124593" y="59642"/>
                </a:lnTo>
                <a:lnTo>
                  <a:pt x="124837" y="60065"/>
                </a:lnTo>
                <a:lnTo>
                  <a:pt x="124988" y="60345"/>
                </a:lnTo>
                <a:lnTo>
                  <a:pt x="125146" y="60682"/>
                </a:lnTo>
                <a:lnTo>
                  <a:pt x="125325" y="61048"/>
                </a:lnTo>
                <a:lnTo>
                  <a:pt x="125505" y="61457"/>
                </a:lnTo>
                <a:lnTo>
                  <a:pt x="125691" y="61895"/>
                </a:lnTo>
                <a:lnTo>
                  <a:pt x="125878" y="62362"/>
                </a:lnTo>
                <a:lnTo>
                  <a:pt x="126050" y="62850"/>
                </a:lnTo>
                <a:lnTo>
                  <a:pt x="126222" y="63338"/>
                </a:lnTo>
                <a:lnTo>
                  <a:pt x="126380" y="63840"/>
                </a:lnTo>
                <a:lnTo>
                  <a:pt x="126524" y="64342"/>
                </a:lnTo>
                <a:lnTo>
                  <a:pt x="126581" y="64587"/>
                </a:lnTo>
                <a:lnTo>
                  <a:pt x="126639" y="64838"/>
                </a:lnTo>
                <a:lnTo>
                  <a:pt x="126696" y="65082"/>
                </a:lnTo>
                <a:lnTo>
                  <a:pt x="126739" y="65319"/>
                </a:lnTo>
                <a:lnTo>
                  <a:pt x="126782" y="65548"/>
                </a:lnTo>
                <a:lnTo>
                  <a:pt x="126811" y="65778"/>
                </a:lnTo>
                <a:lnTo>
                  <a:pt x="126832" y="66000"/>
                </a:lnTo>
                <a:lnTo>
                  <a:pt x="126847" y="66216"/>
                </a:lnTo>
                <a:lnTo>
                  <a:pt x="126854" y="66424"/>
                </a:lnTo>
                <a:lnTo>
                  <a:pt x="126854" y="66625"/>
                </a:lnTo>
                <a:lnTo>
                  <a:pt x="126840" y="66811"/>
                </a:lnTo>
                <a:lnTo>
                  <a:pt x="126811" y="66991"/>
                </a:lnTo>
                <a:lnTo>
                  <a:pt x="126739" y="67400"/>
                </a:lnTo>
                <a:lnTo>
                  <a:pt x="126660" y="67795"/>
                </a:lnTo>
                <a:lnTo>
                  <a:pt x="126574" y="68189"/>
                </a:lnTo>
                <a:lnTo>
                  <a:pt x="126473" y="68563"/>
                </a:lnTo>
                <a:lnTo>
                  <a:pt x="126380" y="68943"/>
                </a:lnTo>
                <a:lnTo>
                  <a:pt x="126273" y="69309"/>
                </a:lnTo>
                <a:lnTo>
                  <a:pt x="126158" y="69675"/>
                </a:lnTo>
                <a:lnTo>
                  <a:pt x="126036" y="70027"/>
                </a:lnTo>
                <a:lnTo>
                  <a:pt x="125907" y="70371"/>
                </a:lnTo>
                <a:lnTo>
                  <a:pt x="125770" y="70716"/>
                </a:lnTo>
                <a:lnTo>
                  <a:pt x="125634" y="71053"/>
                </a:lnTo>
                <a:lnTo>
                  <a:pt x="125490" y="71383"/>
                </a:lnTo>
                <a:lnTo>
                  <a:pt x="125332" y="71713"/>
                </a:lnTo>
                <a:lnTo>
                  <a:pt x="125182" y="72036"/>
                </a:lnTo>
                <a:lnTo>
                  <a:pt x="125017" y="72352"/>
                </a:lnTo>
                <a:lnTo>
                  <a:pt x="124851" y="72668"/>
                </a:lnTo>
                <a:lnTo>
                  <a:pt x="124679" y="72984"/>
                </a:lnTo>
                <a:lnTo>
                  <a:pt x="124500" y="73285"/>
                </a:lnTo>
                <a:lnTo>
                  <a:pt x="124313" y="73594"/>
                </a:lnTo>
                <a:lnTo>
                  <a:pt x="124127" y="73895"/>
                </a:lnTo>
                <a:lnTo>
                  <a:pt x="123940" y="74189"/>
                </a:lnTo>
                <a:lnTo>
                  <a:pt x="123739" y="74491"/>
                </a:lnTo>
                <a:lnTo>
                  <a:pt x="123545" y="74792"/>
                </a:lnTo>
                <a:lnTo>
                  <a:pt x="123337" y="75087"/>
                </a:lnTo>
                <a:lnTo>
                  <a:pt x="122928" y="75668"/>
                </a:lnTo>
                <a:lnTo>
                  <a:pt x="122490" y="76264"/>
                </a:lnTo>
                <a:lnTo>
                  <a:pt x="122052" y="76845"/>
                </a:lnTo>
                <a:lnTo>
                  <a:pt x="121600" y="77433"/>
                </a:lnTo>
                <a:lnTo>
                  <a:pt x="121349" y="77749"/>
                </a:lnTo>
                <a:lnTo>
                  <a:pt x="121105" y="78051"/>
                </a:lnTo>
                <a:lnTo>
                  <a:pt x="120976" y="78201"/>
                </a:lnTo>
                <a:lnTo>
                  <a:pt x="120840" y="78338"/>
                </a:lnTo>
                <a:lnTo>
                  <a:pt x="120703" y="78481"/>
                </a:lnTo>
                <a:lnTo>
                  <a:pt x="120552" y="78610"/>
                </a:lnTo>
                <a:lnTo>
                  <a:pt x="120473" y="78725"/>
                </a:lnTo>
                <a:lnTo>
                  <a:pt x="120294" y="78926"/>
                </a:lnTo>
                <a:lnTo>
                  <a:pt x="120043" y="79206"/>
                </a:lnTo>
                <a:lnTo>
                  <a:pt x="119720" y="79551"/>
                </a:lnTo>
                <a:lnTo>
                  <a:pt x="119347" y="79953"/>
                </a:lnTo>
                <a:lnTo>
                  <a:pt x="118930" y="80398"/>
                </a:lnTo>
                <a:lnTo>
                  <a:pt x="118478" y="80871"/>
                </a:lnTo>
                <a:lnTo>
                  <a:pt x="118012" y="81352"/>
                </a:lnTo>
                <a:lnTo>
                  <a:pt x="117538" y="81840"/>
                </a:lnTo>
                <a:lnTo>
                  <a:pt x="117064" y="82321"/>
                </a:lnTo>
                <a:lnTo>
                  <a:pt x="116612" y="82788"/>
                </a:lnTo>
                <a:lnTo>
                  <a:pt x="116196" y="83218"/>
                </a:lnTo>
                <a:lnTo>
                  <a:pt x="115808" y="83606"/>
                </a:lnTo>
                <a:lnTo>
                  <a:pt x="115471" y="83943"/>
                </a:lnTo>
                <a:lnTo>
                  <a:pt x="115206" y="84209"/>
                </a:lnTo>
                <a:lnTo>
                  <a:pt x="115012" y="84388"/>
                </a:lnTo>
                <a:lnTo>
                  <a:pt x="114775" y="84618"/>
                </a:lnTo>
                <a:lnTo>
                  <a:pt x="114538" y="84855"/>
                </a:lnTo>
                <a:lnTo>
                  <a:pt x="114308" y="85070"/>
                </a:lnTo>
                <a:lnTo>
                  <a:pt x="114079" y="85292"/>
                </a:lnTo>
                <a:lnTo>
                  <a:pt x="113849" y="85515"/>
                </a:lnTo>
                <a:lnTo>
                  <a:pt x="113612" y="85744"/>
                </a:lnTo>
                <a:lnTo>
                  <a:pt x="113383" y="85974"/>
                </a:lnTo>
                <a:lnTo>
                  <a:pt x="113146" y="86218"/>
                </a:lnTo>
                <a:lnTo>
                  <a:pt x="111639" y="87560"/>
                </a:lnTo>
                <a:lnTo>
                  <a:pt x="111488" y="87704"/>
                </a:lnTo>
                <a:lnTo>
                  <a:pt x="111387" y="87797"/>
                </a:lnTo>
                <a:lnTo>
                  <a:pt x="111301" y="87883"/>
                </a:lnTo>
                <a:lnTo>
                  <a:pt x="111151" y="87998"/>
                </a:lnTo>
                <a:lnTo>
                  <a:pt x="110892" y="88213"/>
                </a:lnTo>
                <a:lnTo>
                  <a:pt x="110562" y="88479"/>
                </a:lnTo>
                <a:lnTo>
                  <a:pt x="110196" y="88795"/>
                </a:lnTo>
                <a:lnTo>
                  <a:pt x="109794" y="89146"/>
                </a:lnTo>
                <a:lnTo>
                  <a:pt x="109363" y="89534"/>
                </a:lnTo>
                <a:lnTo>
                  <a:pt x="108911" y="89929"/>
                </a:lnTo>
                <a:lnTo>
                  <a:pt x="108445" y="90338"/>
                </a:lnTo>
                <a:lnTo>
                  <a:pt x="107971" y="90754"/>
                </a:lnTo>
                <a:lnTo>
                  <a:pt x="107505" y="91156"/>
                </a:lnTo>
                <a:lnTo>
                  <a:pt x="107060" y="91551"/>
                </a:lnTo>
                <a:lnTo>
                  <a:pt x="106629" y="91917"/>
                </a:lnTo>
                <a:lnTo>
                  <a:pt x="106234" y="92254"/>
                </a:lnTo>
                <a:lnTo>
                  <a:pt x="105868" y="92548"/>
                </a:lnTo>
                <a:lnTo>
                  <a:pt x="105560" y="92785"/>
                </a:lnTo>
                <a:lnTo>
                  <a:pt x="105430" y="92886"/>
                </a:lnTo>
                <a:lnTo>
                  <a:pt x="105308" y="92972"/>
                </a:lnTo>
                <a:lnTo>
                  <a:pt x="105201" y="93036"/>
                </a:lnTo>
                <a:lnTo>
                  <a:pt x="105107" y="93087"/>
                </a:lnTo>
                <a:lnTo>
                  <a:pt x="105029" y="93173"/>
                </a:lnTo>
                <a:lnTo>
                  <a:pt x="104892" y="93302"/>
                </a:lnTo>
                <a:lnTo>
                  <a:pt x="104713" y="93460"/>
                </a:lnTo>
                <a:lnTo>
                  <a:pt x="104490" y="93646"/>
                </a:lnTo>
                <a:lnTo>
                  <a:pt x="103930" y="94106"/>
                </a:lnTo>
                <a:lnTo>
                  <a:pt x="103241" y="94666"/>
                </a:lnTo>
                <a:lnTo>
                  <a:pt x="102445" y="95297"/>
                </a:lnTo>
                <a:lnTo>
                  <a:pt x="101576" y="95986"/>
                </a:lnTo>
                <a:lnTo>
                  <a:pt x="100651" y="96711"/>
                </a:lnTo>
                <a:lnTo>
                  <a:pt x="99696" y="97450"/>
                </a:lnTo>
                <a:lnTo>
                  <a:pt x="98741" y="98182"/>
                </a:lnTo>
                <a:lnTo>
                  <a:pt x="97808" y="98893"/>
                </a:lnTo>
                <a:lnTo>
                  <a:pt x="96926" y="99568"/>
                </a:lnTo>
                <a:lnTo>
                  <a:pt x="96115" y="100178"/>
                </a:lnTo>
                <a:lnTo>
                  <a:pt x="95411" y="100694"/>
                </a:lnTo>
                <a:lnTo>
                  <a:pt x="94823" y="101111"/>
                </a:lnTo>
                <a:lnTo>
                  <a:pt x="94586" y="101283"/>
                </a:lnTo>
                <a:lnTo>
                  <a:pt x="94392" y="101419"/>
                </a:lnTo>
                <a:lnTo>
                  <a:pt x="94241" y="101505"/>
                </a:lnTo>
                <a:lnTo>
                  <a:pt x="94134" y="101570"/>
                </a:lnTo>
                <a:lnTo>
                  <a:pt x="93897" y="101764"/>
                </a:lnTo>
                <a:lnTo>
                  <a:pt x="93524" y="102044"/>
                </a:lnTo>
                <a:lnTo>
                  <a:pt x="93036" y="102395"/>
                </a:lnTo>
                <a:lnTo>
                  <a:pt x="92462" y="102804"/>
                </a:lnTo>
                <a:lnTo>
                  <a:pt x="91801" y="103264"/>
                </a:lnTo>
                <a:lnTo>
                  <a:pt x="91105" y="103759"/>
                </a:lnTo>
                <a:lnTo>
                  <a:pt x="90359" y="104268"/>
                </a:lnTo>
                <a:lnTo>
                  <a:pt x="89605" y="104785"/>
                </a:lnTo>
                <a:lnTo>
                  <a:pt x="88844" y="105302"/>
                </a:lnTo>
                <a:lnTo>
                  <a:pt x="88105" y="105797"/>
                </a:lnTo>
                <a:lnTo>
                  <a:pt x="87409" y="106264"/>
                </a:lnTo>
                <a:lnTo>
                  <a:pt x="86770" y="106680"/>
                </a:lnTo>
                <a:lnTo>
                  <a:pt x="86210" y="107032"/>
                </a:lnTo>
                <a:lnTo>
                  <a:pt x="85744" y="107326"/>
                </a:lnTo>
                <a:lnTo>
                  <a:pt x="85543" y="107441"/>
                </a:lnTo>
                <a:lnTo>
                  <a:pt x="85392" y="107527"/>
                </a:lnTo>
                <a:lnTo>
                  <a:pt x="85256" y="107591"/>
                </a:lnTo>
                <a:lnTo>
                  <a:pt x="85170" y="107635"/>
                </a:lnTo>
                <a:lnTo>
                  <a:pt x="85098" y="107706"/>
                </a:lnTo>
                <a:lnTo>
                  <a:pt x="84962" y="107807"/>
                </a:lnTo>
                <a:lnTo>
                  <a:pt x="84782" y="107929"/>
                </a:lnTo>
                <a:lnTo>
                  <a:pt x="84552" y="108087"/>
                </a:lnTo>
                <a:lnTo>
                  <a:pt x="83971" y="108453"/>
                </a:lnTo>
                <a:lnTo>
                  <a:pt x="83232" y="108919"/>
                </a:lnTo>
                <a:lnTo>
                  <a:pt x="82371" y="109443"/>
                </a:lnTo>
                <a:lnTo>
                  <a:pt x="81416" y="110010"/>
                </a:lnTo>
                <a:lnTo>
                  <a:pt x="80397" y="110606"/>
                </a:lnTo>
                <a:lnTo>
                  <a:pt x="79328" y="111230"/>
                </a:lnTo>
                <a:lnTo>
                  <a:pt x="78251" y="111847"/>
                </a:lnTo>
                <a:lnTo>
                  <a:pt x="77196" y="112458"/>
                </a:lnTo>
                <a:lnTo>
                  <a:pt x="76177" y="113024"/>
                </a:lnTo>
                <a:lnTo>
                  <a:pt x="75229" y="113548"/>
                </a:lnTo>
                <a:lnTo>
                  <a:pt x="74375" y="114015"/>
                </a:lnTo>
                <a:lnTo>
                  <a:pt x="73658" y="114395"/>
                </a:lnTo>
                <a:lnTo>
                  <a:pt x="73349" y="114560"/>
                </a:lnTo>
                <a:lnTo>
                  <a:pt x="73091" y="114682"/>
                </a:lnTo>
                <a:lnTo>
                  <a:pt x="72868" y="114790"/>
                </a:lnTo>
                <a:lnTo>
                  <a:pt x="72696" y="114862"/>
                </a:lnTo>
                <a:lnTo>
                  <a:pt x="72438" y="115020"/>
                </a:lnTo>
                <a:lnTo>
                  <a:pt x="72179" y="115178"/>
                </a:lnTo>
                <a:lnTo>
                  <a:pt x="71899" y="115328"/>
                </a:lnTo>
                <a:lnTo>
                  <a:pt x="71612" y="115486"/>
                </a:lnTo>
                <a:lnTo>
                  <a:pt x="71009" y="115780"/>
                </a:lnTo>
                <a:lnTo>
                  <a:pt x="70385" y="116075"/>
                </a:lnTo>
                <a:lnTo>
                  <a:pt x="69761" y="116369"/>
                </a:lnTo>
                <a:lnTo>
                  <a:pt x="69136" y="116656"/>
                </a:lnTo>
                <a:lnTo>
                  <a:pt x="68541" y="116929"/>
                </a:lnTo>
                <a:lnTo>
                  <a:pt x="67974" y="117209"/>
                </a:lnTo>
                <a:lnTo>
                  <a:pt x="67679" y="117359"/>
                </a:lnTo>
                <a:lnTo>
                  <a:pt x="67378" y="117496"/>
                </a:lnTo>
                <a:lnTo>
                  <a:pt x="67076" y="117639"/>
                </a:lnTo>
                <a:lnTo>
                  <a:pt x="66775" y="117769"/>
                </a:lnTo>
                <a:lnTo>
                  <a:pt x="66481" y="117912"/>
                </a:lnTo>
                <a:lnTo>
                  <a:pt x="66172" y="118041"/>
                </a:lnTo>
                <a:lnTo>
                  <a:pt x="65871" y="118170"/>
                </a:lnTo>
                <a:lnTo>
                  <a:pt x="65576" y="118314"/>
                </a:lnTo>
                <a:lnTo>
                  <a:pt x="65311" y="118436"/>
                </a:lnTo>
                <a:lnTo>
                  <a:pt x="65017" y="118580"/>
                </a:lnTo>
                <a:lnTo>
                  <a:pt x="64686" y="118730"/>
                </a:lnTo>
                <a:lnTo>
                  <a:pt x="64342" y="118888"/>
                </a:lnTo>
                <a:lnTo>
                  <a:pt x="64005" y="119046"/>
                </a:lnTo>
                <a:lnTo>
                  <a:pt x="63674" y="119175"/>
                </a:lnTo>
                <a:lnTo>
                  <a:pt x="63366" y="119290"/>
                </a:lnTo>
                <a:lnTo>
                  <a:pt x="63100" y="119376"/>
                </a:lnTo>
                <a:lnTo>
                  <a:pt x="62756" y="119556"/>
                </a:lnTo>
                <a:lnTo>
                  <a:pt x="62368" y="119728"/>
                </a:lnTo>
                <a:lnTo>
                  <a:pt x="61959" y="119907"/>
                </a:lnTo>
                <a:lnTo>
                  <a:pt x="61536" y="120080"/>
                </a:lnTo>
                <a:lnTo>
                  <a:pt x="61098" y="120252"/>
                </a:lnTo>
                <a:lnTo>
                  <a:pt x="60674" y="120417"/>
                </a:lnTo>
                <a:lnTo>
                  <a:pt x="60258" y="120568"/>
                </a:lnTo>
                <a:lnTo>
                  <a:pt x="59885" y="120725"/>
                </a:lnTo>
                <a:lnTo>
                  <a:pt x="59533" y="120869"/>
                </a:lnTo>
                <a:lnTo>
                  <a:pt x="59052" y="121056"/>
                </a:lnTo>
                <a:lnTo>
                  <a:pt x="58478" y="121285"/>
                </a:lnTo>
                <a:lnTo>
                  <a:pt x="57825" y="121558"/>
                </a:lnTo>
                <a:lnTo>
                  <a:pt x="57093" y="121845"/>
                </a:lnTo>
                <a:lnTo>
                  <a:pt x="56311" y="122161"/>
                </a:lnTo>
                <a:lnTo>
                  <a:pt x="55507" y="122484"/>
                </a:lnTo>
                <a:lnTo>
                  <a:pt x="54696" y="122814"/>
                </a:lnTo>
                <a:lnTo>
                  <a:pt x="53878" y="123130"/>
                </a:lnTo>
                <a:lnTo>
                  <a:pt x="53088" y="123446"/>
                </a:lnTo>
                <a:lnTo>
                  <a:pt x="52349" y="123733"/>
                </a:lnTo>
                <a:lnTo>
                  <a:pt x="51674" y="123998"/>
                </a:lnTo>
                <a:lnTo>
                  <a:pt x="51072" y="124221"/>
                </a:lnTo>
                <a:lnTo>
                  <a:pt x="50569" y="124400"/>
                </a:lnTo>
                <a:lnTo>
                  <a:pt x="50196" y="124529"/>
                </a:lnTo>
                <a:lnTo>
                  <a:pt x="49945" y="124601"/>
                </a:lnTo>
                <a:lnTo>
                  <a:pt x="49830" y="124659"/>
                </a:lnTo>
                <a:lnTo>
                  <a:pt x="49643" y="124752"/>
                </a:lnTo>
                <a:lnTo>
                  <a:pt x="49385" y="124867"/>
                </a:lnTo>
                <a:lnTo>
                  <a:pt x="49069" y="124989"/>
                </a:lnTo>
                <a:lnTo>
                  <a:pt x="48294" y="125283"/>
                </a:lnTo>
                <a:lnTo>
                  <a:pt x="47426" y="125606"/>
                </a:lnTo>
                <a:lnTo>
                  <a:pt x="46529" y="125914"/>
                </a:lnTo>
                <a:lnTo>
                  <a:pt x="45703" y="126216"/>
                </a:lnTo>
                <a:lnTo>
                  <a:pt x="45021" y="126453"/>
                </a:lnTo>
                <a:lnTo>
                  <a:pt x="44576" y="126596"/>
                </a:lnTo>
                <a:lnTo>
                  <a:pt x="43464" y="126970"/>
                </a:lnTo>
                <a:lnTo>
                  <a:pt x="42373" y="127328"/>
                </a:lnTo>
                <a:lnTo>
                  <a:pt x="41289" y="127673"/>
                </a:lnTo>
                <a:lnTo>
                  <a:pt x="40213" y="128010"/>
                </a:lnTo>
                <a:lnTo>
                  <a:pt x="39151" y="128340"/>
                </a:lnTo>
                <a:lnTo>
                  <a:pt x="38074" y="128663"/>
                </a:lnTo>
                <a:lnTo>
                  <a:pt x="37005" y="128965"/>
                </a:lnTo>
                <a:lnTo>
                  <a:pt x="35928" y="129252"/>
                </a:lnTo>
                <a:lnTo>
                  <a:pt x="35390" y="129388"/>
                </a:lnTo>
                <a:lnTo>
                  <a:pt x="34844" y="129532"/>
                </a:lnTo>
                <a:lnTo>
                  <a:pt x="34299" y="129661"/>
                </a:lnTo>
                <a:lnTo>
                  <a:pt x="33761" y="129783"/>
                </a:lnTo>
                <a:lnTo>
                  <a:pt x="33208" y="129912"/>
                </a:lnTo>
                <a:lnTo>
                  <a:pt x="32648" y="130034"/>
                </a:lnTo>
                <a:lnTo>
                  <a:pt x="32103" y="130149"/>
                </a:lnTo>
                <a:lnTo>
                  <a:pt x="31543" y="130264"/>
                </a:lnTo>
                <a:lnTo>
                  <a:pt x="30976" y="130371"/>
                </a:lnTo>
                <a:lnTo>
                  <a:pt x="30402" y="130465"/>
                </a:lnTo>
                <a:lnTo>
                  <a:pt x="29835" y="130565"/>
                </a:lnTo>
                <a:lnTo>
                  <a:pt x="29253" y="130666"/>
                </a:lnTo>
                <a:lnTo>
                  <a:pt x="28672" y="130752"/>
                </a:lnTo>
                <a:lnTo>
                  <a:pt x="28076" y="130838"/>
                </a:lnTo>
                <a:lnTo>
                  <a:pt x="27481" y="130910"/>
                </a:lnTo>
                <a:lnTo>
                  <a:pt x="26878" y="130982"/>
                </a:lnTo>
                <a:lnTo>
                  <a:pt x="26454" y="131032"/>
                </a:lnTo>
                <a:lnTo>
                  <a:pt x="26017" y="131082"/>
                </a:lnTo>
                <a:lnTo>
                  <a:pt x="25586" y="131132"/>
                </a:lnTo>
                <a:lnTo>
                  <a:pt x="25155" y="131175"/>
                </a:lnTo>
                <a:lnTo>
                  <a:pt x="24718" y="131218"/>
                </a:lnTo>
                <a:lnTo>
                  <a:pt x="24287" y="131247"/>
                </a:lnTo>
                <a:lnTo>
                  <a:pt x="23849" y="131283"/>
                </a:lnTo>
                <a:lnTo>
                  <a:pt x="23411" y="131312"/>
                </a:lnTo>
                <a:lnTo>
                  <a:pt x="22966" y="131340"/>
                </a:lnTo>
                <a:lnTo>
                  <a:pt x="22536" y="131362"/>
                </a:lnTo>
                <a:lnTo>
                  <a:pt x="22098" y="131376"/>
                </a:lnTo>
                <a:lnTo>
                  <a:pt x="21653" y="131398"/>
                </a:lnTo>
                <a:lnTo>
                  <a:pt x="21222" y="131405"/>
                </a:lnTo>
                <a:lnTo>
                  <a:pt x="20785" y="131412"/>
                </a:lnTo>
                <a:lnTo>
                  <a:pt x="20347" y="131412"/>
                </a:lnTo>
                <a:lnTo>
                  <a:pt x="19923" y="131405"/>
                </a:lnTo>
                <a:lnTo>
                  <a:pt x="19701" y="131405"/>
                </a:lnTo>
                <a:lnTo>
                  <a:pt x="19493" y="131398"/>
                </a:lnTo>
                <a:lnTo>
                  <a:pt x="19285" y="131376"/>
                </a:lnTo>
                <a:lnTo>
                  <a:pt x="19076" y="131362"/>
                </a:lnTo>
                <a:lnTo>
                  <a:pt x="18883" y="131340"/>
                </a:lnTo>
                <a:lnTo>
                  <a:pt x="18682" y="131312"/>
                </a:lnTo>
                <a:lnTo>
                  <a:pt x="18488" y="131283"/>
                </a:lnTo>
                <a:lnTo>
                  <a:pt x="18294" y="131247"/>
                </a:lnTo>
                <a:lnTo>
                  <a:pt x="17921" y="131175"/>
                </a:lnTo>
                <a:lnTo>
                  <a:pt x="17555" y="131082"/>
                </a:lnTo>
                <a:lnTo>
                  <a:pt x="17203" y="130974"/>
                </a:lnTo>
                <a:lnTo>
                  <a:pt x="16859" y="130852"/>
                </a:lnTo>
                <a:lnTo>
                  <a:pt x="16529" y="130723"/>
                </a:lnTo>
                <a:lnTo>
                  <a:pt x="16213" y="130580"/>
                </a:lnTo>
                <a:lnTo>
                  <a:pt x="15897" y="130436"/>
                </a:lnTo>
                <a:lnTo>
                  <a:pt x="15596" y="130271"/>
                </a:lnTo>
                <a:lnTo>
                  <a:pt x="15301" y="130099"/>
                </a:lnTo>
                <a:lnTo>
                  <a:pt x="15007" y="129919"/>
                </a:lnTo>
                <a:lnTo>
                  <a:pt x="14727" y="129726"/>
                </a:lnTo>
                <a:lnTo>
                  <a:pt x="14447" y="129532"/>
                </a:lnTo>
                <a:lnTo>
                  <a:pt x="14210" y="129352"/>
                </a:lnTo>
                <a:lnTo>
                  <a:pt x="13974" y="129173"/>
                </a:lnTo>
                <a:lnTo>
                  <a:pt x="13758" y="128972"/>
                </a:lnTo>
                <a:lnTo>
                  <a:pt x="13529" y="128778"/>
                </a:lnTo>
                <a:lnTo>
                  <a:pt x="13306" y="128570"/>
                </a:lnTo>
                <a:lnTo>
                  <a:pt x="13091" y="128355"/>
                </a:lnTo>
                <a:lnTo>
                  <a:pt x="12875" y="128132"/>
                </a:lnTo>
                <a:lnTo>
                  <a:pt x="12660" y="127910"/>
                </a:lnTo>
                <a:lnTo>
                  <a:pt x="12459" y="127673"/>
                </a:lnTo>
                <a:lnTo>
                  <a:pt x="12251" y="127436"/>
                </a:lnTo>
                <a:lnTo>
                  <a:pt x="12057" y="127192"/>
                </a:lnTo>
                <a:lnTo>
                  <a:pt x="11856" y="126941"/>
                </a:lnTo>
                <a:lnTo>
                  <a:pt x="11663" y="126682"/>
                </a:lnTo>
                <a:lnTo>
                  <a:pt x="11469" y="126417"/>
                </a:lnTo>
                <a:lnTo>
                  <a:pt x="11282" y="126144"/>
                </a:lnTo>
                <a:lnTo>
                  <a:pt x="11096" y="125871"/>
                </a:lnTo>
                <a:lnTo>
                  <a:pt x="10916" y="125592"/>
                </a:lnTo>
                <a:lnTo>
                  <a:pt x="10737" y="125304"/>
                </a:lnTo>
                <a:lnTo>
                  <a:pt x="10557" y="125003"/>
                </a:lnTo>
                <a:lnTo>
                  <a:pt x="10385" y="124709"/>
                </a:lnTo>
                <a:lnTo>
                  <a:pt x="10213" y="124407"/>
                </a:lnTo>
                <a:lnTo>
                  <a:pt x="10041" y="124092"/>
                </a:lnTo>
                <a:lnTo>
                  <a:pt x="9883" y="123783"/>
                </a:lnTo>
                <a:lnTo>
                  <a:pt x="9718" y="123460"/>
                </a:lnTo>
                <a:lnTo>
                  <a:pt x="9560" y="123130"/>
                </a:lnTo>
                <a:lnTo>
                  <a:pt x="9402" y="122807"/>
                </a:lnTo>
                <a:lnTo>
                  <a:pt x="9244" y="122470"/>
                </a:lnTo>
                <a:lnTo>
                  <a:pt x="9093" y="122132"/>
                </a:lnTo>
                <a:lnTo>
                  <a:pt x="8792" y="121436"/>
                </a:lnTo>
                <a:lnTo>
                  <a:pt x="8505" y="120725"/>
                </a:lnTo>
                <a:lnTo>
                  <a:pt x="8268" y="120108"/>
                </a:lnTo>
                <a:lnTo>
                  <a:pt x="8031" y="119469"/>
                </a:lnTo>
                <a:lnTo>
                  <a:pt x="7794" y="118824"/>
                </a:lnTo>
                <a:lnTo>
                  <a:pt x="7564" y="118142"/>
                </a:lnTo>
                <a:lnTo>
                  <a:pt x="7335" y="117453"/>
                </a:lnTo>
                <a:lnTo>
                  <a:pt x="7112" y="116742"/>
                </a:lnTo>
                <a:lnTo>
                  <a:pt x="6890" y="116017"/>
                </a:lnTo>
                <a:lnTo>
                  <a:pt x="6667" y="115292"/>
                </a:lnTo>
                <a:lnTo>
                  <a:pt x="6452" y="114539"/>
                </a:lnTo>
                <a:lnTo>
                  <a:pt x="6244" y="113785"/>
                </a:lnTo>
                <a:lnTo>
                  <a:pt x="6029" y="113017"/>
                </a:lnTo>
                <a:lnTo>
                  <a:pt x="5820" y="112242"/>
                </a:lnTo>
                <a:lnTo>
                  <a:pt x="5627" y="111460"/>
                </a:lnTo>
                <a:lnTo>
                  <a:pt x="5419" y="110670"/>
                </a:lnTo>
                <a:lnTo>
                  <a:pt x="5232" y="109888"/>
                </a:lnTo>
                <a:lnTo>
                  <a:pt x="5031" y="109091"/>
                </a:lnTo>
                <a:lnTo>
                  <a:pt x="4665" y="107505"/>
                </a:lnTo>
                <a:lnTo>
                  <a:pt x="4320" y="105912"/>
                </a:lnTo>
                <a:lnTo>
                  <a:pt x="3983" y="104340"/>
                </a:lnTo>
                <a:lnTo>
                  <a:pt x="3667" y="102790"/>
                </a:lnTo>
                <a:lnTo>
                  <a:pt x="3373" y="101268"/>
                </a:lnTo>
                <a:lnTo>
                  <a:pt x="3108" y="99797"/>
                </a:lnTo>
                <a:lnTo>
                  <a:pt x="2856" y="98376"/>
                </a:lnTo>
                <a:lnTo>
                  <a:pt x="2627" y="97027"/>
                </a:lnTo>
                <a:lnTo>
                  <a:pt x="2505" y="96216"/>
                </a:lnTo>
                <a:lnTo>
                  <a:pt x="2375" y="95405"/>
                </a:lnTo>
                <a:lnTo>
                  <a:pt x="2253" y="94594"/>
                </a:lnTo>
                <a:lnTo>
                  <a:pt x="2139" y="93776"/>
                </a:lnTo>
                <a:lnTo>
                  <a:pt x="2017" y="92965"/>
                </a:lnTo>
                <a:lnTo>
                  <a:pt x="1916" y="92146"/>
                </a:lnTo>
                <a:lnTo>
                  <a:pt x="1808" y="91328"/>
                </a:lnTo>
                <a:lnTo>
                  <a:pt x="1701" y="90510"/>
                </a:lnTo>
                <a:lnTo>
                  <a:pt x="1600" y="89699"/>
                </a:lnTo>
                <a:lnTo>
                  <a:pt x="1500" y="88874"/>
                </a:lnTo>
                <a:lnTo>
                  <a:pt x="1414" y="88055"/>
                </a:lnTo>
                <a:lnTo>
                  <a:pt x="1320" y="87230"/>
                </a:lnTo>
                <a:lnTo>
                  <a:pt x="1234" y="86412"/>
                </a:lnTo>
                <a:lnTo>
                  <a:pt x="1148" y="85594"/>
                </a:lnTo>
                <a:lnTo>
                  <a:pt x="1069" y="84768"/>
                </a:lnTo>
                <a:lnTo>
                  <a:pt x="990" y="83950"/>
                </a:lnTo>
                <a:lnTo>
                  <a:pt x="911" y="83075"/>
                </a:lnTo>
                <a:lnTo>
                  <a:pt x="840" y="82206"/>
                </a:lnTo>
                <a:lnTo>
                  <a:pt x="775" y="81338"/>
                </a:lnTo>
                <a:lnTo>
                  <a:pt x="703" y="80477"/>
                </a:lnTo>
                <a:lnTo>
                  <a:pt x="646" y="79601"/>
                </a:lnTo>
                <a:lnTo>
                  <a:pt x="588" y="78740"/>
                </a:lnTo>
                <a:lnTo>
                  <a:pt x="531" y="77878"/>
                </a:lnTo>
                <a:lnTo>
                  <a:pt x="488" y="77017"/>
                </a:lnTo>
                <a:lnTo>
                  <a:pt x="438" y="76156"/>
                </a:lnTo>
                <a:lnTo>
                  <a:pt x="387" y="75288"/>
                </a:lnTo>
                <a:lnTo>
                  <a:pt x="337" y="74419"/>
                </a:lnTo>
                <a:lnTo>
                  <a:pt x="294" y="73558"/>
                </a:lnTo>
                <a:lnTo>
                  <a:pt x="244" y="72689"/>
                </a:lnTo>
                <a:lnTo>
                  <a:pt x="194" y="71814"/>
                </a:lnTo>
                <a:lnTo>
                  <a:pt x="151" y="70945"/>
                </a:lnTo>
                <a:lnTo>
                  <a:pt x="100" y="70070"/>
                </a:lnTo>
                <a:lnTo>
                  <a:pt x="72" y="69481"/>
                </a:lnTo>
                <a:lnTo>
                  <a:pt x="50" y="68893"/>
                </a:lnTo>
                <a:lnTo>
                  <a:pt x="21" y="68311"/>
                </a:lnTo>
                <a:lnTo>
                  <a:pt x="14" y="67730"/>
                </a:lnTo>
                <a:lnTo>
                  <a:pt x="7" y="67134"/>
                </a:lnTo>
                <a:lnTo>
                  <a:pt x="0" y="66553"/>
                </a:lnTo>
                <a:lnTo>
                  <a:pt x="0" y="65957"/>
                </a:lnTo>
                <a:lnTo>
                  <a:pt x="0" y="65376"/>
                </a:lnTo>
                <a:lnTo>
                  <a:pt x="21" y="64206"/>
                </a:lnTo>
                <a:lnTo>
                  <a:pt x="57" y="63029"/>
                </a:lnTo>
                <a:lnTo>
                  <a:pt x="100" y="61859"/>
                </a:lnTo>
                <a:lnTo>
                  <a:pt x="158" y="60689"/>
                </a:lnTo>
                <a:lnTo>
                  <a:pt x="222" y="59519"/>
                </a:lnTo>
                <a:lnTo>
                  <a:pt x="301" y="58350"/>
                </a:lnTo>
                <a:lnTo>
                  <a:pt x="387" y="57180"/>
                </a:lnTo>
                <a:lnTo>
                  <a:pt x="466" y="56017"/>
                </a:lnTo>
                <a:lnTo>
                  <a:pt x="567" y="54854"/>
                </a:lnTo>
                <a:lnTo>
                  <a:pt x="660" y="53692"/>
                </a:lnTo>
                <a:lnTo>
                  <a:pt x="753" y="52529"/>
                </a:lnTo>
                <a:lnTo>
                  <a:pt x="854" y="51374"/>
                </a:lnTo>
                <a:lnTo>
                  <a:pt x="911" y="50541"/>
                </a:lnTo>
                <a:lnTo>
                  <a:pt x="983" y="49716"/>
                </a:lnTo>
                <a:lnTo>
                  <a:pt x="1062" y="48883"/>
                </a:lnTo>
                <a:lnTo>
                  <a:pt x="1148" y="48065"/>
                </a:lnTo>
                <a:lnTo>
                  <a:pt x="1242" y="47232"/>
                </a:lnTo>
                <a:lnTo>
                  <a:pt x="1328" y="46414"/>
                </a:lnTo>
                <a:lnTo>
                  <a:pt x="1428" y="45589"/>
                </a:lnTo>
                <a:lnTo>
                  <a:pt x="1536" y="44771"/>
                </a:lnTo>
                <a:lnTo>
                  <a:pt x="1643" y="43952"/>
                </a:lnTo>
                <a:lnTo>
                  <a:pt x="1751" y="43127"/>
                </a:lnTo>
                <a:lnTo>
                  <a:pt x="1859" y="42316"/>
                </a:lnTo>
                <a:lnTo>
                  <a:pt x="1974" y="41491"/>
                </a:lnTo>
                <a:lnTo>
                  <a:pt x="2074" y="40680"/>
                </a:lnTo>
                <a:lnTo>
                  <a:pt x="2182" y="39869"/>
                </a:lnTo>
                <a:lnTo>
                  <a:pt x="2297" y="39058"/>
                </a:lnTo>
                <a:lnTo>
                  <a:pt x="2404" y="38240"/>
                </a:lnTo>
                <a:lnTo>
                  <a:pt x="2483" y="37701"/>
                </a:lnTo>
                <a:lnTo>
                  <a:pt x="2555" y="37156"/>
                </a:lnTo>
                <a:lnTo>
                  <a:pt x="2634" y="36603"/>
                </a:lnTo>
                <a:lnTo>
                  <a:pt x="2727" y="36058"/>
                </a:lnTo>
                <a:lnTo>
                  <a:pt x="2813" y="35498"/>
                </a:lnTo>
                <a:lnTo>
                  <a:pt x="2907" y="34938"/>
                </a:lnTo>
                <a:lnTo>
                  <a:pt x="3007" y="34385"/>
                </a:lnTo>
                <a:lnTo>
                  <a:pt x="3108" y="33833"/>
                </a:lnTo>
                <a:lnTo>
                  <a:pt x="3208" y="33273"/>
                </a:lnTo>
                <a:lnTo>
                  <a:pt x="3308" y="32720"/>
                </a:lnTo>
                <a:lnTo>
                  <a:pt x="3416" y="32175"/>
                </a:lnTo>
                <a:lnTo>
                  <a:pt x="3524" y="31622"/>
                </a:lnTo>
                <a:lnTo>
                  <a:pt x="3631" y="31077"/>
                </a:lnTo>
                <a:lnTo>
                  <a:pt x="3746" y="30546"/>
                </a:lnTo>
                <a:lnTo>
                  <a:pt x="3854" y="30015"/>
                </a:lnTo>
                <a:lnTo>
                  <a:pt x="3969" y="29483"/>
                </a:lnTo>
                <a:lnTo>
                  <a:pt x="4084" y="28945"/>
                </a:lnTo>
                <a:lnTo>
                  <a:pt x="4198" y="28421"/>
                </a:lnTo>
                <a:lnTo>
                  <a:pt x="4313" y="27890"/>
                </a:lnTo>
                <a:lnTo>
                  <a:pt x="4428" y="27366"/>
                </a:lnTo>
                <a:lnTo>
                  <a:pt x="4543" y="26842"/>
                </a:lnTo>
                <a:lnTo>
                  <a:pt x="4658" y="26318"/>
                </a:lnTo>
                <a:lnTo>
                  <a:pt x="4780" y="25787"/>
                </a:lnTo>
                <a:lnTo>
                  <a:pt x="4902" y="25256"/>
                </a:lnTo>
                <a:lnTo>
                  <a:pt x="4995" y="24840"/>
                </a:lnTo>
                <a:lnTo>
                  <a:pt x="5110" y="24330"/>
                </a:lnTo>
                <a:lnTo>
                  <a:pt x="5239" y="23756"/>
                </a:lnTo>
                <a:lnTo>
                  <a:pt x="5375" y="23146"/>
                </a:lnTo>
                <a:lnTo>
                  <a:pt x="5526" y="22550"/>
                </a:lnTo>
                <a:lnTo>
                  <a:pt x="5670" y="22012"/>
                </a:lnTo>
                <a:lnTo>
                  <a:pt x="5741" y="21768"/>
                </a:lnTo>
                <a:lnTo>
                  <a:pt x="5806" y="21553"/>
                </a:lnTo>
                <a:lnTo>
                  <a:pt x="5871" y="21366"/>
                </a:lnTo>
                <a:lnTo>
                  <a:pt x="5935" y="21208"/>
                </a:lnTo>
                <a:lnTo>
                  <a:pt x="6000" y="20857"/>
                </a:lnTo>
                <a:lnTo>
                  <a:pt x="6093" y="20469"/>
                </a:lnTo>
                <a:lnTo>
                  <a:pt x="6201" y="20074"/>
                </a:lnTo>
                <a:lnTo>
                  <a:pt x="6316" y="19665"/>
                </a:lnTo>
                <a:lnTo>
                  <a:pt x="6430" y="19249"/>
                </a:lnTo>
                <a:lnTo>
                  <a:pt x="6553" y="18847"/>
                </a:lnTo>
                <a:lnTo>
                  <a:pt x="6667" y="18467"/>
                </a:lnTo>
                <a:lnTo>
                  <a:pt x="6775" y="18108"/>
                </a:lnTo>
                <a:lnTo>
                  <a:pt x="6890" y="17735"/>
                </a:lnTo>
                <a:lnTo>
                  <a:pt x="7005" y="17354"/>
                </a:lnTo>
                <a:lnTo>
                  <a:pt x="7119" y="16988"/>
                </a:lnTo>
                <a:lnTo>
                  <a:pt x="7234" y="16615"/>
                </a:lnTo>
                <a:lnTo>
                  <a:pt x="7342" y="16249"/>
                </a:lnTo>
                <a:lnTo>
                  <a:pt x="7457" y="15883"/>
                </a:lnTo>
                <a:lnTo>
                  <a:pt x="7572" y="15517"/>
                </a:lnTo>
                <a:lnTo>
                  <a:pt x="7686" y="15144"/>
                </a:lnTo>
                <a:lnTo>
                  <a:pt x="7902" y="14469"/>
                </a:lnTo>
                <a:lnTo>
                  <a:pt x="8131" y="13744"/>
                </a:lnTo>
                <a:lnTo>
                  <a:pt x="8375" y="12976"/>
                </a:lnTo>
                <a:lnTo>
                  <a:pt x="8641" y="12215"/>
                </a:lnTo>
                <a:lnTo>
                  <a:pt x="8770" y="11828"/>
                </a:lnTo>
                <a:lnTo>
                  <a:pt x="8907" y="11455"/>
                </a:lnTo>
                <a:lnTo>
                  <a:pt x="9050" y="11089"/>
                </a:lnTo>
                <a:lnTo>
                  <a:pt x="9186" y="10737"/>
                </a:lnTo>
                <a:lnTo>
                  <a:pt x="9330" y="10400"/>
                </a:lnTo>
                <a:lnTo>
                  <a:pt x="9474" y="10077"/>
                </a:lnTo>
                <a:lnTo>
                  <a:pt x="9617" y="9775"/>
                </a:lnTo>
                <a:lnTo>
                  <a:pt x="9753" y="9495"/>
                </a:lnTo>
                <a:lnTo>
                  <a:pt x="9811" y="9337"/>
                </a:lnTo>
                <a:lnTo>
                  <a:pt x="9883" y="9165"/>
                </a:lnTo>
                <a:lnTo>
                  <a:pt x="9954" y="8986"/>
                </a:lnTo>
                <a:lnTo>
                  <a:pt x="10033" y="8799"/>
                </a:lnTo>
                <a:lnTo>
                  <a:pt x="10227" y="8397"/>
                </a:lnTo>
                <a:lnTo>
                  <a:pt x="10435" y="7974"/>
                </a:lnTo>
                <a:lnTo>
                  <a:pt x="10679" y="7543"/>
                </a:lnTo>
                <a:lnTo>
                  <a:pt x="10938" y="7091"/>
                </a:lnTo>
                <a:lnTo>
                  <a:pt x="11203" y="6646"/>
                </a:lnTo>
                <a:lnTo>
                  <a:pt x="11483" y="6194"/>
                </a:lnTo>
                <a:lnTo>
                  <a:pt x="11763" y="5756"/>
                </a:lnTo>
                <a:lnTo>
                  <a:pt x="12050" y="5340"/>
                </a:lnTo>
                <a:lnTo>
                  <a:pt x="12323" y="4945"/>
                </a:lnTo>
                <a:lnTo>
                  <a:pt x="12588" y="4572"/>
                </a:lnTo>
                <a:lnTo>
                  <a:pt x="12847" y="4249"/>
                </a:lnTo>
                <a:lnTo>
                  <a:pt x="13084" y="3948"/>
                </a:lnTo>
                <a:lnTo>
                  <a:pt x="13191" y="3825"/>
                </a:lnTo>
                <a:lnTo>
                  <a:pt x="13299" y="3711"/>
                </a:lnTo>
                <a:lnTo>
                  <a:pt x="13392" y="3617"/>
                </a:lnTo>
                <a:lnTo>
                  <a:pt x="13478" y="3524"/>
                </a:lnTo>
                <a:lnTo>
                  <a:pt x="13830" y="3201"/>
                </a:lnTo>
                <a:lnTo>
                  <a:pt x="14124" y="2907"/>
                </a:lnTo>
                <a:lnTo>
                  <a:pt x="14404" y="2634"/>
                </a:lnTo>
                <a:lnTo>
                  <a:pt x="14684" y="2383"/>
                </a:lnTo>
                <a:lnTo>
                  <a:pt x="14820" y="2261"/>
                </a:lnTo>
                <a:lnTo>
                  <a:pt x="14971" y="2139"/>
                </a:lnTo>
                <a:lnTo>
                  <a:pt x="15129" y="2010"/>
                </a:lnTo>
                <a:lnTo>
                  <a:pt x="15301" y="1881"/>
                </a:lnTo>
                <a:lnTo>
                  <a:pt x="15488" y="1751"/>
                </a:lnTo>
                <a:lnTo>
                  <a:pt x="15696" y="1608"/>
                </a:lnTo>
                <a:lnTo>
                  <a:pt x="15919" y="1471"/>
                </a:lnTo>
                <a:lnTo>
                  <a:pt x="16163" y="1321"/>
                </a:lnTo>
                <a:lnTo>
                  <a:pt x="16349" y="1213"/>
                </a:lnTo>
                <a:lnTo>
                  <a:pt x="16550" y="1098"/>
                </a:lnTo>
                <a:lnTo>
                  <a:pt x="16744" y="991"/>
                </a:lnTo>
                <a:lnTo>
                  <a:pt x="16959" y="897"/>
                </a:lnTo>
                <a:lnTo>
                  <a:pt x="17175" y="797"/>
                </a:lnTo>
                <a:lnTo>
                  <a:pt x="17390" y="696"/>
                </a:lnTo>
                <a:lnTo>
                  <a:pt x="17612" y="610"/>
                </a:lnTo>
                <a:lnTo>
                  <a:pt x="17842" y="524"/>
                </a:lnTo>
                <a:lnTo>
                  <a:pt x="18072" y="452"/>
                </a:lnTo>
                <a:lnTo>
                  <a:pt x="18316" y="381"/>
                </a:lnTo>
                <a:lnTo>
                  <a:pt x="18560" y="309"/>
                </a:lnTo>
                <a:lnTo>
                  <a:pt x="18804" y="251"/>
                </a:lnTo>
                <a:lnTo>
                  <a:pt x="19055" y="208"/>
                </a:lnTo>
                <a:lnTo>
                  <a:pt x="19299" y="172"/>
                </a:lnTo>
                <a:lnTo>
                  <a:pt x="19550" y="136"/>
                </a:lnTo>
                <a:lnTo>
                  <a:pt x="19816" y="122"/>
                </a:lnTo>
                <a:lnTo>
                  <a:pt x="19952" y="79"/>
                </a:lnTo>
                <a:lnTo>
                  <a:pt x="20139" y="50"/>
                </a:lnTo>
                <a:lnTo>
                  <a:pt x="20340" y="22"/>
                </a:lnTo>
                <a:lnTo>
                  <a:pt x="20591" y="7"/>
                </a:lnTo>
                <a:close/>
              </a:path>
            </a:pathLst>
          </a:custGeom>
          <a:gradFill>
            <a:gsLst>
              <a:gs pos="0">
                <a:srgbClr val="FFFFFF">
                  <a:alpha val="50000"/>
                </a:srgbClr>
              </a:gs>
              <a:gs pos="60000">
                <a:srgbClr val="FFFFFF"/>
              </a:gs>
            </a:gsLst>
            <a:lin ang="2700000"/>
          </a:gradFill>
        </p:spPr>
        <p:txBody>
          <a:bodyPr vert="horz" wrap="square" lIns="91440" tIns="45720" rIns="91440" bIns="45720" anchor="t">
            <a:prstTxWarp prst="textNoShape">
              <a:avLst/>
            </a:prstTxWarp>
            <a:noAutofit/>
          </a:bodyPr>
          <a:lstStyle/>
          <a:p>
            <a:pPr marL="0" marR="0" indent="0" algn="l" fontAlgn="auto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/>
          </a:p>
        </p:txBody>
      </p:sp>
      <p:sp>
        <p:nvSpPr>
          <p:cNvPr id="8" name="TextBox 8"/>
          <p:cNvSpPr txBox="1"/>
          <p:nvPr/>
        </p:nvSpPr>
        <p:spPr>
          <a:xfrm>
            <a:off x="660400" y="128587"/>
            <a:ext cx="10858500" cy="90011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marL="0" algn="l">
              <a:lnSpc>
                <a:spcPct val="90000"/>
              </a:lnSpc>
              <a:spcBef>
                <a:spcPct val="0"/>
              </a:spcBef>
              <a:defRPr/>
            </a:pPr>
            <a:r>
              <a:rPr lang="zh-CN" altLang="en-US" sz="2800" b="1" i="0" u="none" baseline="0" dirty="0">
                <a:solidFill>
                  <a:srgbClr val="000000"/>
                </a:solidFill>
                <a:latin typeface="微软雅黑"/>
                <a:ea typeface="微软雅黑"/>
              </a:rPr>
              <a:t>Geographic Performance</a:t>
            </a:r>
            <a:endParaRPr lang="en-US" sz="1100" dirty="0"/>
          </a:p>
        </p:txBody>
      </p:sp>
      <p:sp>
        <p:nvSpPr>
          <p:cNvPr id="9" name="AutoShape 9"/>
          <p:cNvSpPr/>
          <p:nvPr/>
        </p:nvSpPr>
        <p:spPr>
          <a:xfrm>
            <a:off x="10795000" y="6540500"/>
            <a:ext cx="1270000" cy="1905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rtlCol="0" anchor="t"/>
          <a:lstStyle/>
          <a:p>
            <a:pPr algn="r">
              <a:defRPr/>
            </a:pPr>
            <a:r>
              <a:rPr lang="en-US" sz="800" b="0" i="0" u="none" baseline="0">
                <a:solidFill>
                  <a:srgbClr val="808080"/>
                </a:solidFill>
                <a:latin typeface="Microsoft YaHei"/>
                <a:ea typeface="Microsoft YaHei"/>
              </a:rPr>
              <a:t>内容由AI生成</a:t>
            </a:r>
            <a:endParaRPr lang="en-US" sz="110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xmlns="" id="{6729B6E3-A134-D372-1746-7318A8518787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79136" y="113665"/>
            <a:ext cx="2185863" cy="625157"/>
          </a:xfrm>
          <a:prstGeom prst="rect">
            <a:avLst/>
          </a:prstGeom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title"/>
          </p:nvPr>
        </p:nvSpPr>
        <p:spPr>
          <a:xfrm>
            <a:off x="660400" y="128587"/>
            <a:ext cx="10858500" cy="900112"/>
          </a:xfrm>
        </p:spPr>
        <p:txBody>
          <a:bodyPr vert="horz" lIns="91440" tIns="45720" rIns="91440" bIns="45720" anchor="b">
            <a:normAutofit/>
          </a:bodyPr>
          <a:lstStyle/>
          <a:p>
            <a:pPr algn="l">
              <a:lnSpc>
                <a:spcPct val="90000"/>
              </a:lnSpc>
            </a:pPr>
            <a:r>
              <a:rPr lang="zh-CN" altLang="en-US" sz="2800" b="1" dirty="0">
                <a:solidFill>
                  <a:srgbClr val="000000"/>
                </a:solidFill>
                <a:latin typeface="微软雅黑"/>
                <a:ea typeface="微软雅黑"/>
              </a:rPr>
              <a:t>Geographic </a:t>
            </a:r>
            <a:r>
              <a:rPr lang="zh-CN" altLang="en-US" sz="2800" b="1" i="0" u="none" baseline="0" dirty="0">
                <a:solidFill>
                  <a:srgbClr val="000000"/>
                </a:solidFill>
                <a:latin typeface="微软雅黑"/>
                <a:ea typeface="微软雅黑"/>
              </a:rPr>
              <a:t>Page Layout</a:t>
            </a:r>
          </a:p>
        </p:txBody>
      </p:sp>
      <p:sp>
        <p:nvSpPr>
          <p:cNvPr id="6" name="AutoShape 6"/>
          <p:cNvSpPr/>
          <p:nvPr/>
        </p:nvSpPr>
        <p:spPr>
          <a:xfrm>
            <a:off x="10795000" y="6540500"/>
            <a:ext cx="1270000" cy="1905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rtlCol="0" anchor="t"/>
          <a:lstStyle/>
          <a:p>
            <a:pPr algn="r">
              <a:defRPr/>
            </a:pPr>
            <a:r>
              <a:rPr lang="en-US" sz="800" b="0" i="0" u="none" baseline="0">
                <a:solidFill>
                  <a:srgbClr val="808080"/>
                </a:solidFill>
                <a:latin typeface="Microsoft YaHei"/>
                <a:ea typeface="Microsoft YaHei"/>
              </a:rPr>
              <a:t>内容由AI生成</a:t>
            </a:r>
            <a:endParaRPr lang="en-US" sz="110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74346" y="1145287"/>
            <a:ext cx="9614707" cy="5560313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xmlns="" id="{6729B6E3-A134-D372-1746-7318A8518787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79136" y="113665"/>
            <a:ext cx="2185863" cy="6251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9412093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FFC717">
                <a:lumMod val="40000"/>
                <a:lumOff val="60000"/>
              </a:srgbClr>
            </a:gs>
            <a:gs pos="100000">
              <a:srgbClr val="FFC717">
                <a:alpha val="0"/>
                <a:lumMod val="20000"/>
                <a:lumOff val="80000"/>
              </a:srgbClr>
            </a:gs>
          </a:gsLst>
          <a:lin ang="162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660400" y="2999530"/>
            <a:ext cx="10858500" cy="3134570"/>
          </a:xfrm>
          <a:prstGeom prst="rect">
            <a:avLst/>
          </a:prstGeom>
          <a:blipFill>
            <a:blip r:embed="rId2"/>
            <a:stretch>
              <a:fillRect t="-65691" b="-65160"/>
            </a:stretch>
          </a:blipFill>
          <a:ln cap="flat" cmpd="sng">
            <a:prstDash val="solid"/>
          </a:ln>
        </p:spPr>
        <p:txBody>
          <a:bodyPr rot="0" vert="horz" wrap="square" lIns="91440" tIns="45720" rIns="91440" bIns="45720" anchor="t">
            <a:noAutofit/>
          </a:bodyPr>
          <a:lstStyle/>
          <a:p>
            <a:pPr marL="0" algn="ctr"/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1198496" y="1379531"/>
            <a:ext cx="3600000" cy="2880000"/>
          </a:xfrm>
          <a:prstGeom prst="roundRect">
            <a:avLst>
              <a:gd name="adj" fmla="val 4077"/>
            </a:avLst>
          </a:prstGeom>
          <a:gradFill>
            <a:gsLst>
              <a:gs pos="0">
                <a:srgbClr val="F54E1A">
                  <a:lumMod val="60000"/>
                  <a:lumOff val="40000"/>
                </a:srgbClr>
              </a:gs>
              <a:gs pos="60000">
                <a:srgbClr val="F54E1A"/>
              </a:gs>
            </a:gsLst>
            <a:lin ang="2700000"/>
          </a:gradFill>
          <a:ln cap="rnd" cmpd="sng">
            <a:prstDash val="solid"/>
          </a:ln>
          <a:effectLst>
            <a:outerShdw blurRad="254000" dist="127000" dir="5400000" algn="ctr" rotWithShape="0">
              <a:schemeClr val="accent1">
                <a:alpha val="20000"/>
              </a:schemeClr>
            </a:outerShdw>
          </a:effectLst>
        </p:spPr>
        <p:txBody>
          <a:bodyPr rot="0" vert="horz" wrap="square" lIns="91440" tIns="45720" rIns="91440" bIns="45720" anchor="ctr">
            <a:noAutofit/>
          </a:bodyPr>
          <a:lstStyle/>
          <a:p>
            <a:pPr marL="342900" indent="-342900" algn="ctr"/>
            <a:endParaRPr/>
          </a:p>
        </p:txBody>
      </p:sp>
      <p:cxnSp>
        <p:nvCxnSpPr>
          <p:cNvPr id="4" name="Connector 4"/>
          <p:cNvCxnSpPr/>
          <p:nvPr/>
        </p:nvCxnSpPr>
        <p:spPr>
          <a:xfrm>
            <a:off x="2818496" y="2245947"/>
            <a:ext cx="360000" cy="0"/>
          </a:xfrm>
          <a:prstGeom prst="line">
            <a:avLst/>
          </a:prstGeom>
          <a:ln w="25400" cap="flat" cmpd="sng">
            <a:solidFill>
              <a:srgbClr val="FFFFFF"/>
            </a:solidFill>
            <a:prstDash val="solid"/>
          </a:ln>
        </p:spPr>
      </p:cxnSp>
      <p:sp>
        <p:nvSpPr>
          <p:cNvPr id="5" name="TextBox 5"/>
          <p:cNvSpPr txBox="1"/>
          <p:nvPr/>
        </p:nvSpPr>
        <p:spPr>
          <a:xfrm>
            <a:off x="1329743" y="1735248"/>
            <a:ext cx="3337508" cy="369332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b">
            <a:spAutoFit/>
          </a:bodyPr>
          <a:lstStyle/>
          <a:p>
            <a:pPr marL="0" algn="ctr">
              <a:defRPr/>
            </a:pPr>
            <a:r>
              <a:rPr lang="zh-CN" altLang="en-US" sz="1800" b="1" i="0" u="none" baseline="0">
                <a:solidFill>
                  <a:srgbClr val="FFFFFF"/>
                </a:solidFill>
                <a:latin typeface="微软雅黑"/>
                <a:ea typeface="微软雅黑"/>
              </a:rPr>
              <a:t>Loyalty Value</a:t>
            </a:r>
            <a:endParaRPr lang="en-US" sz="1100"/>
          </a:p>
        </p:txBody>
      </p:sp>
      <p:sp>
        <p:nvSpPr>
          <p:cNvPr id="6" name="TextBox 6"/>
          <p:cNvSpPr txBox="1"/>
          <p:nvPr/>
        </p:nvSpPr>
        <p:spPr>
          <a:xfrm>
            <a:off x="1329743" y="2387373"/>
            <a:ext cx="3337508" cy="1337203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t">
            <a:spAutoFit/>
          </a:bodyPr>
          <a:lstStyle/>
          <a:p>
            <a:pPr marL="0" algn="ctr">
              <a:lnSpc>
                <a:spcPct val="150000"/>
              </a:lnSpc>
              <a:defRPr/>
            </a:pPr>
            <a:r>
              <a:rPr lang="zh-CN" altLang="en-US" sz="1400" b="0" i="0" u="none" baseline="0">
                <a:solidFill>
                  <a:srgbClr val="FFFFFF"/>
                </a:solidFill>
                <a:latin typeface="微软雅黑"/>
                <a:ea typeface="微软雅黑"/>
              </a:rPr>
              <a:t>Loyal customers deliver higher lifetime value. Re-engagement campaigns can improve retention.</a:t>
            </a:r>
            <a:endParaRPr lang="en-US" sz="1100"/>
          </a:p>
        </p:txBody>
      </p:sp>
      <p:sp>
        <p:nvSpPr>
          <p:cNvPr id="7" name="Freeform 7"/>
          <p:cNvSpPr/>
          <p:nvPr/>
        </p:nvSpPr>
        <p:spPr>
          <a:xfrm>
            <a:off x="2741465" y="4031586"/>
            <a:ext cx="514063" cy="131413"/>
          </a:xfrm>
          <a:custGeom>
            <a:avLst/>
            <a:gdLst/>
            <a:ahLst/>
            <a:cxnLst/>
            <a:rect l="l" t="t" r="r" b="b"/>
            <a:pathLst>
              <a:path w="514063" h="131413">
                <a:moveTo>
                  <a:pt x="408080" y="1"/>
                </a:moveTo>
                <a:lnTo>
                  <a:pt x="408374" y="1"/>
                </a:lnTo>
                <a:lnTo>
                  <a:pt x="408697" y="8"/>
                </a:lnTo>
                <a:lnTo>
                  <a:pt x="409049" y="15"/>
                </a:lnTo>
                <a:lnTo>
                  <a:pt x="409802" y="59"/>
                </a:lnTo>
                <a:lnTo>
                  <a:pt x="410621" y="123"/>
                </a:lnTo>
                <a:lnTo>
                  <a:pt x="411475" y="195"/>
                </a:lnTo>
                <a:lnTo>
                  <a:pt x="412357" y="288"/>
                </a:lnTo>
                <a:lnTo>
                  <a:pt x="413240" y="389"/>
                </a:lnTo>
                <a:lnTo>
                  <a:pt x="414116" y="496"/>
                </a:lnTo>
                <a:lnTo>
                  <a:pt x="414948" y="604"/>
                </a:lnTo>
                <a:lnTo>
                  <a:pt x="415738" y="704"/>
                </a:lnTo>
                <a:lnTo>
                  <a:pt x="416456" y="805"/>
                </a:lnTo>
                <a:lnTo>
                  <a:pt x="417080" y="898"/>
                </a:lnTo>
                <a:lnTo>
                  <a:pt x="417597" y="977"/>
                </a:lnTo>
                <a:lnTo>
                  <a:pt x="417977" y="1049"/>
                </a:lnTo>
                <a:lnTo>
                  <a:pt x="418788" y="1207"/>
                </a:lnTo>
                <a:lnTo>
                  <a:pt x="419585" y="1372"/>
                </a:lnTo>
                <a:lnTo>
                  <a:pt x="420389" y="1544"/>
                </a:lnTo>
                <a:lnTo>
                  <a:pt x="421192" y="1724"/>
                </a:lnTo>
                <a:lnTo>
                  <a:pt x="421989" y="1917"/>
                </a:lnTo>
                <a:lnTo>
                  <a:pt x="422793" y="2118"/>
                </a:lnTo>
                <a:lnTo>
                  <a:pt x="423589" y="2326"/>
                </a:lnTo>
                <a:lnTo>
                  <a:pt x="424393" y="2549"/>
                </a:lnTo>
                <a:lnTo>
                  <a:pt x="425190" y="2771"/>
                </a:lnTo>
                <a:lnTo>
                  <a:pt x="425994" y="3001"/>
                </a:lnTo>
                <a:lnTo>
                  <a:pt x="426790" y="3238"/>
                </a:lnTo>
                <a:lnTo>
                  <a:pt x="427587" y="3482"/>
                </a:lnTo>
                <a:lnTo>
                  <a:pt x="428384" y="3740"/>
                </a:lnTo>
                <a:lnTo>
                  <a:pt x="429180" y="3992"/>
                </a:lnTo>
                <a:lnTo>
                  <a:pt x="429977" y="4257"/>
                </a:lnTo>
                <a:lnTo>
                  <a:pt x="430774" y="4530"/>
                </a:lnTo>
                <a:lnTo>
                  <a:pt x="431563" y="4795"/>
                </a:lnTo>
                <a:lnTo>
                  <a:pt x="432353" y="5075"/>
                </a:lnTo>
                <a:lnTo>
                  <a:pt x="433142" y="5362"/>
                </a:lnTo>
                <a:lnTo>
                  <a:pt x="433917" y="5649"/>
                </a:lnTo>
                <a:lnTo>
                  <a:pt x="434707" y="5937"/>
                </a:lnTo>
                <a:lnTo>
                  <a:pt x="435489" y="6238"/>
                </a:lnTo>
                <a:lnTo>
                  <a:pt x="436271" y="6539"/>
                </a:lnTo>
                <a:lnTo>
                  <a:pt x="437039" y="6841"/>
                </a:lnTo>
                <a:lnTo>
                  <a:pt x="438582" y="7451"/>
                </a:lnTo>
                <a:lnTo>
                  <a:pt x="440111" y="8075"/>
                </a:lnTo>
                <a:lnTo>
                  <a:pt x="441633" y="8707"/>
                </a:lnTo>
                <a:lnTo>
                  <a:pt x="443125" y="9338"/>
                </a:lnTo>
                <a:lnTo>
                  <a:pt x="443369" y="9439"/>
                </a:lnTo>
                <a:lnTo>
                  <a:pt x="443635" y="9547"/>
                </a:lnTo>
                <a:lnTo>
                  <a:pt x="443915" y="9654"/>
                </a:lnTo>
                <a:lnTo>
                  <a:pt x="444195" y="9762"/>
                </a:lnTo>
                <a:lnTo>
                  <a:pt x="444467" y="9877"/>
                </a:lnTo>
                <a:lnTo>
                  <a:pt x="444726" y="9992"/>
                </a:lnTo>
                <a:lnTo>
                  <a:pt x="444963" y="10114"/>
                </a:lnTo>
                <a:lnTo>
                  <a:pt x="445185" y="10236"/>
                </a:lnTo>
                <a:lnTo>
                  <a:pt x="445357" y="10286"/>
                </a:lnTo>
                <a:lnTo>
                  <a:pt x="445551" y="10350"/>
                </a:lnTo>
                <a:lnTo>
                  <a:pt x="445745" y="10415"/>
                </a:lnTo>
                <a:lnTo>
                  <a:pt x="445946" y="10487"/>
                </a:lnTo>
                <a:lnTo>
                  <a:pt x="446362" y="10659"/>
                </a:lnTo>
                <a:lnTo>
                  <a:pt x="446778" y="10846"/>
                </a:lnTo>
                <a:lnTo>
                  <a:pt x="447209" y="11032"/>
                </a:lnTo>
                <a:lnTo>
                  <a:pt x="447618" y="11212"/>
                </a:lnTo>
                <a:lnTo>
                  <a:pt x="448013" y="11391"/>
                </a:lnTo>
                <a:lnTo>
                  <a:pt x="448379" y="11542"/>
                </a:lnTo>
                <a:lnTo>
                  <a:pt x="448932" y="11772"/>
                </a:lnTo>
                <a:lnTo>
                  <a:pt x="449499" y="12008"/>
                </a:lnTo>
                <a:lnTo>
                  <a:pt x="450073" y="12252"/>
                </a:lnTo>
                <a:lnTo>
                  <a:pt x="450654" y="12511"/>
                </a:lnTo>
                <a:lnTo>
                  <a:pt x="451250" y="12776"/>
                </a:lnTo>
                <a:lnTo>
                  <a:pt x="451845" y="13035"/>
                </a:lnTo>
                <a:lnTo>
                  <a:pt x="452456" y="13315"/>
                </a:lnTo>
                <a:lnTo>
                  <a:pt x="453051" y="13587"/>
                </a:lnTo>
                <a:lnTo>
                  <a:pt x="453654" y="13867"/>
                </a:lnTo>
                <a:lnTo>
                  <a:pt x="454243" y="14147"/>
                </a:lnTo>
                <a:lnTo>
                  <a:pt x="454838" y="14427"/>
                </a:lnTo>
                <a:lnTo>
                  <a:pt x="455420" y="14693"/>
                </a:lnTo>
                <a:lnTo>
                  <a:pt x="455987" y="14972"/>
                </a:lnTo>
                <a:lnTo>
                  <a:pt x="456539" y="15245"/>
                </a:lnTo>
                <a:lnTo>
                  <a:pt x="457078" y="15518"/>
                </a:lnTo>
                <a:lnTo>
                  <a:pt x="457594" y="15776"/>
                </a:lnTo>
                <a:lnTo>
                  <a:pt x="458341" y="16157"/>
                </a:lnTo>
                <a:lnTo>
                  <a:pt x="459087" y="16544"/>
                </a:lnTo>
                <a:lnTo>
                  <a:pt x="459841" y="16932"/>
                </a:lnTo>
                <a:lnTo>
                  <a:pt x="460580" y="17319"/>
                </a:lnTo>
                <a:lnTo>
                  <a:pt x="461319" y="17714"/>
                </a:lnTo>
                <a:lnTo>
                  <a:pt x="462044" y="18109"/>
                </a:lnTo>
                <a:lnTo>
                  <a:pt x="462776" y="18511"/>
                </a:lnTo>
                <a:lnTo>
                  <a:pt x="463508" y="18913"/>
                </a:lnTo>
                <a:lnTo>
                  <a:pt x="464233" y="19322"/>
                </a:lnTo>
                <a:lnTo>
                  <a:pt x="464944" y="19731"/>
                </a:lnTo>
                <a:lnTo>
                  <a:pt x="465654" y="20140"/>
                </a:lnTo>
                <a:lnTo>
                  <a:pt x="466357" y="20549"/>
                </a:lnTo>
                <a:lnTo>
                  <a:pt x="467054" y="20958"/>
                </a:lnTo>
                <a:lnTo>
                  <a:pt x="467750" y="21382"/>
                </a:lnTo>
                <a:lnTo>
                  <a:pt x="468439" y="21798"/>
                </a:lnTo>
                <a:lnTo>
                  <a:pt x="469106" y="22228"/>
                </a:lnTo>
                <a:lnTo>
                  <a:pt x="469810" y="22666"/>
                </a:lnTo>
                <a:lnTo>
                  <a:pt x="470506" y="23104"/>
                </a:lnTo>
                <a:lnTo>
                  <a:pt x="471195" y="23542"/>
                </a:lnTo>
                <a:lnTo>
                  <a:pt x="471884" y="23973"/>
                </a:lnTo>
                <a:lnTo>
                  <a:pt x="472566" y="24417"/>
                </a:lnTo>
                <a:lnTo>
                  <a:pt x="473247" y="24855"/>
                </a:lnTo>
                <a:lnTo>
                  <a:pt x="473929" y="25300"/>
                </a:lnTo>
                <a:lnTo>
                  <a:pt x="474604" y="25760"/>
                </a:lnTo>
                <a:lnTo>
                  <a:pt x="475314" y="26233"/>
                </a:lnTo>
                <a:lnTo>
                  <a:pt x="476011" y="26714"/>
                </a:lnTo>
                <a:lnTo>
                  <a:pt x="476692" y="27181"/>
                </a:lnTo>
                <a:lnTo>
                  <a:pt x="477345" y="27647"/>
                </a:lnTo>
                <a:lnTo>
                  <a:pt x="477999" y="28106"/>
                </a:lnTo>
                <a:lnTo>
                  <a:pt x="478630" y="28566"/>
                </a:lnTo>
                <a:lnTo>
                  <a:pt x="479262" y="29018"/>
                </a:lnTo>
                <a:lnTo>
                  <a:pt x="479886" y="29477"/>
                </a:lnTo>
                <a:lnTo>
                  <a:pt x="480503" y="29929"/>
                </a:lnTo>
                <a:lnTo>
                  <a:pt x="481121" y="30389"/>
                </a:lnTo>
                <a:lnTo>
                  <a:pt x="481745" y="30855"/>
                </a:lnTo>
                <a:lnTo>
                  <a:pt x="482369" y="31322"/>
                </a:lnTo>
                <a:lnTo>
                  <a:pt x="483008" y="31796"/>
                </a:lnTo>
                <a:lnTo>
                  <a:pt x="483647" y="32269"/>
                </a:lnTo>
                <a:lnTo>
                  <a:pt x="484300" y="32764"/>
                </a:lnTo>
                <a:lnTo>
                  <a:pt x="484975" y="33260"/>
                </a:lnTo>
                <a:lnTo>
                  <a:pt x="485599" y="33733"/>
                </a:lnTo>
                <a:lnTo>
                  <a:pt x="486231" y="34229"/>
                </a:lnTo>
                <a:lnTo>
                  <a:pt x="486862" y="34738"/>
                </a:lnTo>
                <a:lnTo>
                  <a:pt x="487487" y="35248"/>
                </a:lnTo>
                <a:lnTo>
                  <a:pt x="488104" y="35750"/>
                </a:lnTo>
                <a:lnTo>
                  <a:pt x="488721" y="36260"/>
                </a:lnTo>
                <a:lnTo>
                  <a:pt x="489338" y="36755"/>
                </a:lnTo>
                <a:lnTo>
                  <a:pt x="489934" y="37221"/>
                </a:lnTo>
                <a:lnTo>
                  <a:pt x="501891" y="47743"/>
                </a:lnTo>
                <a:lnTo>
                  <a:pt x="502121" y="47965"/>
                </a:lnTo>
                <a:lnTo>
                  <a:pt x="502343" y="48195"/>
                </a:lnTo>
                <a:lnTo>
                  <a:pt x="502551" y="48425"/>
                </a:lnTo>
                <a:lnTo>
                  <a:pt x="502752" y="48654"/>
                </a:lnTo>
                <a:lnTo>
                  <a:pt x="502953" y="48884"/>
                </a:lnTo>
                <a:lnTo>
                  <a:pt x="503140" y="49107"/>
                </a:lnTo>
                <a:lnTo>
                  <a:pt x="503326" y="49322"/>
                </a:lnTo>
                <a:lnTo>
                  <a:pt x="503527" y="49516"/>
                </a:lnTo>
                <a:lnTo>
                  <a:pt x="504101" y="50083"/>
                </a:lnTo>
                <a:lnTo>
                  <a:pt x="504719" y="50707"/>
                </a:lnTo>
                <a:lnTo>
                  <a:pt x="505357" y="51367"/>
                </a:lnTo>
                <a:lnTo>
                  <a:pt x="505996" y="52056"/>
                </a:lnTo>
                <a:lnTo>
                  <a:pt x="506642" y="52753"/>
                </a:lnTo>
                <a:lnTo>
                  <a:pt x="507245" y="53442"/>
                </a:lnTo>
                <a:lnTo>
                  <a:pt x="507539" y="53779"/>
                </a:lnTo>
                <a:lnTo>
                  <a:pt x="507819" y="54116"/>
                </a:lnTo>
                <a:lnTo>
                  <a:pt x="508092" y="54439"/>
                </a:lnTo>
                <a:lnTo>
                  <a:pt x="508336" y="54741"/>
                </a:lnTo>
                <a:lnTo>
                  <a:pt x="508917" y="55458"/>
                </a:lnTo>
                <a:lnTo>
                  <a:pt x="509427" y="56097"/>
                </a:lnTo>
                <a:lnTo>
                  <a:pt x="509664" y="56398"/>
                </a:lnTo>
                <a:lnTo>
                  <a:pt x="509886" y="56700"/>
                </a:lnTo>
                <a:lnTo>
                  <a:pt x="510101" y="56994"/>
                </a:lnTo>
                <a:lnTo>
                  <a:pt x="510317" y="57281"/>
                </a:lnTo>
                <a:lnTo>
                  <a:pt x="510525" y="57583"/>
                </a:lnTo>
                <a:lnTo>
                  <a:pt x="510726" y="57891"/>
                </a:lnTo>
                <a:lnTo>
                  <a:pt x="510934" y="58200"/>
                </a:lnTo>
                <a:lnTo>
                  <a:pt x="511142" y="58530"/>
                </a:lnTo>
                <a:lnTo>
                  <a:pt x="511350" y="58875"/>
                </a:lnTo>
                <a:lnTo>
                  <a:pt x="511573" y="59241"/>
                </a:lnTo>
                <a:lnTo>
                  <a:pt x="511802" y="59643"/>
                </a:lnTo>
                <a:lnTo>
                  <a:pt x="512046" y="60066"/>
                </a:lnTo>
                <a:lnTo>
                  <a:pt x="512197" y="60346"/>
                </a:lnTo>
                <a:lnTo>
                  <a:pt x="512355" y="60683"/>
                </a:lnTo>
                <a:lnTo>
                  <a:pt x="512534" y="61049"/>
                </a:lnTo>
                <a:lnTo>
                  <a:pt x="512714" y="61458"/>
                </a:lnTo>
                <a:lnTo>
                  <a:pt x="512900" y="61896"/>
                </a:lnTo>
                <a:lnTo>
                  <a:pt x="513087" y="62363"/>
                </a:lnTo>
                <a:lnTo>
                  <a:pt x="513259" y="62851"/>
                </a:lnTo>
                <a:lnTo>
                  <a:pt x="513432" y="63339"/>
                </a:lnTo>
                <a:lnTo>
                  <a:pt x="513589" y="63841"/>
                </a:lnTo>
                <a:lnTo>
                  <a:pt x="513733" y="64343"/>
                </a:lnTo>
                <a:lnTo>
                  <a:pt x="513790" y="64588"/>
                </a:lnTo>
                <a:lnTo>
                  <a:pt x="513848" y="64839"/>
                </a:lnTo>
                <a:lnTo>
                  <a:pt x="513905" y="65083"/>
                </a:lnTo>
                <a:lnTo>
                  <a:pt x="513948" y="65320"/>
                </a:lnTo>
                <a:lnTo>
                  <a:pt x="513991" y="65549"/>
                </a:lnTo>
                <a:lnTo>
                  <a:pt x="514020" y="65779"/>
                </a:lnTo>
                <a:lnTo>
                  <a:pt x="514042" y="66001"/>
                </a:lnTo>
                <a:lnTo>
                  <a:pt x="514056" y="66217"/>
                </a:lnTo>
                <a:lnTo>
                  <a:pt x="514063" y="66425"/>
                </a:lnTo>
                <a:lnTo>
                  <a:pt x="514063" y="66626"/>
                </a:lnTo>
                <a:lnTo>
                  <a:pt x="514049" y="66812"/>
                </a:lnTo>
                <a:lnTo>
                  <a:pt x="514020" y="66992"/>
                </a:lnTo>
                <a:lnTo>
                  <a:pt x="513948" y="67401"/>
                </a:lnTo>
                <a:lnTo>
                  <a:pt x="513869" y="67796"/>
                </a:lnTo>
                <a:lnTo>
                  <a:pt x="513783" y="68190"/>
                </a:lnTo>
                <a:lnTo>
                  <a:pt x="513683" y="68564"/>
                </a:lnTo>
                <a:lnTo>
                  <a:pt x="513589" y="68944"/>
                </a:lnTo>
                <a:lnTo>
                  <a:pt x="513482" y="69310"/>
                </a:lnTo>
                <a:lnTo>
                  <a:pt x="513367" y="69676"/>
                </a:lnTo>
                <a:lnTo>
                  <a:pt x="513245" y="70028"/>
                </a:lnTo>
                <a:lnTo>
                  <a:pt x="513116" y="70372"/>
                </a:lnTo>
                <a:lnTo>
                  <a:pt x="512979" y="70717"/>
                </a:lnTo>
                <a:lnTo>
                  <a:pt x="512843" y="71054"/>
                </a:lnTo>
                <a:lnTo>
                  <a:pt x="512699" y="71384"/>
                </a:lnTo>
                <a:lnTo>
                  <a:pt x="512542" y="71714"/>
                </a:lnTo>
                <a:lnTo>
                  <a:pt x="512391" y="72037"/>
                </a:lnTo>
                <a:lnTo>
                  <a:pt x="512226" y="72353"/>
                </a:lnTo>
                <a:lnTo>
                  <a:pt x="512061" y="72669"/>
                </a:lnTo>
                <a:lnTo>
                  <a:pt x="511888" y="72985"/>
                </a:lnTo>
                <a:lnTo>
                  <a:pt x="511709" y="73286"/>
                </a:lnTo>
                <a:lnTo>
                  <a:pt x="511522" y="73595"/>
                </a:lnTo>
                <a:lnTo>
                  <a:pt x="511336" y="73896"/>
                </a:lnTo>
                <a:lnTo>
                  <a:pt x="511149" y="74190"/>
                </a:lnTo>
                <a:lnTo>
                  <a:pt x="510948" y="74492"/>
                </a:lnTo>
                <a:lnTo>
                  <a:pt x="510755" y="74793"/>
                </a:lnTo>
                <a:lnTo>
                  <a:pt x="510546" y="75088"/>
                </a:lnTo>
                <a:lnTo>
                  <a:pt x="510137" y="75669"/>
                </a:lnTo>
                <a:lnTo>
                  <a:pt x="509699" y="76265"/>
                </a:lnTo>
                <a:lnTo>
                  <a:pt x="509262" y="76846"/>
                </a:lnTo>
                <a:lnTo>
                  <a:pt x="508810" y="77434"/>
                </a:lnTo>
                <a:lnTo>
                  <a:pt x="508558" y="77750"/>
                </a:lnTo>
                <a:lnTo>
                  <a:pt x="508314" y="78052"/>
                </a:lnTo>
                <a:lnTo>
                  <a:pt x="508185" y="78202"/>
                </a:lnTo>
                <a:lnTo>
                  <a:pt x="508049" y="78339"/>
                </a:lnTo>
                <a:lnTo>
                  <a:pt x="507912" y="78482"/>
                </a:lnTo>
                <a:lnTo>
                  <a:pt x="507762" y="78611"/>
                </a:lnTo>
                <a:lnTo>
                  <a:pt x="507683" y="78726"/>
                </a:lnTo>
                <a:lnTo>
                  <a:pt x="507503" y="78927"/>
                </a:lnTo>
                <a:lnTo>
                  <a:pt x="507252" y="79207"/>
                </a:lnTo>
                <a:lnTo>
                  <a:pt x="506929" y="79552"/>
                </a:lnTo>
                <a:lnTo>
                  <a:pt x="506556" y="79954"/>
                </a:lnTo>
                <a:lnTo>
                  <a:pt x="506140" y="80399"/>
                </a:lnTo>
                <a:lnTo>
                  <a:pt x="505688" y="80872"/>
                </a:lnTo>
                <a:lnTo>
                  <a:pt x="505221" y="81353"/>
                </a:lnTo>
                <a:lnTo>
                  <a:pt x="504747" y="81841"/>
                </a:lnTo>
                <a:lnTo>
                  <a:pt x="504274" y="82322"/>
                </a:lnTo>
                <a:lnTo>
                  <a:pt x="503822" y="82789"/>
                </a:lnTo>
                <a:lnTo>
                  <a:pt x="503405" y="83219"/>
                </a:lnTo>
                <a:lnTo>
                  <a:pt x="503018" y="83607"/>
                </a:lnTo>
                <a:lnTo>
                  <a:pt x="502680" y="83944"/>
                </a:lnTo>
                <a:lnTo>
                  <a:pt x="502415" y="84210"/>
                </a:lnTo>
                <a:lnTo>
                  <a:pt x="502221" y="84389"/>
                </a:lnTo>
                <a:lnTo>
                  <a:pt x="501984" y="84619"/>
                </a:lnTo>
                <a:lnTo>
                  <a:pt x="501747" y="84856"/>
                </a:lnTo>
                <a:lnTo>
                  <a:pt x="501518" y="85071"/>
                </a:lnTo>
                <a:lnTo>
                  <a:pt x="501288" y="85293"/>
                </a:lnTo>
                <a:lnTo>
                  <a:pt x="501058" y="85516"/>
                </a:lnTo>
                <a:lnTo>
                  <a:pt x="500822" y="85745"/>
                </a:lnTo>
                <a:lnTo>
                  <a:pt x="500592" y="85975"/>
                </a:lnTo>
                <a:lnTo>
                  <a:pt x="500355" y="86219"/>
                </a:lnTo>
                <a:lnTo>
                  <a:pt x="498848" y="87561"/>
                </a:lnTo>
                <a:lnTo>
                  <a:pt x="498697" y="87705"/>
                </a:lnTo>
                <a:lnTo>
                  <a:pt x="498597" y="87798"/>
                </a:lnTo>
                <a:lnTo>
                  <a:pt x="498511" y="87884"/>
                </a:lnTo>
                <a:lnTo>
                  <a:pt x="498360" y="87999"/>
                </a:lnTo>
                <a:lnTo>
                  <a:pt x="498101" y="88214"/>
                </a:lnTo>
                <a:lnTo>
                  <a:pt x="497771" y="88480"/>
                </a:lnTo>
                <a:lnTo>
                  <a:pt x="497405" y="88796"/>
                </a:lnTo>
                <a:lnTo>
                  <a:pt x="497003" y="89147"/>
                </a:lnTo>
                <a:lnTo>
                  <a:pt x="496573" y="89535"/>
                </a:lnTo>
                <a:lnTo>
                  <a:pt x="496121" y="89930"/>
                </a:lnTo>
                <a:lnTo>
                  <a:pt x="495654" y="90339"/>
                </a:lnTo>
                <a:lnTo>
                  <a:pt x="495180" y="90755"/>
                </a:lnTo>
                <a:lnTo>
                  <a:pt x="494714" y="91157"/>
                </a:lnTo>
                <a:lnTo>
                  <a:pt x="494269" y="91552"/>
                </a:lnTo>
                <a:lnTo>
                  <a:pt x="493838" y="91918"/>
                </a:lnTo>
                <a:lnTo>
                  <a:pt x="493444" y="92255"/>
                </a:lnTo>
                <a:lnTo>
                  <a:pt x="493077" y="92549"/>
                </a:lnTo>
                <a:lnTo>
                  <a:pt x="492769" y="92786"/>
                </a:lnTo>
                <a:lnTo>
                  <a:pt x="492640" y="92887"/>
                </a:lnTo>
                <a:lnTo>
                  <a:pt x="492518" y="92973"/>
                </a:lnTo>
                <a:lnTo>
                  <a:pt x="492410" y="93037"/>
                </a:lnTo>
                <a:lnTo>
                  <a:pt x="492317" y="93088"/>
                </a:lnTo>
                <a:lnTo>
                  <a:pt x="492238" y="93174"/>
                </a:lnTo>
                <a:lnTo>
                  <a:pt x="492101" y="93303"/>
                </a:lnTo>
                <a:lnTo>
                  <a:pt x="491922" y="93461"/>
                </a:lnTo>
                <a:lnTo>
                  <a:pt x="491700" y="93647"/>
                </a:lnTo>
                <a:lnTo>
                  <a:pt x="491140" y="94107"/>
                </a:lnTo>
                <a:lnTo>
                  <a:pt x="490451" y="94667"/>
                </a:lnTo>
                <a:lnTo>
                  <a:pt x="489654" y="95298"/>
                </a:lnTo>
                <a:lnTo>
                  <a:pt x="488786" y="95987"/>
                </a:lnTo>
                <a:lnTo>
                  <a:pt x="487860" y="96712"/>
                </a:lnTo>
                <a:lnTo>
                  <a:pt x="486905" y="97451"/>
                </a:lnTo>
                <a:lnTo>
                  <a:pt x="485951" y="98183"/>
                </a:lnTo>
                <a:lnTo>
                  <a:pt x="485018" y="98894"/>
                </a:lnTo>
                <a:lnTo>
                  <a:pt x="484135" y="99569"/>
                </a:lnTo>
                <a:lnTo>
                  <a:pt x="483324" y="100179"/>
                </a:lnTo>
                <a:lnTo>
                  <a:pt x="482621" y="100695"/>
                </a:lnTo>
                <a:lnTo>
                  <a:pt x="482032" y="101112"/>
                </a:lnTo>
                <a:lnTo>
                  <a:pt x="481795" y="101284"/>
                </a:lnTo>
                <a:lnTo>
                  <a:pt x="481601" y="101420"/>
                </a:lnTo>
                <a:lnTo>
                  <a:pt x="481451" y="101506"/>
                </a:lnTo>
                <a:lnTo>
                  <a:pt x="481343" y="101571"/>
                </a:lnTo>
                <a:lnTo>
                  <a:pt x="481106" y="101765"/>
                </a:lnTo>
                <a:lnTo>
                  <a:pt x="480733" y="102045"/>
                </a:lnTo>
                <a:lnTo>
                  <a:pt x="480245" y="102396"/>
                </a:lnTo>
                <a:lnTo>
                  <a:pt x="479671" y="102805"/>
                </a:lnTo>
                <a:lnTo>
                  <a:pt x="479011" y="103265"/>
                </a:lnTo>
                <a:lnTo>
                  <a:pt x="478314" y="103760"/>
                </a:lnTo>
                <a:lnTo>
                  <a:pt x="477568" y="104269"/>
                </a:lnTo>
                <a:lnTo>
                  <a:pt x="476814" y="104786"/>
                </a:lnTo>
                <a:lnTo>
                  <a:pt x="476054" y="105303"/>
                </a:lnTo>
                <a:lnTo>
                  <a:pt x="475314" y="105798"/>
                </a:lnTo>
                <a:lnTo>
                  <a:pt x="474618" y="106265"/>
                </a:lnTo>
                <a:lnTo>
                  <a:pt x="473979" y="106681"/>
                </a:lnTo>
                <a:lnTo>
                  <a:pt x="473420" y="107033"/>
                </a:lnTo>
                <a:lnTo>
                  <a:pt x="472953" y="107327"/>
                </a:lnTo>
                <a:lnTo>
                  <a:pt x="472752" y="107442"/>
                </a:lnTo>
                <a:lnTo>
                  <a:pt x="472601" y="107528"/>
                </a:lnTo>
                <a:lnTo>
                  <a:pt x="472465" y="107592"/>
                </a:lnTo>
                <a:lnTo>
                  <a:pt x="472379" y="107636"/>
                </a:lnTo>
                <a:lnTo>
                  <a:pt x="472307" y="107707"/>
                </a:lnTo>
                <a:lnTo>
                  <a:pt x="472171" y="107808"/>
                </a:lnTo>
                <a:lnTo>
                  <a:pt x="471991" y="107930"/>
                </a:lnTo>
                <a:lnTo>
                  <a:pt x="471762" y="108088"/>
                </a:lnTo>
                <a:lnTo>
                  <a:pt x="471180" y="108454"/>
                </a:lnTo>
                <a:lnTo>
                  <a:pt x="470441" y="108920"/>
                </a:lnTo>
                <a:lnTo>
                  <a:pt x="469580" y="109444"/>
                </a:lnTo>
                <a:lnTo>
                  <a:pt x="468625" y="110011"/>
                </a:lnTo>
                <a:lnTo>
                  <a:pt x="467606" y="110607"/>
                </a:lnTo>
                <a:lnTo>
                  <a:pt x="466537" y="111231"/>
                </a:lnTo>
                <a:lnTo>
                  <a:pt x="465460" y="111848"/>
                </a:lnTo>
                <a:lnTo>
                  <a:pt x="464405" y="112459"/>
                </a:lnTo>
                <a:lnTo>
                  <a:pt x="463386" y="113025"/>
                </a:lnTo>
                <a:lnTo>
                  <a:pt x="462439" y="113549"/>
                </a:lnTo>
                <a:lnTo>
                  <a:pt x="461585" y="114016"/>
                </a:lnTo>
                <a:lnTo>
                  <a:pt x="460867" y="114396"/>
                </a:lnTo>
                <a:lnTo>
                  <a:pt x="460558" y="114561"/>
                </a:lnTo>
                <a:lnTo>
                  <a:pt x="460300" y="114683"/>
                </a:lnTo>
                <a:lnTo>
                  <a:pt x="460078" y="114791"/>
                </a:lnTo>
                <a:lnTo>
                  <a:pt x="459905" y="114863"/>
                </a:lnTo>
                <a:lnTo>
                  <a:pt x="459647" y="115021"/>
                </a:lnTo>
                <a:lnTo>
                  <a:pt x="459389" y="115179"/>
                </a:lnTo>
                <a:lnTo>
                  <a:pt x="459109" y="115329"/>
                </a:lnTo>
                <a:lnTo>
                  <a:pt x="458822" y="115487"/>
                </a:lnTo>
                <a:lnTo>
                  <a:pt x="458219" y="115781"/>
                </a:lnTo>
                <a:lnTo>
                  <a:pt x="457594" y="116076"/>
                </a:lnTo>
                <a:lnTo>
                  <a:pt x="456970" y="116370"/>
                </a:lnTo>
                <a:lnTo>
                  <a:pt x="456345" y="116657"/>
                </a:lnTo>
                <a:lnTo>
                  <a:pt x="455750" y="116930"/>
                </a:lnTo>
                <a:lnTo>
                  <a:pt x="455183" y="117210"/>
                </a:lnTo>
                <a:lnTo>
                  <a:pt x="454889" y="117360"/>
                </a:lnTo>
                <a:lnTo>
                  <a:pt x="454587" y="117497"/>
                </a:lnTo>
                <a:lnTo>
                  <a:pt x="454286" y="117640"/>
                </a:lnTo>
                <a:lnTo>
                  <a:pt x="453984" y="117770"/>
                </a:lnTo>
                <a:lnTo>
                  <a:pt x="453690" y="117913"/>
                </a:lnTo>
                <a:lnTo>
                  <a:pt x="453381" y="118042"/>
                </a:lnTo>
                <a:lnTo>
                  <a:pt x="453080" y="118171"/>
                </a:lnTo>
                <a:lnTo>
                  <a:pt x="452786" y="118315"/>
                </a:lnTo>
                <a:lnTo>
                  <a:pt x="452520" y="118437"/>
                </a:lnTo>
                <a:lnTo>
                  <a:pt x="452226" y="118581"/>
                </a:lnTo>
                <a:lnTo>
                  <a:pt x="451896" y="118731"/>
                </a:lnTo>
                <a:lnTo>
                  <a:pt x="451551" y="118889"/>
                </a:lnTo>
                <a:lnTo>
                  <a:pt x="451214" y="119047"/>
                </a:lnTo>
                <a:lnTo>
                  <a:pt x="450884" y="119176"/>
                </a:lnTo>
                <a:lnTo>
                  <a:pt x="450575" y="119291"/>
                </a:lnTo>
                <a:lnTo>
                  <a:pt x="450310" y="119377"/>
                </a:lnTo>
                <a:lnTo>
                  <a:pt x="449965" y="119557"/>
                </a:lnTo>
                <a:lnTo>
                  <a:pt x="449578" y="119729"/>
                </a:lnTo>
                <a:lnTo>
                  <a:pt x="449168" y="119908"/>
                </a:lnTo>
                <a:lnTo>
                  <a:pt x="448745" y="120081"/>
                </a:lnTo>
                <a:lnTo>
                  <a:pt x="448307" y="120253"/>
                </a:lnTo>
                <a:lnTo>
                  <a:pt x="447884" y="120418"/>
                </a:lnTo>
                <a:lnTo>
                  <a:pt x="447467" y="120569"/>
                </a:lnTo>
                <a:lnTo>
                  <a:pt x="447094" y="120726"/>
                </a:lnTo>
                <a:lnTo>
                  <a:pt x="446743" y="120870"/>
                </a:lnTo>
                <a:lnTo>
                  <a:pt x="446262" y="121057"/>
                </a:lnTo>
                <a:lnTo>
                  <a:pt x="445688" y="121286"/>
                </a:lnTo>
                <a:lnTo>
                  <a:pt x="445034" y="121559"/>
                </a:lnTo>
                <a:lnTo>
                  <a:pt x="444302" y="121846"/>
                </a:lnTo>
                <a:lnTo>
                  <a:pt x="443520" y="122162"/>
                </a:lnTo>
                <a:lnTo>
                  <a:pt x="442716" y="122485"/>
                </a:lnTo>
                <a:lnTo>
                  <a:pt x="441905" y="122815"/>
                </a:lnTo>
                <a:lnTo>
                  <a:pt x="441087" y="123131"/>
                </a:lnTo>
                <a:lnTo>
                  <a:pt x="440298" y="123447"/>
                </a:lnTo>
                <a:lnTo>
                  <a:pt x="439558" y="123734"/>
                </a:lnTo>
                <a:lnTo>
                  <a:pt x="438884" y="123999"/>
                </a:lnTo>
                <a:lnTo>
                  <a:pt x="438281" y="124222"/>
                </a:lnTo>
                <a:lnTo>
                  <a:pt x="437778" y="124401"/>
                </a:lnTo>
                <a:lnTo>
                  <a:pt x="437405" y="124530"/>
                </a:lnTo>
                <a:lnTo>
                  <a:pt x="437154" y="124602"/>
                </a:lnTo>
                <a:lnTo>
                  <a:pt x="437039" y="124660"/>
                </a:lnTo>
                <a:lnTo>
                  <a:pt x="436853" y="124753"/>
                </a:lnTo>
                <a:lnTo>
                  <a:pt x="436594" y="124868"/>
                </a:lnTo>
                <a:lnTo>
                  <a:pt x="436278" y="124990"/>
                </a:lnTo>
                <a:lnTo>
                  <a:pt x="435503" y="125284"/>
                </a:lnTo>
                <a:lnTo>
                  <a:pt x="434635" y="125607"/>
                </a:lnTo>
                <a:lnTo>
                  <a:pt x="433738" y="125915"/>
                </a:lnTo>
                <a:lnTo>
                  <a:pt x="432912" y="126217"/>
                </a:lnTo>
                <a:lnTo>
                  <a:pt x="432231" y="126454"/>
                </a:lnTo>
                <a:lnTo>
                  <a:pt x="431786" y="126597"/>
                </a:lnTo>
                <a:lnTo>
                  <a:pt x="430673" y="126971"/>
                </a:lnTo>
                <a:lnTo>
                  <a:pt x="429582" y="127329"/>
                </a:lnTo>
                <a:lnTo>
                  <a:pt x="428499" y="127674"/>
                </a:lnTo>
                <a:lnTo>
                  <a:pt x="427422" y="128011"/>
                </a:lnTo>
                <a:lnTo>
                  <a:pt x="426360" y="128341"/>
                </a:lnTo>
                <a:lnTo>
                  <a:pt x="425283" y="128664"/>
                </a:lnTo>
                <a:lnTo>
                  <a:pt x="424214" y="128966"/>
                </a:lnTo>
                <a:lnTo>
                  <a:pt x="423137" y="129253"/>
                </a:lnTo>
                <a:lnTo>
                  <a:pt x="422599" y="129389"/>
                </a:lnTo>
                <a:lnTo>
                  <a:pt x="422054" y="129533"/>
                </a:lnTo>
                <a:lnTo>
                  <a:pt x="421508" y="129662"/>
                </a:lnTo>
                <a:lnTo>
                  <a:pt x="420970" y="129784"/>
                </a:lnTo>
                <a:lnTo>
                  <a:pt x="420417" y="129913"/>
                </a:lnTo>
                <a:lnTo>
                  <a:pt x="419857" y="130035"/>
                </a:lnTo>
                <a:lnTo>
                  <a:pt x="419312" y="130150"/>
                </a:lnTo>
                <a:lnTo>
                  <a:pt x="418752" y="130265"/>
                </a:lnTo>
                <a:lnTo>
                  <a:pt x="418185" y="130372"/>
                </a:lnTo>
                <a:lnTo>
                  <a:pt x="417611" y="130466"/>
                </a:lnTo>
                <a:lnTo>
                  <a:pt x="417044" y="130566"/>
                </a:lnTo>
                <a:lnTo>
                  <a:pt x="416463" y="130667"/>
                </a:lnTo>
                <a:lnTo>
                  <a:pt x="415881" y="130753"/>
                </a:lnTo>
                <a:lnTo>
                  <a:pt x="415286" y="130839"/>
                </a:lnTo>
                <a:lnTo>
                  <a:pt x="414690" y="130911"/>
                </a:lnTo>
                <a:lnTo>
                  <a:pt x="414087" y="130983"/>
                </a:lnTo>
                <a:lnTo>
                  <a:pt x="413664" y="131033"/>
                </a:lnTo>
                <a:lnTo>
                  <a:pt x="413226" y="131083"/>
                </a:lnTo>
                <a:lnTo>
                  <a:pt x="412795" y="131133"/>
                </a:lnTo>
                <a:lnTo>
                  <a:pt x="412365" y="131176"/>
                </a:lnTo>
                <a:lnTo>
                  <a:pt x="411927" y="131219"/>
                </a:lnTo>
                <a:lnTo>
                  <a:pt x="411496" y="131248"/>
                </a:lnTo>
                <a:lnTo>
                  <a:pt x="411058" y="131284"/>
                </a:lnTo>
                <a:lnTo>
                  <a:pt x="410621" y="131313"/>
                </a:lnTo>
                <a:lnTo>
                  <a:pt x="410176" y="131341"/>
                </a:lnTo>
                <a:lnTo>
                  <a:pt x="409745" y="131363"/>
                </a:lnTo>
                <a:lnTo>
                  <a:pt x="409307" y="131377"/>
                </a:lnTo>
                <a:lnTo>
                  <a:pt x="408862" y="131399"/>
                </a:lnTo>
                <a:lnTo>
                  <a:pt x="408432" y="131406"/>
                </a:lnTo>
                <a:lnTo>
                  <a:pt x="407994" y="131413"/>
                </a:lnTo>
                <a:lnTo>
                  <a:pt x="407556" y="131413"/>
                </a:lnTo>
                <a:lnTo>
                  <a:pt x="407133" y="131406"/>
                </a:lnTo>
                <a:lnTo>
                  <a:pt x="406910" y="131406"/>
                </a:lnTo>
                <a:lnTo>
                  <a:pt x="406702" y="131399"/>
                </a:lnTo>
                <a:lnTo>
                  <a:pt x="406494" y="131377"/>
                </a:lnTo>
                <a:lnTo>
                  <a:pt x="406286" y="131363"/>
                </a:lnTo>
                <a:lnTo>
                  <a:pt x="406092" y="131341"/>
                </a:lnTo>
                <a:lnTo>
                  <a:pt x="405891" y="131313"/>
                </a:lnTo>
                <a:lnTo>
                  <a:pt x="405697" y="131284"/>
                </a:lnTo>
                <a:lnTo>
                  <a:pt x="405503" y="131248"/>
                </a:lnTo>
                <a:lnTo>
                  <a:pt x="405130" y="131176"/>
                </a:lnTo>
                <a:lnTo>
                  <a:pt x="404764" y="131083"/>
                </a:lnTo>
                <a:lnTo>
                  <a:pt x="404412" y="130975"/>
                </a:lnTo>
                <a:lnTo>
                  <a:pt x="404068" y="130853"/>
                </a:lnTo>
                <a:lnTo>
                  <a:pt x="403738" y="130724"/>
                </a:lnTo>
                <a:lnTo>
                  <a:pt x="403422" y="130581"/>
                </a:lnTo>
                <a:lnTo>
                  <a:pt x="403106" y="130437"/>
                </a:lnTo>
                <a:lnTo>
                  <a:pt x="402805" y="130272"/>
                </a:lnTo>
                <a:lnTo>
                  <a:pt x="402511" y="130100"/>
                </a:lnTo>
                <a:lnTo>
                  <a:pt x="402216" y="129920"/>
                </a:lnTo>
                <a:lnTo>
                  <a:pt x="401936" y="129727"/>
                </a:lnTo>
                <a:lnTo>
                  <a:pt x="401656" y="129533"/>
                </a:lnTo>
                <a:lnTo>
                  <a:pt x="401420" y="129353"/>
                </a:lnTo>
                <a:lnTo>
                  <a:pt x="401183" y="129174"/>
                </a:lnTo>
                <a:lnTo>
                  <a:pt x="400967" y="128973"/>
                </a:lnTo>
                <a:lnTo>
                  <a:pt x="400738" y="128779"/>
                </a:lnTo>
                <a:lnTo>
                  <a:pt x="400515" y="128571"/>
                </a:lnTo>
                <a:lnTo>
                  <a:pt x="400300" y="128356"/>
                </a:lnTo>
                <a:lnTo>
                  <a:pt x="400085" y="128133"/>
                </a:lnTo>
                <a:lnTo>
                  <a:pt x="399869" y="127911"/>
                </a:lnTo>
                <a:lnTo>
                  <a:pt x="399668" y="127674"/>
                </a:lnTo>
                <a:lnTo>
                  <a:pt x="399460" y="127437"/>
                </a:lnTo>
                <a:lnTo>
                  <a:pt x="399267" y="127193"/>
                </a:lnTo>
                <a:lnTo>
                  <a:pt x="399066" y="126942"/>
                </a:lnTo>
                <a:lnTo>
                  <a:pt x="398872" y="126683"/>
                </a:lnTo>
                <a:lnTo>
                  <a:pt x="398678" y="126418"/>
                </a:lnTo>
                <a:lnTo>
                  <a:pt x="398491" y="126145"/>
                </a:lnTo>
                <a:lnTo>
                  <a:pt x="398305" y="125872"/>
                </a:lnTo>
                <a:lnTo>
                  <a:pt x="398125" y="125593"/>
                </a:lnTo>
                <a:lnTo>
                  <a:pt x="397946" y="125305"/>
                </a:lnTo>
                <a:lnTo>
                  <a:pt x="397767" y="125004"/>
                </a:lnTo>
                <a:lnTo>
                  <a:pt x="397594" y="124710"/>
                </a:lnTo>
                <a:lnTo>
                  <a:pt x="397422" y="124408"/>
                </a:lnTo>
                <a:lnTo>
                  <a:pt x="397250" y="124093"/>
                </a:lnTo>
                <a:lnTo>
                  <a:pt x="397092" y="123784"/>
                </a:lnTo>
                <a:lnTo>
                  <a:pt x="396927" y="123461"/>
                </a:lnTo>
                <a:lnTo>
                  <a:pt x="396769" y="123131"/>
                </a:lnTo>
                <a:lnTo>
                  <a:pt x="396611" y="122808"/>
                </a:lnTo>
                <a:lnTo>
                  <a:pt x="396453" y="122471"/>
                </a:lnTo>
                <a:lnTo>
                  <a:pt x="396302" y="122133"/>
                </a:lnTo>
                <a:lnTo>
                  <a:pt x="396001" y="121437"/>
                </a:lnTo>
                <a:lnTo>
                  <a:pt x="395714" y="120726"/>
                </a:lnTo>
                <a:lnTo>
                  <a:pt x="395477" y="120109"/>
                </a:lnTo>
                <a:lnTo>
                  <a:pt x="395240" y="119470"/>
                </a:lnTo>
                <a:lnTo>
                  <a:pt x="395003" y="118825"/>
                </a:lnTo>
                <a:lnTo>
                  <a:pt x="394774" y="118143"/>
                </a:lnTo>
                <a:lnTo>
                  <a:pt x="394544" y="117454"/>
                </a:lnTo>
                <a:lnTo>
                  <a:pt x="394322" y="116743"/>
                </a:lnTo>
                <a:lnTo>
                  <a:pt x="394099" y="116018"/>
                </a:lnTo>
                <a:lnTo>
                  <a:pt x="393877" y="115293"/>
                </a:lnTo>
                <a:lnTo>
                  <a:pt x="393661" y="114540"/>
                </a:lnTo>
                <a:lnTo>
                  <a:pt x="393453" y="113786"/>
                </a:lnTo>
                <a:lnTo>
                  <a:pt x="393238" y="113018"/>
                </a:lnTo>
                <a:lnTo>
                  <a:pt x="393030" y="112243"/>
                </a:lnTo>
                <a:lnTo>
                  <a:pt x="392836" y="111461"/>
                </a:lnTo>
                <a:lnTo>
                  <a:pt x="392628" y="110671"/>
                </a:lnTo>
                <a:lnTo>
                  <a:pt x="392441" y="109889"/>
                </a:lnTo>
                <a:lnTo>
                  <a:pt x="392240" y="109092"/>
                </a:lnTo>
                <a:lnTo>
                  <a:pt x="391874" y="107506"/>
                </a:lnTo>
                <a:lnTo>
                  <a:pt x="391530" y="105913"/>
                </a:lnTo>
                <a:lnTo>
                  <a:pt x="391192" y="104341"/>
                </a:lnTo>
                <a:lnTo>
                  <a:pt x="390877" y="102791"/>
                </a:lnTo>
                <a:lnTo>
                  <a:pt x="390582" y="101269"/>
                </a:lnTo>
                <a:lnTo>
                  <a:pt x="390317" y="99798"/>
                </a:lnTo>
                <a:lnTo>
                  <a:pt x="390066" y="98377"/>
                </a:lnTo>
                <a:lnTo>
                  <a:pt x="389836" y="97028"/>
                </a:lnTo>
                <a:lnTo>
                  <a:pt x="389714" y="96217"/>
                </a:lnTo>
                <a:lnTo>
                  <a:pt x="389585" y="95406"/>
                </a:lnTo>
                <a:lnTo>
                  <a:pt x="389463" y="94595"/>
                </a:lnTo>
                <a:lnTo>
                  <a:pt x="389348" y="93777"/>
                </a:lnTo>
                <a:lnTo>
                  <a:pt x="389226" y="92966"/>
                </a:lnTo>
                <a:lnTo>
                  <a:pt x="389125" y="92147"/>
                </a:lnTo>
                <a:lnTo>
                  <a:pt x="389018" y="91329"/>
                </a:lnTo>
                <a:lnTo>
                  <a:pt x="388910" y="90511"/>
                </a:lnTo>
                <a:lnTo>
                  <a:pt x="388810" y="89700"/>
                </a:lnTo>
                <a:lnTo>
                  <a:pt x="388709" y="88875"/>
                </a:lnTo>
                <a:lnTo>
                  <a:pt x="388623" y="88056"/>
                </a:lnTo>
                <a:lnTo>
                  <a:pt x="388530" y="87231"/>
                </a:lnTo>
                <a:lnTo>
                  <a:pt x="388444" y="86413"/>
                </a:lnTo>
                <a:lnTo>
                  <a:pt x="388357" y="85595"/>
                </a:lnTo>
                <a:lnTo>
                  <a:pt x="388279" y="84769"/>
                </a:lnTo>
                <a:lnTo>
                  <a:pt x="388200" y="83951"/>
                </a:lnTo>
                <a:lnTo>
                  <a:pt x="388121" y="83076"/>
                </a:lnTo>
                <a:lnTo>
                  <a:pt x="388049" y="82207"/>
                </a:lnTo>
                <a:lnTo>
                  <a:pt x="387984" y="81339"/>
                </a:lnTo>
                <a:lnTo>
                  <a:pt x="387912" y="80478"/>
                </a:lnTo>
                <a:lnTo>
                  <a:pt x="387855" y="79602"/>
                </a:lnTo>
                <a:lnTo>
                  <a:pt x="387798" y="78741"/>
                </a:lnTo>
                <a:lnTo>
                  <a:pt x="387740" y="77879"/>
                </a:lnTo>
                <a:lnTo>
                  <a:pt x="387697" y="77018"/>
                </a:lnTo>
                <a:lnTo>
                  <a:pt x="387647" y="76157"/>
                </a:lnTo>
                <a:lnTo>
                  <a:pt x="387597" y="75289"/>
                </a:lnTo>
                <a:lnTo>
                  <a:pt x="387546" y="74420"/>
                </a:lnTo>
                <a:lnTo>
                  <a:pt x="387503" y="73559"/>
                </a:lnTo>
                <a:lnTo>
                  <a:pt x="387453" y="72690"/>
                </a:lnTo>
                <a:lnTo>
                  <a:pt x="387403" y="71815"/>
                </a:lnTo>
                <a:lnTo>
                  <a:pt x="387360" y="70946"/>
                </a:lnTo>
                <a:lnTo>
                  <a:pt x="387310" y="70071"/>
                </a:lnTo>
                <a:lnTo>
                  <a:pt x="387281" y="69482"/>
                </a:lnTo>
                <a:lnTo>
                  <a:pt x="387259" y="68894"/>
                </a:lnTo>
                <a:lnTo>
                  <a:pt x="387231" y="68312"/>
                </a:lnTo>
                <a:lnTo>
                  <a:pt x="387223" y="67731"/>
                </a:lnTo>
                <a:lnTo>
                  <a:pt x="387216" y="67135"/>
                </a:lnTo>
                <a:lnTo>
                  <a:pt x="387209" y="66554"/>
                </a:lnTo>
                <a:lnTo>
                  <a:pt x="387209" y="65958"/>
                </a:lnTo>
                <a:lnTo>
                  <a:pt x="387209" y="65377"/>
                </a:lnTo>
                <a:lnTo>
                  <a:pt x="387231" y="64207"/>
                </a:lnTo>
                <a:lnTo>
                  <a:pt x="387267" y="63030"/>
                </a:lnTo>
                <a:lnTo>
                  <a:pt x="387310" y="61860"/>
                </a:lnTo>
                <a:lnTo>
                  <a:pt x="387367" y="60690"/>
                </a:lnTo>
                <a:lnTo>
                  <a:pt x="387432" y="59520"/>
                </a:lnTo>
                <a:lnTo>
                  <a:pt x="387511" y="58351"/>
                </a:lnTo>
                <a:lnTo>
                  <a:pt x="387597" y="57181"/>
                </a:lnTo>
                <a:lnTo>
                  <a:pt x="387676" y="56018"/>
                </a:lnTo>
                <a:lnTo>
                  <a:pt x="387776" y="54855"/>
                </a:lnTo>
                <a:lnTo>
                  <a:pt x="387869" y="53693"/>
                </a:lnTo>
                <a:lnTo>
                  <a:pt x="387963" y="52530"/>
                </a:lnTo>
                <a:lnTo>
                  <a:pt x="388063" y="51375"/>
                </a:lnTo>
                <a:lnTo>
                  <a:pt x="388121" y="50542"/>
                </a:lnTo>
                <a:lnTo>
                  <a:pt x="388192" y="49717"/>
                </a:lnTo>
                <a:lnTo>
                  <a:pt x="388271" y="48884"/>
                </a:lnTo>
                <a:lnTo>
                  <a:pt x="388357" y="48066"/>
                </a:lnTo>
                <a:lnTo>
                  <a:pt x="388451" y="47233"/>
                </a:lnTo>
                <a:lnTo>
                  <a:pt x="388537" y="46415"/>
                </a:lnTo>
                <a:lnTo>
                  <a:pt x="388637" y="45590"/>
                </a:lnTo>
                <a:lnTo>
                  <a:pt x="388745" y="44772"/>
                </a:lnTo>
                <a:lnTo>
                  <a:pt x="388853" y="43953"/>
                </a:lnTo>
                <a:lnTo>
                  <a:pt x="388960" y="43128"/>
                </a:lnTo>
                <a:lnTo>
                  <a:pt x="389068" y="42317"/>
                </a:lnTo>
                <a:lnTo>
                  <a:pt x="389183" y="41492"/>
                </a:lnTo>
                <a:lnTo>
                  <a:pt x="389283" y="40681"/>
                </a:lnTo>
                <a:lnTo>
                  <a:pt x="389391" y="39870"/>
                </a:lnTo>
                <a:lnTo>
                  <a:pt x="389506" y="39059"/>
                </a:lnTo>
                <a:lnTo>
                  <a:pt x="389613" y="38241"/>
                </a:lnTo>
                <a:lnTo>
                  <a:pt x="389692" y="37702"/>
                </a:lnTo>
                <a:lnTo>
                  <a:pt x="389764" y="37157"/>
                </a:lnTo>
                <a:lnTo>
                  <a:pt x="389843" y="36604"/>
                </a:lnTo>
                <a:lnTo>
                  <a:pt x="389936" y="36059"/>
                </a:lnTo>
                <a:lnTo>
                  <a:pt x="390023" y="35499"/>
                </a:lnTo>
                <a:lnTo>
                  <a:pt x="390116" y="34939"/>
                </a:lnTo>
                <a:lnTo>
                  <a:pt x="390216" y="34386"/>
                </a:lnTo>
                <a:lnTo>
                  <a:pt x="390317" y="33834"/>
                </a:lnTo>
                <a:lnTo>
                  <a:pt x="390417" y="33274"/>
                </a:lnTo>
                <a:lnTo>
                  <a:pt x="390518" y="32721"/>
                </a:lnTo>
                <a:lnTo>
                  <a:pt x="390625" y="32176"/>
                </a:lnTo>
                <a:lnTo>
                  <a:pt x="390733" y="31623"/>
                </a:lnTo>
                <a:lnTo>
                  <a:pt x="390841" y="31078"/>
                </a:lnTo>
                <a:lnTo>
                  <a:pt x="390956" y="30547"/>
                </a:lnTo>
                <a:lnTo>
                  <a:pt x="391063" y="30016"/>
                </a:lnTo>
                <a:lnTo>
                  <a:pt x="391178" y="29484"/>
                </a:lnTo>
                <a:lnTo>
                  <a:pt x="391293" y="28946"/>
                </a:lnTo>
                <a:lnTo>
                  <a:pt x="391408" y="28422"/>
                </a:lnTo>
                <a:lnTo>
                  <a:pt x="391523" y="27891"/>
                </a:lnTo>
                <a:lnTo>
                  <a:pt x="391637" y="27367"/>
                </a:lnTo>
                <a:lnTo>
                  <a:pt x="391752" y="26843"/>
                </a:lnTo>
                <a:lnTo>
                  <a:pt x="391867" y="26319"/>
                </a:lnTo>
                <a:lnTo>
                  <a:pt x="391989" y="25788"/>
                </a:lnTo>
                <a:lnTo>
                  <a:pt x="392111" y="25257"/>
                </a:lnTo>
                <a:lnTo>
                  <a:pt x="392204" y="24841"/>
                </a:lnTo>
                <a:lnTo>
                  <a:pt x="392319" y="24331"/>
                </a:lnTo>
                <a:lnTo>
                  <a:pt x="392448" y="23757"/>
                </a:lnTo>
                <a:lnTo>
                  <a:pt x="392585" y="23147"/>
                </a:lnTo>
                <a:lnTo>
                  <a:pt x="392735" y="22551"/>
                </a:lnTo>
                <a:lnTo>
                  <a:pt x="392879" y="22013"/>
                </a:lnTo>
                <a:lnTo>
                  <a:pt x="392951" y="21769"/>
                </a:lnTo>
                <a:lnTo>
                  <a:pt x="393015" y="21554"/>
                </a:lnTo>
                <a:lnTo>
                  <a:pt x="393080" y="21367"/>
                </a:lnTo>
                <a:lnTo>
                  <a:pt x="393145" y="21209"/>
                </a:lnTo>
                <a:lnTo>
                  <a:pt x="393209" y="20858"/>
                </a:lnTo>
                <a:lnTo>
                  <a:pt x="393302" y="20470"/>
                </a:lnTo>
                <a:lnTo>
                  <a:pt x="393410" y="20075"/>
                </a:lnTo>
                <a:lnTo>
                  <a:pt x="393525" y="19666"/>
                </a:lnTo>
                <a:lnTo>
                  <a:pt x="393640" y="19250"/>
                </a:lnTo>
                <a:lnTo>
                  <a:pt x="393762" y="18848"/>
                </a:lnTo>
                <a:lnTo>
                  <a:pt x="393877" y="18468"/>
                </a:lnTo>
                <a:lnTo>
                  <a:pt x="393984" y="18109"/>
                </a:lnTo>
                <a:lnTo>
                  <a:pt x="394099" y="17736"/>
                </a:lnTo>
                <a:lnTo>
                  <a:pt x="394214" y="17355"/>
                </a:lnTo>
                <a:lnTo>
                  <a:pt x="394329" y="16989"/>
                </a:lnTo>
                <a:lnTo>
                  <a:pt x="394444" y="16616"/>
                </a:lnTo>
                <a:lnTo>
                  <a:pt x="394551" y="16250"/>
                </a:lnTo>
                <a:lnTo>
                  <a:pt x="394666" y="15884"/>
                </a:lnTo>
                <a:lnTo>
                  <a:pt x="394781" y="15518"/>
                </a:lnTo>
                <a:lnTo>
                  <a:pt x="394896" y="15145"/>
                </a:lnTo>
                <a:lnTo>
                  <a:pt x="395111" y="14470"/>
                </a:lnTo>
                <a:lnTo>
                  <a:pt x="395341" y="13745"/>
                </a:lnTo>
                <a:lnTo>
                  <a:pt x="395585" y="12977"/>
                </a:lnTo>
                <a:lnTo>
                  <a:pt x="395850" y="12216"/>
                </a:lnTo>
                <a:lnTo>
                  <a:pt x="395979" y="11829"/>
                </a:lnTo>
                <a:lnTo>
                  <a:pt x="396116" y="11456"/>
                </a:lnTo>
                <a:lnTo>
                  <a:pt x="396259" y="11090"/>
                </a:lnTo>
                <a:lnTo>
                  <a:pt x="396396" y="10738"/>
                </a:lnTo>
                <a:lnTo>
                  <a:pt x="396539" y="10401"/>
                </a:lnTo>
                <a:lnTo>
                  <a:pt x="396683" y="10078"/>
                </a:lnTo>
                <a:lnTo>
                  <a:pt x="396826" y="9776"/>
                </a:lnTo>
                <a:lnTo>
                  <a:pt x="396963" y="9496"/>
                </a:lnTo>
                <a:lnTo>
                  <a:pt x="397020" y="9338"/>
                </a:lnTo>
                <a:lnTo>
                  <a:pt x="397092" y="9166"/>
                </a:lnTo>
                <a:lnTo>
                  <a:pt x="397164" y="8987"/>
                </a:lnTo>
                <a:lnTo>
                  <a:pt x="397243" y="8800"/>
                </a:lnTo>
                <a:lnTo>
                  <a:pt x="397436" y="8398"/>
                </a:lnTo>
                <a:lnTo>
                  <a:pt x="397645" y="7975"/>
                </a:lnTo>
                <a:lnTo>
                  <a:pt x="397889" y="7544"/>
                </a:lnTo>
                <a:lnTo>
                  <a:pt x="398147" y="7092"/>
                </a:lnTo>
                <a:lnTo>
                  <a:pt x="398412" y="6647"/>
                </a:lnTo>
                <a:lnTo>
                  <a:pt x="398692" y="6195"/>
                </a:lnTo>
                <a:lnTo>
                  <a:pt x="398972" y="5757"/>
                </a:lnTo>
                <a:lnTo>
                  <a:pt x="399259" y="5341"/>
                </a:lnTo>
                <a:lnTo>
                  <a:pt x="399532" y="4946"/>
                </a:lnTo>
                <a:lnTo>
                  <a:pt x="399798" y="4573"/>
                </a:lnTo>
                <a:lnTo>
                  <a:pt x="400056" y="4250"/>
                </a:lnTo>
                <a:lnTo>
                  <a:pt x="400293" y="3949"/>
                </a:lnTo>
                <a:lnTo>
                  <a:pt x="400401" y="3826"/>
                </a:lnTo>
                <a:lnTo>
                  <a:pt x="400508" y="3712"/>
                </a:lnTo>
                <a:lnTo>
                  <a:pt x="400601" y="3618"/>
                </a:lnTo>
                <a:lnTo>
                  <a:pt x="400688" y="3525"/>
                </a:lnTo>
                <a:lnTo>
                  <a:pt x="401039" y="3202"/>
                </a:lnTo>
                <a:lnTo>
                  <a:pt x="401334" y="2908"/>
                </a:lnTo>
                <a:lnTo>
                  <a:pt x="401613" y="2635"/>
                </a:lnTo>
                <a:lnTo>
                  <a:pt x="401893" y="2384"/>
                </a:lnTo>
                <a:lnTo>
                  <a:pt x="402030" y="2262"/>
                </a:lnTo>
                <a:lnTo>
                  <a:pt x="402180" y="2140"/>
                </a:lnTo>
                <a:lnTo>
                  <a:pt x="402338" y="2011"/>
                </a:lnTo>
                <a:lnTo>
                  <a:pt x="402511" y="1882"/>
                </a:lnTo>
                <a:lnTo>
                  <a:pt x="402697" y="1752"/>
                </a:lnTo>
                <a:lnTo>
                  <a:pt x="402905" y="1609"/>
                </a:lnTo>
                <a:lnTo>
                  <a:pt x="403128" y="1472"/>
                </a:lnTo>
                <a:lnTo>
                  <a:pt x="403372" y="1322"/>
                </a:lnTo>
                <a:lnTo>
                  <a:pt x="403558" y="1214"/>
                </a:lnTo>
                <a:lnTo>
                  <a:pt x="403759" y="1099"/>
                </a:lnTo>
                <a:lnTo>
                  <a:pt x="403953" y="992"/>
                </a:lnTo>
                <a:lnTo>
                  <a:pt x="404168" y="898"/>
                </a:lnTo>
                <a:lnTo>
                  <a:pt x="404384" y="798"/>
                </a:lnTo>
                <a:lnTo>
                  <a:pt x="404599" y="697"/>
                </a:lnTo>
                <a:lnTo>
                  <a:pt x="404822" y="611"/>
                </a:lnTo>
                <a:lnTo>
                  <a:pt x="405051" y="525"/>
                </a:lnTo>
                <a:lnTo>
                  <a:pt x="405281" y="453"/>
                </a:lnTo>
                <a:lnTo>
                  <a:pt x="405525" y="382"/>
                </a:lnTo>
                <a:lnTo>
                  <a:pt x="405769" y="310"/>
                </a:lnTo>
                <a:lnTo>
                  <a:pt x="406013" y="252"/>
                </a:lnTo>
                <a:lnTo>
                  <a:pt x="406264" y="209"/>
                </a:lnTo>
                <a:lnTo>
                  <a:pt x="406508" y="173"/>
                </a:lnTo>
                <a:lnTo>
                  <a:pt x="406759" y="137"/>
                </a:lnTo>
                <a:lnTo>
                  <a:pt x="407025" y="123"/>
                </a:lnTo>
                <a:lnTo>
                  <a:pt x="407161" y="80"/>
                </a:lnTo>
                <a:lnTo>
                  <a:pt x="407348" y="51"/>
                </a:lnTo>
                <a:lnTo>
                  <a:pt x="407549" y="23"/>
                </a:lnTo>
                <a:lnTo>
                  <a:pt x="407800" y="8"/>
                </a:lnTo>
                <a:close/>
                <a:moveTo>
                  <a:pt x="214476" y="1"/>
                </a:moveTo>
                <a:lnTo>
                  <a:pt x="214770" y="1"/>
                </a:lnTo>
                <a:lnTo>
                  <a:pt x="215093" y="8"/>
                </a:lnTo>
                <a:lnTo>
                  <a:pt x="215445" y="15"/>
                </a:lnTo>
                <a:lnTo>
                  <a:pt x="216198" y="59"/>
                </a:lnTo>
                <a:lnTo>
                  <a:pt x="217016" y="123"/>
                </a:lnTo>
                <a:lnTo>
                  <a:pt x="217870" y="195"/>
                </a:lnTo>
                <a:lnTo>
                  <a:pt x="218753" y="288"/>
                </a:lnTo>
                <a:lnTo>
                  <a:pt x="219636" y="389"/>
                </a:lnTo>
                <a:lnTo>
                  <a:pt x="220512" y="496"/>
                </a:lnTo>
                <a:lnTo>
                  <a:pt x="221344" y="604"/>
                </a:lnTo>
                <a:lnTo>
                  <a:pt x="222134" y="704"/>
                </a:lnTo>
                <a:lnTo>
                  <a:pt x="222851" y="805"/>
                </a:lnTo>
                <a:lnTo>
                  <a:pt x="223476" y="898"/>
                </a:lnTo>
                <a:lnTo>
                  <a:pt x="223992" y="977"/>
                </a:lnTo>
                <a:lnTo>
                  <a:pt x="224373" y="1049"/>
                </a:lnTo>
                <a:lnTo>
                  <a:pt x="225184" y="1207"/>
                </a:lnTo>
                <a:lnTo>
                  <a:pt x="225980" y="1372"/>
                </a:lnTo>
                <a:lnTo>
                  <a:pt x="226784" y="1544"/>
                </a:lnTo>
                <a:lnTo>
                  <a:pt x="227588" y="1724"/>
                </a:lnTo>
                <a:lnTo>
                  <a:pt x="228385" y="1917"/>
                </a:lnTo>
                <a:lnTo>
                  <a:pt x="229189" y="2118"/>
                </a:lnTo>
                <a:lnTo>
                  <a:pt x="229985" y="2326"/>
                </a:lnTo>
                <a:lnTo>
                  <a:pt x="230789" y="2549"/>
                </a:lnTo>
                <a:lnTo>
                  <a:pt x="231586" y="2771"/>
                </a:lnTo>
                <a:lnTo>
                  <a:pt x="232390" y="3001"/>
                </a:lnTo>
                <a:lnTo>
                  <a:pt x="233186" y="3238"/>
                </a:lnTo>
                <a:lnTo>
                  <a:pt x="233983" y="3482"/>
                </a:lnTo>
                <a:lnTo>
                  <a:pt x="234779" y="3740"/>
                </a:lnTo>
                <a:lnTo>
                  <a:pt x="235576" y="3992"/>
                </a:lnTo>
                <a:lnTo>
                  <a:pt x="236373" y="4257"/>
                </a:lnTo>
                <a:lnTo>
                  <a:pt x="237169" y="4530"/>
                </a:lnTo>
                <a:lnTo>
                  <a:pt x="237959" y="4795"/>
                </a:lnTo>
                <a:lnTo>
                  <a:pt x="238748" y="5075"/>
                </a:lnTo>
                <a:lnTo>
                  <a:pt x="239538" y="5362"/>
                </a:lnTo>
                <a:lnTo>
                  <a:pt x="240313" y="5649"/>
                </a:lnTo>
                <a:lnTo>
                  <a:pt x="241102" y="5937"/>
                </a:lnTo>
                <a:lnTo>
                  <a:pt x="241885" y="6238"/>
                </a:lnTo>
                <a:lnTo>
                  <a:pt x="242667" y="6539"/>
                </a:lnTo>
                <a:lnTo>
                  <a:pt x="243435" y="6841"/>
                </a:lnTo>
                <a:lnTo>
                  <a:pt x="244978" y="7451"/>
                </a:lnTo>
                <a:lnTo>
                  <a:pt x="246507" y="8075"/>
                </a:lnTo>
                <a:lnTo>
                  <a:pt x="248028" y="8707"/>
                </a:lnTo>
                <a:lnTo>
                  <a:pt x="249521" y="9338"/>
                </a:lnTo>
                <a:lnTo>
                  <a:pt x="249765" y="9439"/>
                </a:lnTo>
                <a:lnTo>
                  <a:pt x="250031" y="9547"/>
                </a:lnTo>
                <a:lnTo>
                  <a:pt x="250311" y="9654"/>
                </a:lnTo>
                <a:lnTo>
                  <a:pt x="250590" y="9762"/>
                </a:lnTo>
                <a:lnTo>
                  <a:pt x="250863" y="9877"/>
                </a:lnTo>
                <a:lnTo>
                  <a:pt x="251122" y="9992"/>
                </a:lnTo>
                <a:lnTo>
                  <a:pt x="251358" y="10114"/>
                </a:lnTo>
                <a:lnTo>
                  <a:pt x="251581" y="10236"/>
                </a:lnTo>
                <a:lnTo>
                  <a:pt x="251753" y="10286"/>
                </a:lnTo>
                <a:lnTo>
                  <a:pt x="251947" y="10350"/>
                </a:lnTo>
                <a:lnTo>
                  <a:pt x="252141" y="10415"/>
                </a:lnTo>
                <a:lnTo>
                  <a:pt x="252342" y="10487"/>
                </a:lnTo>
                <a:lnTo>
                  <a:pt x="252758" y="10659"/>
                </a:lnTo>
                <a:lnTo>
                  <a:pt x="253174" y="10846"/>
                </a:lnTo>
                <a:lnTo>
                  <a:pt x="253605" y="11032"/>
                </a:lnTo>
                <a:lnTo>
                  <a:pt x="254014" y="11212"/>
                </a:lnTo>
                <a:lnTo>
                  <a:pt x="254409" y="11391"/>
                </a:lnTo>
                <a:lnTo>
                  <a:pt x="254775" y="11542"/>
                </a:lnTo>
                <a:lnTo>
                  <a:pt x="255327" y="11772"/>
                </a:lnTo>
                <a:lnTo>
                  <a:pt x="255894" y="12008"/>
                </a:lnTo>
                <a:lnTo>
                  <a:pt x="256468" y="12252"/>
                </a:lnTo>
                <a:lnTo>
                  <a:pt x="257050" y="12511"/>
                </a:lnTo>
                <a:lnTo>
                  <a:pt x="257646" y="12776"/>
                </a:lnTo>
                <a:lnTo>
                  <a:pt x="258241" y="13035"/>
                </a:lnTo>
                <a:lnTo>
                  <a:pt x="258851" y="13315"/>
                </a:lnTo>
                <a:lnTo>
                  <a:pt x="259447" y="13587"/>
                </a:lnTo>
                <a:lnTo>
                  <a:pt x="260050" y="13867"/>
                </a:lnTo>
                <a:lnTo>
                  <a:pt x="260638" y="14147"/>
                </a:lnTo>
                <a:lnTo>
                  <a:pt x="261234" y="14427"/>
                </a:lnTo>
                <a:lnTo>
                  <a:pt x="261815" y="14693"/>
                </a:lnTo>
                <a:lnTo>
                  <a:pt x="262382" y="14972"/>
                </a:lnTo>
                <a:lnTo>
                  <a:pt x="262935" y="15245"/>
                </a:lnTo>
                <a:lnTo>
                  <a:pt x="263473" y="15518"/>
                </a:lnTo>
                <a:lnTo>
                  <a:pt x="263990" y="15776"/>
                </a:lnTo>
                <a:lnTo>
                  <a:pt x="264736" y="16157"/>
                </a:lnTo>
                <a:lnTo>
                  <a:pt x="265483" y="16544"/>
                </a:lnTo>
                <a:lnTo>
                  <a:pt x="266236" y="16932"/>
                </a:lnTo>
                <a:lnTo>
                  <a:pt x="266976" y="17319"/>
                </a:lnTo>
                <a:lnTo>
                  <a:pt x="267715" y="17714"/>
                </a:lnTo>
                <a:lnTo>
                  <a:pt x="268440" y="18109"/>
                </a:lnTo>
                <a:lnTo>
                  <a:pt x="269172" y="18511"/>
                </a:lnTo>
                <a:lnTo>
                  <a:pt x="269904" y="18913"/>
                </a:lnTo>
                <a:lnTo>
                  <a:pt x="270629" y="19322"/>
                </a:lnTo>
                <a:lnTo>
                  <a:pt x="271339" y="19731"/>
                </a:lnTo>
                <a:lnTo>
                  <a:pt x="272050" y="20140"/>
                </a:lnTo>
                <a:lnTo>
                  <a:pt x="272753" y="20549"/>
                </a:lnTo>
                <a:lnTo>
                  <a:pt x="273449" y="20958"/>
                </a:lnTo>
                <a:lnTo>
                  <a:pt x="274145" y="21382"/>
                </a:lnTo>
                <a:lnTo>
                  <a:pt x="274834" y="21798"/>
                </a:lnTo>
                <a:lnTo>
                  <a:pt x="275502" y="22228"/>
                </a:lnTo>
                <a:lnTo>
                  <a:pt x="276205" y="22666"/>
                </a:lnTo>
                <a:lnTo>
                  <a:pt x="276901" y="23104"/>
                </a:lnTo>
                <a:lnTo>
                  <a:pt x="277590" y="23542"/>
                </a:lnTo>
                <a:lnTo>
                  <a:pt x="278279" y="23973"/>
                </a:lnTo>
                <a:lnTo>
                  <a:pt x="278961" y="24417"/>
                </a:lnTo>
                <a:lnTo>
                  <a:pt x="279643" y="24855"/>
                </a:lnTo>
                <a:lnTo>
                  <a:pt x="280325" y="25300"/>
                </a:lnTo>
                <a:lnTo>
                  <a:pt x="281000" y="25760"/>
                </a:lnTo>
                <a:lnTo>
                  <a:pt x="281710" y="26233"/>
                </a:lnTo>
                <a:lnTo>
                  <a:pt x="282406" y="26714"/>
                </a:lnTo>
                <a:lnTo>
                  <a:pt x="283088" y="27181"/>
                </a:lnTo>
                <a:lnTo>
                  <a:pt x="283741" y="27647"/>
                </a:lnTo>
                <a:lnTo>
                  <a:pt x="284394" y="28106"/>
                </a:lnTo>
                <a:lnTo>
                  <a:pt x="285026" y="28566"/>
                </a:lnTo>
                <a:lnTo>
                  <a:pt x="285657" y="29018"/>
                </a:lnTo>
                <a:lnTo>
                  <a:pt x="286282" y="29477"/>
                </a:lnTo>
                <a:lnTo>
                  <a:pt x="286899" y="29929"/>
                </a:lnTo>
                <a:lnTo>
                  <a:pt x="287516" y="30389"/>
                </a:lnTo>
                <a:lnTo>
                  <a:pt x="288141" y="30855"/>
                </a:lnTo>
                <a:lnTo>
                  <a:pt x="288765" y="31322"/>
                </a:lnTo>
                <a:lnTo>
                  <a:pt x="289404" y="31796"/>
                </a:lnTo>
                <a:lnTo>
                  <a:pt x="290043" y="32269"/>
                </a:lnTo>
                <a:lnTo>
                  <a:pt x="290696" y="32764"/>
                </a:lnTo>
                <a:lnTo>
                  <a:pt x="291370" y="33260"/>
                </a:lnTo>
                <a:lnTo>
                  <a:pt x="291995" y="33733"/>
                </a:lnTo>
                <a:lnTo>
                  <a:pt x="292626" y="34229"/>
                </a:lnTo>
                <a:lnTo>
                  <a:pt x="293258" y="34738"/>
                </a:lnTo>
                <a:lnTo>
                  <a:pt x="293882" y="35248"/>
                </a:lnTo>
                <a:lnTo>
                  <a:pt x="294500" y="35750"/>
                </a:lnTo>
                <a:lnTo>
                  <a:pt x="295117" y="36260"/>
                </a:lnTo>
                <a:lnTo>
                  <a:pt x="295734" y="36755"/>
                </a:lnTo>
                <a:lnTo>
                  <a:pt x="296330" y="37221"/>
                </a:lnTo>
                <a:lnTo>
                  <a:pt x="308287" y="47743"/>
                </a:lnTo>
                <a:lnTo>
                  <a:pt x="308516" y="47965"/>
                </a:lnTo>
                <a:lnTo>
                  <a:pt x="308739" y="48195"/>
                </a:lnTo>
                <a:lnTo>
                  <a:pt x="308947" y="48425"/>
                </a:lnTo>
                <a:lnTo>
                  <a:pt x="309148" y="48654"/>
                </a:lnTo>
                <a:lnTo>
                  <a:pt x="309349" y="48884"/>
                </a:lnTo>
                <a:lnTo>
                  <a:pt x="309535" y="49107"/>
                </a:lnTo>
                <a:lnTo>
                  <a:pt x="309722" y="49322"/>
                </a:lnTo>
                <a:lnTo>
                  <a:pt x="309923" y="49516"/>
                </a:lnTo>
                <a:lnTo>
                  <a:pt x="310497" y="50083"/>
                </a:lnTo>
                <a:lnTo>
                  <a:pt x="311114" y="50707"/>
                </a:lnTo>
                <a:lnTo>
                  <a:pt x="311753" y="51367"/>
                </a:lnTo>
                <a:lnTo>
                  <a:pt x="312392" y="52056"/>
                </a:lnTo>
                <a:lnTo>
                  <a:pt x="313038" y="52753"/>
                </a:lnTo>
                <a:lnTo>
                  <a:pt x="313641" y="53442"/>
                </a:lnTo>
                <a:lnTo>
                  <a:pt x="313935" y="53779"/>
                </a:lnTo>
                <a:lnTo>
                  <a:pt x="314215" y="54116"/>
                </a:lnTo>
                <a:lnTo>
                  <a:pt x="314488" y="54439"/>
                </a:lnTo>
                <a:lnTo>
                  <a:pt x="314732" y="54741"/>
                </a:lnTo>
                <a:lnTo>
                  <a:pt x="315313" y="55458"/>
                </a:lnTo>
                <a:lnTo>
                  <a:pt x="315823" y="56097"/>
                </a:lnTo>
                <a:lnTo>
                  <a:pt x="316059" y="56398"/>
                </a:lnTo>
                <a:lnTo>
                  <a:pt x="316282" y="56700"/>
                </a:lnTo>
                <a:lnTo>
                  <a:pt x="316497" y="56994"/>
                </a:lnTo>
                <a:lnTo>
                  <a:pt x="316712" y="57281"/>
                </a:lnTo>
                <a:lnTo>
                  <a:pt x="316921" y="57583"/>
                </a:lnTo>
                <a:lnTo>
                  <a:pt x="317122" y="57891"/>
                </a:lnTo>
                <a:lnTo>
                  <a:pt x="317330" y="58200"/>
                </a:lnTo>
                <a:lnTo>
                  <a:pt x="317538" y="58530"/>
                </a:lnTo>
                <a:lnTo>
                  <a:pt x="317746" y="58875"/>
                </a:lnTo>
                <a:lnTo>
                  <a:pt x="317968" y="59241"/>
                </a:lnTo>
                <a:lnTo>
                  <a:pt x="318198" y="59643"/>
                </a:lnTo>
                <a:lnTo>
                  <a:pt x="318442" y="60066"/>
                </a:lnTo>
                <a:lnTo>
                  <a:pt x="318593" y="60346"/>
                </a:lnTo>
                <a:lnTo>
                  <a:pt x="318751" y="60683"/>
                </a:lnTo>
                <a:lnTo>
                  <a:pt x="318930" y="61049"/>
                </a:lnTo>
                <a:lnTo>
                  <a:pt x="319110" y="61458"/>
                </a:lnTo>
                <a:lnTo>
                  <a:pt x="319296" y="61896"/>
                </a:lnTo>
                <a:lnTo>
                  <a:pt x="319483" y="62363"/>
                </a:lnTo>
                <a:lnTo>
                  <a:pt x="319655" y="62851"/>
                </a:lnTo>
                <a:lnTo>
                  <a:pt x="319827" y="63339"/>
                </a:lnTo>
                <a:lnTo>
                  <a:pt x="319985" y="63841"/>
                </a:lnTo>
                <a:lnTo>
                  <a:pt x="320129" y="64343"/>
                </a:lnTo>
                <a:lnTo>
                  <a:pt x="320186" y="64588"/>
                </a:lnTo>
                <a:lnTo>
                  <a:pt x="320244" y="64839"/>
                </a:lnTo>
                <a:lnTo>
                  <a:pt x="320301" y="65083"/>
                </a:lnTo>
                <a:lnTo>
                  <a:pt x="320344" y="65320"/>
                </a:lnTo>
                <a:lnTo>
                  <a:pt x="320387" y="65549"/>
                </a:lnTo>
                <a:lnTo>
                  <a:pt x="320416" y="65779"/>
                </a:lnTo>
                <a:lnTo>
                  <a:pt x="320437" y="66001"/>
                </a:lnTo>
                <a:lnTo>
                  <a:pt x="320452" y="66217"/>
                </a:lnTo>
                <a:lnTo>
                  <a:pt x="320459" y="66425"/>
                </a:lnTo>
                <a:lnTo>
                  <a:pt x="320459" y="66626"/>
                </a:lnTo>
                <a:lnTo>
                  <a:pt x="320445" y="66812"/>
                </a:lnTo>
                <a:lnTo>
                  <a:pt x="320416" y="66992"/>
                </a:lnTo>
                <a:lnTo>
                  <a:pt x="320344" y="67401"/>
                </a:lnTo>
                <a:lnTo>
                  <a:pt x="320265" y="67796"/>
                </a:lnTo>
                <a:lnTo>
                  <a:pt x="320179" y="68190"/>
                </a:lnTo>
                <a:lnTo>
                  <a:pt x="320078" y="68564"/>
                </a:lnTo>
                <a:lnTo>
                  <a:pt x="319985" y="68944"/>
                </a:lnTo>
                <a:lnTo>
                  <a:pt x="319878" y="69310"/>
                </a:lnTo>
                <a:lnTo>
                  <a:pt x="319763" y="69676"/>
                </a:lnTo>
                <a:lnTo>
                  <a:pt x="319641" y="70028"/>
                </a:lnTo>
                <a:lnTo>
                  <a:pt x="319512" y="70372"/>
                </a:lnTo>
                <a:lnTo>
                  <a:pt x="319375" y="70717"/>
                </a:lnTo>
                <a:lnTo>
                  <a:pt x="319239" y="71054"/>
                </a:lnTo>
                <a:lnTo>
                  <a:pt x="319095" y="71384"/>
                </a:lnTo>
                <a:lnTo>
                  <a:pt x="318937" y="71714"/>
                </a:lnTo>
                <a:lnTo>
                  <a:pt x="318787" y="72037"/>
                </a:lnTo>
                <a:lnTo>
                  <a:pt x="318622" y="72353"/>
                </a:lnTo>
                <a:lnTo>
                  <a:pt x="318456" y="72669"/>
                </a:lnTo>
                <a:lnTo>
                  <a:pt x="318284" y="72985"/>
                </a:lnTo>
                <a:lnTo>
                  <a:pt x="318105" y="73286"/>
                </a:lnTo>
                <a:lnTo>
                  <a:pt x="317918" y="73595"/>
                </a:lnTo>
                <a:lnTo>
                  <a:pt x="317732" y="73896"/>
                </a:lnTo>
                <a:lnTo>
                  <a:pt x="317545" y="74190"/>
                </a:lnTo>
                <a:lnTo>
                  <a:pt x="317344" y="74492"/>
                </a:lnTo>
                <a:lnTo>
                  <a:pt x="317150" y="74793"/>
                </a:lnTo>
                <a:lnTo>
                  <a:pt x="316942" y="75088"/>
                </a:lnTo>
                <a:lnTo>
                  <a:pt x="316533" y="75669"/>
                </a:lnTo>
                <a:lnTo>
                  <a:pt x="316095" y="76265"/>
                </a:lnTo>
                <a:lnTo>
                  <a:pt x="315657" y="76846"/>
                </a:lnTo>
                <a:lnTo>
                  <a:pt x="315205" y="77434"/>
                </a:lnTo>
                <a:lnTo>
                  <a:pt x="314954" y="77750"/>
                </a:lnTo>
                <a:lnTo>
                  <a:pt x="314710" y="78052"/>
                </a:lnTo>
                <a:lnTo>
                  <a:pt x="314581" y="78202"/>
                </a:lnTo>
                <a:lnTo>
                  <a:pt x="314445" y="78339"/>
                </a:lnTo>
                <a:lnTo>
                  <a:pt x="314308" y="78482"/>
                </a:lnTo>
                <a:lnTo>
                  <a:pt x="314157" y="78611"/>
                </a:lnTo>
                <a:lnTo>
                  <a:pt x="314078" y="78726"/>
                </a:lnTo>
                <a:lnTo>
                  <a:pt x="313899" y="78927"/>
                </a:lnTo>
                <a:lnTo>
                  <a:pt x="313648" y="79207"/>
                </a:lnTo>
                <a:lnTo>
                  <a:pt x="313325" y="79552"/>
                </a:lnTo>
                <a:lnTo>
                  <a:pt x="312952" y="79954"/>
                </a:lnTo>
                <a:lnTo>
                  <a:pt x="312535" y="80399"/>
                </a:lnTo>
                <a:lnTo>
                  <a:pt x="312083" y="80872"/>
                </a:lnTo>
                <a:lnTo>
                  <a:pt x="311617" y="81353"/>
                </a:lnTo>
                <a:lnTo>
                  <a:pt x="311143" y="81841"/>
                </a:lnTo>
                <a:lnTo>
                  <a:pt x="310669" y="82322"/>
                </a:lnTo>
                <a:lnTo>
                  <a:pt x="310217" y="82789"/>
                </a:lnTo>
                <a:lnTo>
                  <a:pt x="309801" y="83219"/>
                </a:lnTo>
                <a:lnTo>
                  <a:pt x="309413" y="83607"/>
                </a:lnTo>
                <a:lnTo>
                  <a:pt x="309076" y="83944"/>
                </a:lnTo>
                <a:lnTo>
                  <a:pt x="308811" y="84210"/>
                </a:lnTo>
                <a:lnTo>
                  <a:pt x="308617" y="84389"/>
                </a:lnTo>
                <a:lnTo>
                  <a:pt x="308380" y="84619"/>
                </a:lnTo>
                <a:lnTo>
                  <a:pt x="308143" y="84856"/>
                </a:lnTo>
                <a:lnTo>
                  <a:pt x="307913" y="85071"/>
                </a:lnTo>
                <a:lnTo>
                  <a:pt x="307684" y="85293"/>
                </a:lnTo>
                <a:lnTo>
                  <a:pt x="307454" y="85516"/>
                </a:lnTo>
                <a:lnTo>
                  <a:pt x="307217" y="85745"/>
                </a:lnTo>
                <a:lnTo>
                  <a:pt x="306988" y="85975"/>
                </a:lnTo>
                <a:lnTo>
                  <a:pt x="306751" y="86219"/>
                </a:lnTo>
                <a:lnTo>
                  <a:pt x="305244" y="87561"/>
                </a:lnTo>
                <a:lnTo>
                  <a:pt x="305093" y="87705"/>
                </a:lnTo>
                <a:lnTo>
                  <a:pt x="304992" y="87798"/>
                </a:lnTo>
                <a:lnTo>
                  <a:pt x="304906" y="87884"/>
                </a:lnTo>
                <a:lnTo>
                  <a:pt x="304756" y="87999"/>
                </a:lnTo>
                <a:lnTo>
                  <a:pt x="304497" y="88214"/>
                </a:lnTo>
                <a:lnTo>
                  <a:pt x="304167" y="88480"/>
                </a:lnTo>
                <a:lnTo>
                  <a:pt x="303801" y="88796"/>
                </a:lnTo>
                <a:lnTo>
                  <a:pt x="303399" y="89147"/>
                </a:lnTo>
                <a:lnTo>
                  <a:pt x="302968" y="89535"/>
                </a:lnTo>
                <a:lnTo>
                  <a:pt x="302516" y="89930"/>
                </a:lnTo>
                <a:lnTo>
                  <a:pt x="302050" y="90339"/>
                </a:lnTo>
                <a:lnTo>
                  <a:pt x="301576" y="90755"/>
                </a:lnTo>
                <a:lnTo>
                  <a:pt x="301110" y="91157"/>
                </a:lnTo>
                <a:lnTo>
                  <a:pt x="300665" y="91552"/>
                </a:lnTo>
                <a:lnTo>
                  <a:pt x="300234" y="91918"/>
                </a:lnTo>
                <a:lnTo>
                  <a:pt x="299839" y="92255"/>
                </a:lnTo>
                <a:lnTo>
                  <a:pt x="299473" y="92549"/>
                </a:lnTo>
                <a:lnTo>
                  <a:pt x="299165" y="92786"/>
                </a:lnTo>
                <a:lnTo>
                  <a:pt x="299035" y="92887"/>
                </a:lnTo>
                <a:lnTo>
                  <a:pt x="298913" y="92973"/>
                </a:lnTo>
                <a:lnTo>
                  <a:pt x="298806" y="93037"/>
                </a:lnTo>
                <a:lnTo>
                  <a:pt x="298712" y="93088"/>
                </a:lnTo>
                <a:lnTo>
                  <a:pt x="298634" y="93174"/>
                </a:lnTo>
                <a:lnTo>
                  <a:pt x="298497" y="93303"/>
                </a:lnTo>
                <a:lnTo>
                  <a:pt x="298318" y="93461"/>
                </a:lnTo>
                <a:lnTo>
                  <a:pt x="298095" y="93647"/>
                </a:lnTo>
                <a:lnTo>
                  <a:pt x="297535" y="94107"/>
                </a:lnTo>
                <a:lnTo>
                  <a:pt x="296846" y="94667"/>
                </a:lnTo>
                <a:lnTo>
                  <a:pt x="296050" y="95298"/>
                </a:lnTo>
                <a:lnTo>
                  <a:pt x="295181" y="95987"/>
                </a:lnTo>
                <a:lnTo>
                  <a:pt x="294256" y="96712"/>
                </a:lnTo>
                <a:lnTo>
                  <a:pt x="293301" y="97451"/>
                </a:lnTo>
                <a:lnTo>
                  <a:pt x="292346" y="98183"/>
                </a:lnTo>
                <a:lnTo>
                  <a:pt x="291413" y="98894"/>
                </a:lnTo>
                <a:lnTo>
                  <a:pt x="290531" y="99569"/>
                </a:lnTo>
                <a:lnTo>
                  <a:pt x="289720" y="100179"/>
                </a:lnTo>
                <a:lnTo>
                  <a:pt x="289016" y="100695"/>
                </a:lnTo>
                <a:lnTo>
                  <a:pt x="288428" y="101112"/>
                </a:lnTo>
                <a:lnTo>
                  <a:pt x="288191" y="101284"/>
                </a:lnTo>
                <a:lnTo>
                  <a:pt x="287997" y="101420"/>
                </a:lnTo>
                <a:lnTo>
                  <a:pt x="287846" y="101506"/>
                </a:lnTo>
                <a:lnTo>
                  <a:pt x="287739" y="101571"/>
                </a:lnTo>
                <a:lnTo>
                  <a:pt x="287502" y="101765"/>
                </a:lnTo>
                <a:lnTo>
                  <a:pt x="287129" y="102045"/>
                </a:lnTo>
                <a:lnTo>
                  <a:pt x="286641" y="102396"/>
                </a:lnTo>
                <a:lnTo>
                  <a:pt x="286067" y="102805"/>
                </a:lnTo>
                <a:lnTo>
                  <a:pt x="285406" y="103265"/>
                </a:lnTo>
                <a:lnTo>
                  <a:pt x="284710" y="103760"/>
                </a:lnTo>
                <a:lnTo>
                  <a:pt x="283964" y="104269"/>
                </a:lnTo>
                <a:lnTo>
                  <a:pt x="283210" y="104786"/>
                </a:lnTo>
                <a:lnTo>
                  <a:pt x="282449" y="105303"/>
                </a:lnTo>
                <a:lnTo>
                  <a:pt x="281710" y="105798"/>
                </a:lnTo>
                <a:lnTo>
                  <a:pt x="281014" y="106265"/>
                </a:lnTo>
                <a:lnTo>
                  <a:pt x="280375" y="106681"/>
                </a:lnTo>
                <a:lnTo>
                  <a:pt x="279815" y="107033"/>
                </a:lnTo>
                <a:lnTo>
                  <a:pt x="279349" y="107327"/>
                </a:lnTo>
                <a:lnTo>
                  <a:pt x="279148" y="107442"/>
                </a:lnTo>
                <a:lnTo>
                  <a:pt x="278997" y="107528"/>
                </a:lnTo>
                <a:lnTo>
                  <a:pt x="278861" y="107592"/>
                </a:lnTo>
                <a:lnTo>
                  <a:pt x="278775" y="107636"/>
                </a:lnTo>
                <a:lnTo>
                  <a:pt x="278703" y="107707"/>
                </a:lnTo>
                <a:lnTo>
                  <a:pt x="278567" y="107808"/>
                </a:lnTo>
                <a:lnTo>
                  <a:pt x="278387" y="107930"/>
                </a:lnTo>
                <a:lnTo>
                  <a:pt x="278157" y="108088"/>
                </a:lnTo>
                <a:lnTo>
                  <a:pt x="277576" y="108454"/>
                </a:lnTo>
                <a:lnTo>
                  <a:pt x="276837" y="108920"/>
                </a:lnTo>
                <a:lnTo>
                  <a:pt x="275976" y="109444"/>
                </a:lnTo>
                <a:lnTo>
                  <a:pt x="275021" y="110011"/>
                </a:lnTo>
                <a:lnTo>
                  <a:pt x="274002" y="110607"/>
                </a:lnTo>
                <a:lnTo>
                  <a:pt x="272933" y="111231"/>
                </a:lnTo>
                <a:lnTo>
                  <a:pt x="271856" y="111848"/>
                </a:lnTo>
                <a:lnTo>
                  <a:pt x="270801" y="112459"/>
                </a:lnTo>
                <a:lnTo>
                  <a:pt x="269782" y="113025"/>
                </a:lnTo>
                <a:lnTo>
                  <a:pt x="268834" y="113549"/>
                </a:lnTo>
                <a:lnTo>
                  <a:pt x="267980" y="114016"/>
                </a:lnTo>
                <a:lnTo>
                  <a:pt x="267263" y="114396"/>
                </a:lnTo>
                <a:lnTo>
                  <a:pt x="266954" y="114561"/>
                </a:lnTo>
                <a:lnTo>
                  <a:pt x="266696" y="114683"/>
                </a:lnTo>
                <a:lnTo>
                  <a:pt x="266473" y="114791"/>
                </a:lnTo>
                <a:lnTo>
                  <a:pt x="266301" y="114863"/>
                </a:lnTo>
                <a:lnTo>
                  <a:pt x="266043" y="115021"/>
                </a:lnTo>
                <a:lnTo>
                  <a:pt x="265784" y="115179"/>
                </a:lnTo>
                <a:lnTo>
                  <a:pt x="265504" y="115329"/>
                </a:lnTo>
                <a:lnTo>
                  <a:pt x="265217" y="115487"/>
                </a:lnTo>
                <a:lnTo>
                  <a:pt x="264614" y="115781"/>
                </a:lnTo>
                <a:lnTo>
                  <a:pt x="263990" y="116076"/>
                </a:lnTo>
                <a:lnTo>
                  <a:pt x="263366" y="116370"/>
                </a:lnTo>
                <a:lnTo>
                  <a:pt x="262741" y="116657"/>
                </a:lnTo>
                <a:lnTo>
                  <a:pt x="262146" y="116930"/>
                </a:lnTo>
                <a:lnTo>
                  <a:pt x="261579" y="117210"/>
                </a:lnTo>
                <a:lnTo>
                  <a:pt x="261284" y="117360"/>
                </a:lnTo>
                <a:lnTo>
                  <a:pt x="260983" y="117497"/>
                </a:lnTo>
                <a:lnTo>
                  <a:pt x="260681" y="117640"/>
                </a:lnTo>
                <a:lnTo>
                  <a:pt x="260380" y="117770"/>
                </a:lnTo>
                <a:lnTo>
                  <a:pt x="260086" y="117913"/>
                </a:lnTo>
                <a:lnTo>
                  <a:pt x="259777" y="118042"/>
                </a:lnTo>
                <a:lnTo>
                  <a:pt x="259476" y="118171"/>
                </a:lnTo>
                <a:lnTo>
                  <a:pt x="259181" y="118315"/>
                </a:lnTo>
                <a:lnTo>
                  <a:pt x="258916" y="118437"/>
                </a:lnTo>
                <a:lnTo>
                  <a:pt x="258622" y="118581"/>
                </a:lnTo>
                <a:lnTo>
                  <a:pt x="258291" y="118731"/>
                </a:lnTo>
                <a:lnTo>
                  <a:pt x="257947" y="118889"/>
                </a:lnTo>
                <a:lnTo>
                  <a:pt x="257610" y="119047"/>
                </a:lnTo>
                <a:lnTo>
                  <a:pt x="257279" y="119176"/>
                </a:lnTo>
                <a:lnTo>
                  <a:pt x="256971" y="119291"/>
                </a:lnTo>
                <a:lnTo>
                  <a:pt x="256705" y="119377"/>
                </a:lnTo>
                <a:lnTo>
                  <a:pt x="256361" y="119557"/>
                </a:lnTo>
                <a:lnTo>
                  <a:pt x="255973" y="119729"/>
                </a:lnTo>
                <a:lnTo>
                  <a:pt x="255564" y="119908"/>
                </a:lnTo>
                <a:lnTo>
                  <a:pt x="255141" y="120081"/>
                </a:lnTo>
                <a:lnTo>
                  <a:pt x="254703" y="120253"/>
                </a:lnTo>
                <a:lnTo>
                  <a:pt x="254279" y="120418"/>
                </a:lnTo>
                <a:lnTo>
                  <a:pt x="253863" y="120569"/>
                </a:lnTo>
                <a:lnTo>
                  <a:pt x="253490" y="120726"/>
                </a:lnTo>
                <a:lnTo>
                  <a:pt x="253138" y="120870"/>
                </a:lnTo>
                <a:lnTo>
                  <a:pt x="252657" y="121057"/>
                </a:lnTo>
                <a:lnTo>
                  <a:pt x="252083" y="121286"/>
                </a:lnTo>
                <a:lnTo>
                  <a:pt x="251430" y="121559"/>
                </a:lnTo>
                <a:lnTo>
                  <a:pt x="250698" y="121846"/>
                </a:lnTo>
                <a:lnTo>
                  <a:pt x="249916" y="122162"/>
                </a:lnTo>
                <a:lnTo>
                  <a:pt x="249112" y="122485"/>
                </a:lnTo>
                <a:lnTo>
                  <a:pt x="248301" y="122815"/>
                </a:lnTo>
                <a:lnTo>
                  <a:pt x="247483" y="123131"/>
                </a:lnTo>
                <a:lnTo>
                  <a:pt x="246693" y="123447"/>
                </a:lnTo>
                <a:lnTo>
                  <a:pt x="245954" y="123734"/>
                </a:lnTo>
                <a:lnTo>
                  <a:pt x="245279" y="123999"/>
                </a:lnTo>
                <a:lnTo>
                  <a:pt x="244677" y="124222"/>
                </a:lnTo>
                <a:lnTo>
                  <a:pt x="244174" y="124401"/>
                </a:lnTo>
                <a:lnTo>
                  <a:pt x="243801" y="124530"/>
                </a:lnTo>
                <a:lnTo>
                  <a:pt x="243550" y="124602"/>
                </a:lnTo>
                <a:lnTo>
                  <a:pt x="243435" y="124660"/>
                </a:lnTo>
                <a:lnTo>
                  <a:pt x="243248" y="124753"/>
                </a:lnTo>
                <a:lnTo>
                  <a:pt x="242990" y="124868"/>
                </a:lnTo>
                <a:lnTo>
                  <a:pt x="242674" y="124990"/>
                </a:lnTo>
                <a:lnTo>
                  <a:pt x="241899" y="125284"/>
                </a:lnTo>
                <a:lnTo>
                  <a:pt x="241031" y="125607"/>
                </a:lnTo>
                <a:lnTo>
                  <a:pt x="240134" y="125915"/>
                </a:lnTo>
                <a:lnTo>
                  <a:pt x="239308" y="126217"/>
                </a:lnTo>
                <a:lnTo>
                  <a:pt x="238626" y="126454"/>
                </a:lnTo>
                <a:lnTo>
                  <a:pt x="238181" y="126597"/>
                </a:lnTo>
                <a:lnTo>
                  <a:pt x="237069" y="126971"/>
                </a:lnTo>
                <a:lnTo>
                  <a:pt x="235978" y="127329"/>
                </a:lnTo>
                <a:lnTo>
                  <a:pt x="234894" y="127674"/>
                </a:lnTo>
                <a:lnTo>
                  <a:pt x="233818" y="128011"/>
                </a:lnTo>
                <a:lnTo>
                  <a:pt x="232756" y="128341"/>
                </a:lnTo>
                <a:lnTo>
                  <a:pt x="231679" y="128664"/>
                </a:lnTo>
                <a:lnTo>
                  <a:pt x="230610" y="128966"/>
                </a:lnTo>
                <a:lnTo>
                  <a:pt x="229533" y="129253"/>
                </a:lnTo>
                <a:lnTo>
                  <a:pt x="228995" y="129389"/>
                </a:lnTo>
                <a:lnTo>
                  <a:pt x="228449" y="129533"/>
                </a:lnTo>
                <a:lnTo>
                  <a:pt x="227904" y="129662"/>
                </a:lnTo>
                <a:lnTo>
                  <a:pt x="227366" y="129784"/>
                </a:lnTo>
                <a:lnTo>
                  <a:pt x="226813" y="129913"/>
                </a:lnTo>
                <a:lnTo>
                  <a:pt x="226253" y="130035"/>
                </a:lnTo>
                <a:lnTo>
                  <a:pt x="225708" y="130150"/>
                </a:lnTo>
                <a:lnTo>
                  <a:pt x="225148" y="130265"/>
                </a:lnTo>
                <a:lnTo>
                  <a:pt x="224581" y="130372"/>
                </a:lnTo>
                <a:lnTo>
                  <a:pt x="224007" y="130466"/>
                </a:lnTo>
                <a:lnTo>
                  <a:pt x="223440" y="130566"/>
                </a:lnTo>
                <a:lnTo>
                  <a:pt x="222858" y="130667"/>
                </a:lnTo>
                <a:lnTo>
                  <a:pt x="222277" y="130753"/>
                </a:lnTo>
                <a:lnTo>
                  <a:pt x="221681" y="130839"/>
                </a:lnTo>
                <a:lnTo>
                  <a:pt x="221086" y="130911"/>
                </a:lnTo>
                <a:lnTo>
                  <a:pt x="220483" y="130983"/>
                </a:lnTo>
                <a:lnTo>
                  <a:pt x="220059" y="131033"/>
                </a:lnTo>
                <a:lnTo>
                  <a:pt x="219622" y="131083"/>
                </a:lnTo>
                <a:lnTo>
                  <a:pt x="219191" y="131133"/>
                </a:lnTo>
                <a:lnTo>
                  <a:pt x="218760" y="131176"/>
                </a:lnTo>
                <a:lnTo>
                  <a:pt x="218323" y="131219"/>
                </a:lnTo>
                <a:lnTo>
                  <a:pt x="217892" y="131248"/>
                </a:lnTo>
                <a:lnTo>
                  <a:pt x="217454" y="131284"/>
                </a:lnTo>
                <a:lnTo>
                  <a:pt x="217016" y="131313"/>
                </a:lnTo>
                <a:lnTo>
                  <a:pt x="216571" y="131341"/>
                </a:lnTo>
                <a:lnTo>
                  <a:pt x="216141" y="131363"/>
                </a:lnTo>
                <a:lnTo>
                  <a:pt x="215703" y="131377"/>
                </a:lnTo>
                <a:lnTo>
                  <a:pt x="215258" y="131399"/>
                </a:lnTo>
                <a:lnTo>
                  <a:pt x="214827" y="131406"/>
                </a:lnTo>
                <a:lnTo>
                  <a:pt x="214390" y="131413"/>
                </a:lnTo>
                <a:lnTo>
                  <a:pt x="213952" y="131413"/>
                </a:lnTo>
                <a:lnTo>
                  <a:pt x="213528" y="131406"/>
                </a:lnTo>
                <a:lnTo>
                  <a:pt x="213306" y="131406"/>
                </a:lnTo>
                <a:lnTo>
                  <a:pt x="213098" y="131399"/>
                </a:lnTo>
                <a:lnTo>
                  <a:pt x="212890" y="131377"/>
                </a:lnTo>
                <a:lnTo>
                  <a:pt x="212681" y="131363"/>
                </a:lnTo>
                <a:lnTo>
                  <a:pt x="212488" y="131341"/>
                </a:lnTo>
                <a:lnTo>
                  <a:pt x="212287" y="131313"/>
                </a:lnTo>
                <a:lnTo>
                  <a:pt x="212093" y="131284"/>
                </a:lnTo>
                <a:lnTo>
                  <a:pt x="211899" y="131248"/>
                </a:lnTo>
                <a:lnTo>
                  <a:pt x="211526" y="131176"/>
                </a:lnTo>
                <a:lnTo>
                  <a:pt x="211160" y="131083"/>
                </a:lnTo>
                <a:lnTo>
                  <a:pt x="210808" y="130975"/>
                </a:lnTo>
                <a:lnTo>
                  <a:pt x="210464" y="130853"/>
                </a:lnTo>
                <a:lnTo>
                  <a:pt x="210134" y="130724"/>
                </a:lnTo>
                <a:lnTo>
                  <a:pt x="209818" y="130581"/>
                </a:lnTo>
                <a:lnTo>
                  <a:pt x="209502" y="130437"/>
                </a:lnTo>
                <a:lnTo>
                  <a:pt x="209201" y="130272"/>
                </a:lnTo>
                <a:lnTo>
                  <a:pt x="208906" y="130100"/>
                </a:lnTo>
                <a:lnTo>
                  <a:pt x="208612" y="129920"/>
                </a:lnTo>
                <a:lnTo>
                  <a:pt x="208332" y="129727"/>
                </a:lnTo>
                <a:lnTo>
                  <a:pt x="208052" y="129533"/>
                </a:lnTo>
                <a:lnTo>
                  <a:pt x="207815" y="129353"/>
                </a:lnTo>
                <a:lnTo>
                  <a:pt x="207579" y="129174"/>
                </a:lnTo>
                <a:lnTo>
                  <a:pt x="207363" y="128973"/>
                </a:lnTo>
                <a:lnTo>
                  <a:pt x="207134" y="128779"/>
                </a:lnTo>
                <a:lnTo>
                  <a:pt x="206911" y="128571"/>
                </a:lnTo>
                <a:lnTo>
                  <a:pt x="206696" y="128356"/>
                </a:lnTo>
                <a:lnTo>
                  <a:pt x="206480" y="128133"/>
                </a:lnTo>
                <a:lnTo>
                  <a:pt x="206265" y="127911"/>
                </a:lnTo>
                <a:lnTo>
                  <a:pt x="206064" y="127674"/>
                </a:lnTo>
                <a:lnTo>
                  <a:pt x="205856" y="127437"/>
                </a:lnTo>
                <a:lnTo>
                  <a:pt x="205662" y="127193"/>
                </a:lnTo>
                <a:lnTo>
                  <a:pt x="205461" y="126942"/>
                </a:lnTo>
                <a:lnTo>
                  <a:pt x="205268" y="126683"/>
                </a:lnTo>
                <a:lnTo>
                  <a:pt x="205074" y="126418"/>
                </a:lnTo>
                <a:lnTo>
                  <a:pt x="204887" y="126145"/>
                </a:lnTo>
                <a:lnTo>
                  <a:pt x="204701" y="125872"/>
                </a:lnTo>
                <a:lnTo>
                  <a:pt x="204521" y="125593"/>
                </a:lnTo>
                <a:lnTo>
                  <a:pt x="204342" y="125305"/>
                </a:lnTo>
                <a:lnTo>
                  <a:pt x="204162" y="125004"/>
                </a:lnTo>
                <a:lnTo>
                  <a:pt x="203990" y="124710"/>
                </a:lnTo>
                <a:lnTo>
                  <a:pt x="203818" y="124408"/>
                </a:lnTo>
                <a:lnTo>
                  <a:pt x="203646" y="124093"/>
                </a:lnTo>
                <a:lnTo>
                  <a:pt x="203488" y="123784"/>
                </a:lnTo>
                <a:lnTo>
                  <a:pt x="203323" y="123461"/>
                </a:lnTo>
                <a:lnTo>
                  <a:pt x="203165" y="123131"/>
                </a:lnTo>
                <a:lnTo>
                  <a:pt x="203007" y="122808"/>
                </a:lnTo>
                <a:lnTo>
                  <a:pt x="202849" y="122471"/>
                </a:lnTo>
                <a:lnTo>
                  <a:pt x="202698" y="122133"/>
                </a:lnTo>
                <a:lnTo>
                  <a:pt x="202397" y="121437"/>
                </a:lnTo>
                <a:lnTo>
                  <a:pt x="202110" y="120726"/>
                </a:lnTo>
                <a:lnTo>
                  <a:pt x="201873" y="120109"/>
                </a:lnTo>
                <a:lnTo>
                  <a:pt x="201636" y="119470"/>
                </a:lnTo>
                <a:lnTo>
                  <a:pt x="201399" y="118825"/>
                </a:lnTo>
                <a:lnTo>
                  <a:pt x="201169" y="118143"/>
                </a:lnTo>
                <a:lnTo>
                  <a:pt x="200940" y="117454"/>
                </a:lnTo>
                <a:lnTo>
                  <a:pt x="200717" y="116743"/>
                </a:lnTo>
                <a:lnTo>
                  <a:pt x="200495" y="116018"/>
                </a:lnTo>
                <a:lnTo>
                  <a:pt x="200272" y="115293"/>
                </a:lnTo>
                <a:lnTo>
                  <a:pt x="200057" y="114540"/>
                </a:lnTo>
                <a:lnTo>
                  <a:pt x="199849" y="113786"/>
                </a:lnTo>
                <a:lnTo>
                  <a:pt x="199634" y="113018"/>
                </a:lnTo>
                <a:lnTo>
                  <a:pt x="199425" y="112243"/>
                </a:lnTo>
                <a:lnTo>
                  <a:pt x="199232" y="111461"/>
                </a:lnTo>
                <a:lnTo>
                  <a:pt x="199024" y="110671"/>
                </a:lnTo>
                <a:lnTo>
                  <a:pt x="198837" y="109889"/>
                </a:lnTo>
                <a:lnTo>
                  <a:pt x="198636" y="109092"/>
                </a:lnTo>
                <a:lnTo>
                  <a:pt x="198270" y="107506"/>
                </a:lnTo>
                <a:lnTo>
                  <a:pt x="197925" y="105913"/>
                </a:lnTo>
                <a:lnTo>
                  <a:pt x="197588" y="104341"/>
                </a:lnTo>
                <a:lnTo>
                  <a:pt x="197272" y="102791"/>
                </a:lnTo>
                <a:lnTo>
                  <a:pt x="196978" y="101269"/>
                </a:lnTo>
                <a:lnTo>
                  <a:pt x="196713" y="99798"/>
                </a:lnTo>
                <a:lnTo>
                  <a:pt x="196461" y="98377"/>
                </a:lnTo>
                <a:lnTo>
                  <a:pt x="196232" y="97028"/>
                </a:lnTo>
                <a:lnTo>
                  <a:pt x="196110" y="96217"/>
                </a:lnTo>
                <a:lnTo>
                  <a:pt x="195980" y="95406"/>
                </a:lnTo>
                <a:lnTo>
                  <a:pt x="195858" y="94595"/>
                </a:lnTo>
                <a:lnTo>
                  <a:pt x="195744" y="93777"/>
                </a:lnTo>
                <a:lnTo>
                  <a:pt x="195622" y="92966"/>
                </a:lnTo>
                <a:lnTo>
                  <a:pt x="195521" y="92147"/>
                </a:lnTo>
                <a:lnTo>
                  <a:pt x="195413" y="91329"/>
                </a:lnTo>
                <a:lnTo>
                  <a:pt x="195306" y="90511"/>
                </a:lnTo>
                <a:lnTo>
                  <a:pt x="195205" y="89700"/>
                </a:lnTo>
                <a:lnTo>
                  <a:pt x="195105" y="88875"/>
                </a:lnTo>
                <a:lnTo>
                  <a:pt x="195019" y="88056"/>
                </a:lnTo>
                <a:lnTo>
                  <a:pt x="194925" y="87231"/>
                </a:lnTo>
                <a:lnTo>
                  <a:pt x="194839" y="86413"/>
                </a:lnTo>
                <a:lnTo>
                  <a:pt x="194753" y="85595"/>
                </a:lnTo>
                <a:lnTo>
                  <a:pt x="194674" y="84769"/>
                </a:lnTo>
                <a:lnTo>
                  <a:pt x="194595" y="83951"/>
                </a:lnTo>
                <a:lnTo>
                  <a:pt x="194516" y="83076"/>
                </a:lnTo>
                <a:lnTo>
                  <a:pt x="194445" y="82207"/>
                </a:lnTo>
                <a:lnTo>
                  <a:pt x="194380" y="81339"/>
                </a:lnTo>
                <a:lnTo>
                  <a:pt x="194308" y="80478"/>
                </a:lnTo>
                <a:lnTo>
                  <a:pt x="194251" y="79602"/>
                </a:lnTo>
                <a:lnTo>
                  <a:pt x="194193" y="78741"/>
                </a:lnTo>
                <a:lnTo>
                  <a:pt x="194136" y="77879"/>
                </a:lnTo>
                <a:lnTo>
                  <a:pt x="194093" y="77018"/>
                </a:lnTo>
                <a:lnTo>
                  <a:pt x="194043" y="76157"/>
                </a:lnTo>
                <a:lnTo>
                  <a:pt x="193992" y="75289"/>
                </a:lnTo>
                <a:lnTo>
                  <a:pt x="193942" y="74420"/>
                </a:lnTo>
                <a:lnTo>
                  <a:pt x="193899" y="73559"/>
                </a:lnTo>
                <a:lnTo>
                  <a:pt x="193849" y="72690"/>
                </a:lnTo>
                <a:lnTo>
                  <a:pt x="193799" y="71815"/>
                </a:lnTo>
                <a:lnTo>
                  <a:pt x="193756" y="70946"/>
                </a:lnTo>
                <a:lnTo>
                  <a:pt x="193705" y="70071"/>
                </a:lnTo>
                <a:lnTo>
                  <a:pt x="193677" y="69482"/>
                </a:lnTo>
                <a:lnTo>
                  <a:pt x="193655" y="68894"/>
                </a:lnTo>
                <a:lnTo>
                  <a:pt x="193626" y="68312"/>
                </a:lnTo>
                <a:lnTo>
                  <a:pt x="193619" y="67731"/>
                </a:lnTo>
                <a:lnTo>
                  <a:pt x="193612" y="67135"/>
                </a:lnTo>
                <a:lnTo>
                  <a:pt x="193605" y="66554"/>
                </a:lnTo>
                <a:lnTo>
                  <a:pt x="193605" y="65958"/>
                </a:lnTo>
                <a:lnTo>
                  <a:pt x="193605" y="65377"/>
                </a:lnTo>
                <a:lnTo>
                  <a:pt x="193626" y="64207"/>
                </a:lnTo>
                <a:lnTo>
                  <a:pt x="193662" y="63030"/>
                </a:lnTo>
                <a:lnTo>
                  <a:pt x="193705" y="61860"/>
                </a:lnTo>
                <a:lnTo>
                  <a:pt x="193763" y="60690"/>
                </a:lnTo>
                <a:lnTo>
                  <a:pt x="193827" y="59520"/>
                </a:lnTo>
                <a:lnTo>
                  <a:pt x="193906" y="58351"/>
                </a:lnTo>
                <a:lnTo>
                  <a:pt x="193992" y="57181"/>
                </a:lnTo>
                <a:lnTo>
                  <a:pt x="194071" y="56018"/>
                </a:lnTo>
                <a:lnTo>
                  <a:pt x="194172" y="54855"/>
                </a:lnTo>
                <a:lnTo>
                  <a:pt x="194265" y="53693"/>
                </a:lnTo>
                <a:lnTo>
                  <a:pt x="194358" y="52530"/>
                </a:lnTo>
                <a:lnTo>
                  <a:pt x="194459" y="51375"/>
                </a:lnTo>
                <a:lnTo>
                  <a:pt x="194516" y="50542"/>
                </a:lnTo>
                <a:lnTo>
                  <a:pt x="194588" y="49717"/>
                </a:lnTo>
                <a:lnTo>
                  <a:pt x="194667" y="48884"/>
                </a:lnTo>
                <a:lnTo>
                  <a:pt x="194753" y="48066"/>
                </a:lnTo>
                <a:lnTo>
                  <a:pt x="194847" y="47233"/>
                </a:lnTo>
                <a:lnTo>
                  <a:pt x="194933" y="46415"/>
                </a:lnTo>
                <a:lnTo>
                  <a:pt x="195033" y="45590"/>
                </a:lnTo>
                <a:lnTo>
                  <a:pt x="195141" y="44772"/>
                </a:lnTo>
                <a:lnTo>
                  <a:pt x="195248" y="43953"/>
                </a:lnTo>
                <a:lnTo>
                  <a:pt x="195356" y="43128"/>
                </a:lnTo>
                <a:lnTo>
                  <a:pt x="195464" y="42317"/>
                </a:lnTo>
                <a:lnTo>
                  <a:pt x="195579" y="41492"/>
                </a:lnTo>
                <a:lnTo>
                  <a:pt x="195679" y="40681"/>
                </a:lnTo>
                <a:lnTo>
                  <a:pt x="195787" y="39870"/>
                </a:lnTo>
                <a:lnTo>
                  <a:pt x="195902" y="39059"/>
                </a:lnTo>
                <a:lnTo>
                  <a:pt x="196009" y="38241"/>
                </a:lnTo>
                <a:lnTo>
                  <a:pt x="196088" y="37702"/>
                </a:lnTo>
                <a:lnTo>
                  <a:pt x="196160" y="37157"/>
                </a:lnTo>
                <a:lnTo>
                  <a:pt x="196239" y="36604"/>
                </a:lnTo>
                <a:lnTo>
                  <a:pt x="196332" y="36059"/>
                </a:lnTo>
                <a:lnTo>
                  <a:pt x="196418" y="35499"/>
                </a:lnTo>
                <a:lnTo>
                  <a:pt x="196512" y="34939"/>
                </a:lnTo>
                <a:lnTo>
                  <a:pt x="196612" y="34386"/>
                </a:lnTo>
                <a:lnTo>
                  <a:pt x="196713" y="33834"/>
                </a:lnTo>
                <a:lnTo>
                  <a:pt x="196813" y="33274"/>
                </a:lnTo>
                <a:lnTo>
                  <a:pt x="196913" y="32721"/>
                </a:lnTo>
                <a:lnTo>
                  <a:pt x="197021" y="32176"/>
                </a:lnTo>
                <a:lnTo>
                  <a:pt x="197129" y="31623"/>
                </a:lnTo>
                <a:lnTo>
                  <a:pt x="197236" y="31078"/>
                </a:lnTo>
                <a:lnTo>
                  <a:pt x="197351" y="30547"/>
                </a:lnTo>
                <a:lnTo>
                  <a:pt x="197459" y="30016"/>
                </a:lnTo>
                <a:lnTo>
                  <a:pt x="197574" y="29484"/>
                </a:lnTo>
                <a:lnTo>
                  <a:pt x="197689" y="28946"/>
                </a:lnTo>
                <a:lnTo>
                  <a:pt x="197803" y="28422"/>
                </a:lnTo>
                <a:lnTo>
                  <a:pt x="197918" y="27891"/>
                </a:lnTo>
                <a:lnTo>
                  <a:pt x="198033" y="27367"/>
                </a:lnTo>
                <a:lnTo>
                  <a:pt x="198148" y="26843"/>
                </a:lnTo>
                <a:lnTo>
                  <a:pt x="198263" y="26319"/>
                </a:lnTo>
                <a:lnTo>
                  <a:pt x="198385" y="25788"/>
                </a:lnTo>
                <a:lnTo>
                  <a:pt x="198507" y="25257"/>
                </a:lnTo>
                <a:lnTo>
                  <a:pt x="198600" y="24841"/>
                </a:lnTo>
                <a:lnTo>
                  <a:pt x="198715" y="24331"/>
                </a:lnTo>
                <a:lnTo>
                  <a:pt x="198844" y="23757"/>
                </a:lnTo>
                <a:lnTo>
                  <a:pt x="198980" y="23147"/>
                </a:lnTo>
                <a:lnTo>
                  <a:pt x="199131" y="22551"/>
                </a:lnTo>
                <a:lnTo>
                  <a:pt x="199275" y="22013"/>
                </a:lnTo>
                <a:lnTo>
                  <a:pt x="199346" y="21769"/>
                </a:lnTo>
                <a:lnTo>
                  <a:pt x="199411" y="21554"/>
                </a:lnTo>
                <a:lnTo>
                  <a:pt x="199476" y="21367"/>
                </a:lnTo>
                <a:lnTo>
                  <a:pt x="199540" y="21209"/>
                </a:lnTo>
                <a:lnTo>
                  <a:pt x="199605" y="20858"/>
                </a:lnTo>
                <a:lnTo>
                  <a:pt x="199698" y="20470"/>
                </a:lnTo>
                <a:lnTo>
                  <a:pt x="199806" y="20075"/>
                </a:lnTo>
                <a:lnTo>
                  <a:pt x="199921" y="19666"/>
                </a:lnTo>
                <a:lnTo>
                  <a:pt x="200035" y="19250"/>
                </a:lnTo>
                <a:lnTo>
                  <a:pt x="200158" y="18848"/>
                </a:lnTo>
                <a:lnTo>
                  <a:pt x="200272" y="18468"/>
                </a:lnTo>
                <a:lnTo>
                  <a:pt x="200380" y="18109"/>
                </a:lnTo>
                <a:lnTo>
                  <a:pt x="200495" y="17736"/>
                </a:lnTo>
                <a:lnTo>
                  <a:pt x="200610" y="17355"/>
                </a:lnTo>
                <a:lnTo>
                  <a:pt x="200724" y="16989"/>
                </a:lnTo>
                <a:lnTo>
                  <a:pt x="200839" y="16616"/>
                </a:lnTo>
                <a:lnTo>
                  <a:pt x="200947" y="16250"/>
                </a:lnTo>
                <a:lnTo>
                  <a:pt x="201062" y="15884"/>
                </a:lnTo>
                <a:lnTo>
                  <a:pt x="201177" y="15518"/>
                </a:lnTo>
                <a:lnTo>
                  <a:pt x="201291" y="15145"/>
                </a:lnTo>
                <a:lnTo>
                  <a:pt x="201507" y="14470"/>
                </a:lnTo>
                <a:lnTo>
                  <a:pt x="201736" y="13745"/>
                </a:lnTo>
                <a:lnTo>
                  <a:pt x="201980" y="12977"/>
                </a:lnTo>
                <a:lnTo>
                  <a:pt x="202246" y="12216"/>
                </a:lnTo>
                <a:lnTo>
                  <a:pt x="202375" y="11829"/>
                </a:lnTo>
                <a:lnTo>
                  <a:pt x="202512" y="11456"/>
                </a:lnTo>
                <a:lnTo>
                  <a:pt x="202655" y="11090"/>
                </a:lnTo>
                <a:lnTo>
                  <a:pt x="202791" y="10738"/>
                </a:lnTo>
                <a:lnTo>
                  <a:pt x="202935" y="10401"/>
                </a:lnTo>
                <a:lnTo>
                  <a:pt x="203079" y="10078"/>
                </a:lnTo>
                <a:lnTo>
                  <a:pt x="203222" y="9776"/>
                </a:lnTo>
                <a:lnTo>
                  <a:pt x="203358" y="9496"/>
                </a:lnTo>
                <a:lnTo>
                  <a:pt x="203416" y="9338"/>
                </a:lnTo>
                <a:lnTo>
                  <a:pt x="203488" y="9166"/>
                </a:lnTo>
                <a:lnTo>
                  <a:pt x="203559" y="8987"/>
                </a:lnTo>
                <a:lnTo>
                  <a:pt x="203638" y="8800"/>
                </a:lnTo>
                <a:lnTo>
                  <a:pt x="203832" y="8398"/>
                </a:lnTo>
                <a:lnTo>
                  <a:pt x="204040" y="7975"/>
                </a:lnTo>
                <a:lnTo>
                  <a:pt x="204284" y="7544"/>
                </a:lnTo>
                <a:lnTo>
                  <a:pt x="204543" y="7092"/>
                </a:lnTo>
                <a:lnTo>
                  <a:pt x="204808" y="6647"/>
                </a:lnTo>
                <a:lnTo>
                  <a:pt x="205088" y="6195"/>
                </a:lnTo>
                <a:lnTo>
                  <a:pt x="205368" y="5757"/>
                </a:lnTo>
                <a:lnTo>
                  <a:pt x="205655" y="5341"/>
                </a:lnTo>
                <a:lnTo>
                  <a:pt x="205928" y="4946"/>
                </a:lnTo>
                <a:lnTo>
                  <a:pt x="206193" y="4573"/>
                </a:lnTo>
                <a:lnTo>
                  <a:pt x="206452" y="4250"/>
                </a:lnTo>
                <a:lnTo>
                  <a:pt x="206689" y="3949"/>
                </a:lnTo>
                <a:lnTo>
                  <a:pt x="206796" y="3826"/>
                </a:lnTo>
                <a:lnTo>
                  <a:pt x="206904" y="3712"/>
                </a:lnTo>
                <a:lnTo>
                  <a:pt x="206997" y="3618"/>
                </a:lnTo>
                <a:lnTo>
                  <a:pt x="207083" y="3525"/>
                </a:lnTo>
                <a:lnTo>
                  <a:pt x="207435" y="3202"/>
                </a:lnTo>
                <a:lnTo>
                  <a:pt x="207729" y="2908"/>
                </a:lnTo>
                <a:lnTo>
                  <a:pt x="208009" y="2635"/>
                </a:lnTo>
                <a:lnTo>
                  <a:pt x="208289" y="2384"/>
                </a:lnTo>
                <a:lnTo>
                  <a:pt x="208425" y="2262"/>
                </a:lnTo>
                <a:lnTo>
                  <a:pt x="208576" y="2140"/>
                </a:lnTo>
                <a:lnTo>
                  <a:pt x="208734" y="2011"/>
                </a:lnTo>
                <a:lnTo>
                  <a:pt x="208906" y="1882"/>
                </a:lnTo>
                <a:lnTo>
                  <a:pt x="209093" y="1752"/>
                </a:lnTo>
                <a:lnTo>
                  <a:pt x="209301" y="1609"/>
                </a:lnTo>
                <a:lnTo>
                  <a:pt x="209524" y="1472"/>
                </a:lnTo>
                <a:lnTo>
                  <a:pt x="209768" y="1322"/>
                </a:lnTo>
                <a:lnTo>
                  <a:pt x="209954" y="1214"/>
                </a:lnTo>
                <a:lnTo>
                  <a:pt x="210155" y="1099"/>
                </a:lnTo>
                <a:lnTo>
                  <a:pt x="210349" y="992"/>
                </a:lnTo>
                <a:lnTo>
                  <a:pt x="210564" y="898"/>
                </a:lnTo>
                <a:lnTo>
                  <a:pt x="210780" y="798"/>
                </a:lnTo>
                <a:lnTo>
                  <a:pt x="210995" y="697"/>
                </a:lnTo>
                <a:lnTo>
                  <a:pt x="211217" y="611"/>
                </a:lnTo>
                <a:lnTo>
                  <a:pt x="211447" y="525"/>
                </a:lnTo>
                <a:lnTo>
                  <a:pt x="211677" y="453"/>
                </a:lnTo>
                <a:lnTo>
                  <a:pt x="211921" y="382"/>
                </a:lnTo>
                <a:lnTo>
                  <a:pt x="212165" y="310"/>
                </a:lnTo>
                <a:lnTo>
                  <a:pt x="212409" y="252"/>
                </a:lnTo>
                <a:lnTo>
                  <a:pt x="212660" y="209"/>
                </a:lnTo>
                <a:lnTo>
                  <a:pt x="212904" y="173"/>
                </a:lnTo>
                <a:lnTo>
                  <a:pt x="213155" y="137"/>
                </a:lnTo>
                <a:lnTo>
                  <a:pt x="213421" y="123"/>
                </a:lnTo>
                <a:lnTo>
                  <a:pt x="213557" y="80"/>
                </a:lnTo>
                <a:lnTo>
                  <a:pt x="213744" y="51"/>
                </a:lnTo>
                <a:lnTo>
                  <a:pt x="213945" y="23"/>
                </a:lnTo>
                <a:lnTo>
                  <a:pt x="214196" y="8"/>
                </a:lnTo>
                <a:close/>
                <a:moveTo>
                  <a:pt x="20871" y="0"/>
                </a:moveTo>
                <a:lnTo>
                  <a:pt x="21165" y="0"/>
                </a:lnTo>
                <a:lnTo>
                  <a:pt x="21488" y="7"/>
                </a:lnTo>
                <a:lnTo>
                  <a:pt x="21840" y="14"/>
                </a:lnTo>
                <a:lnTo>
                  <a:pt x="22593" y="58"/>
                </a:lnTo>
                <a:lnTo>
                  <a:pt x="23411" y="122"/>
                </a:lnTo>
                <a:lnTo>
                  <a:pt x="24265" y="194"/>
                </a:lnTo>
                <a:lnTo>
                  <a:pt x="25148" y="287"/>
                </a:lnTo>
                <a:lnTo>
                  <a:pt x="26031" y="388"/>
                </a:lnTo>
                <a:lnTo>
                  <a:pt x="26907" y="495"/>
                </a:lnTo>
                <a:lnTo>
                  <a:pt x="27739" y="603"/>
                </a:lnTo>
                <a:lnTo>
                  <a:pt x="28529" y="703"/>
                </a:lnTo>
                <a:lnTo>
                  <a:pt x="29246" y="804"/>
                </a:lnTo>
                <a:lnTo>
                  <a:pt x="29871" y="897"/>
                </a:lnTo>
                <a:lnTo>
                  <a:pt x="30387" y="976"/>
                </a:lnTo>
                <a:lnTo>
                  <a:pt x="30768" y="1048"/>
                </a:lnTo>
                <a:lnTo>
                  <a:pt x="31579" y="1206"/>
                </a:lnTo>
                <a:lnTo>
                  <a:pt x="32375" y="1371"/>
                </a:lnTo>
                <a:lnTo>
                  <a:pt x="33179" y="1543"/>
                </a:lnTo>
                <a:lnTo>
                  <a:pt x="33983" y="1723"/>
                </a:lnTo>
                <a:lnTo>
                  <a:pt x="34780" y="1916"/>
                </a:lnTo>
                <a:lnTo>
                  <a:pt x="35584" y="2117"/>
                </a:lnTo>
                <a:lnTo>
                  <a:pt x="36380" y="2325"/>
                </a:lnTo>
                <a:lnTo>
                  <a:pt x="37184" y="2548"/>
                </a:lnTo>
                <a:lnTo>
                  <a:pt x="37981" y="2770"/>
                </a:lnTo>
                <a:lnTo>
                  <a:pt x="38785" y="3000"/>
                </a:lnTo>
                <a:lnTo>
                  <a:pt x="39581" y="3237"/>
                </a:lnTo>
                <a:lnTo>
                  <a:pt x="40378" y="3481"/>
                </a:lnTo>
                <a:lnTo>
                  <a:pt x="41174" y="3739"/>
                </a:lnTo>
                <a:lnTo>
                  <a:pt x="41971" y="3991"/>
                </a:lnTo>
                <a:lnTo>
                  <a:pt x="42768" y="4256"/>
                </a:lnTo>
                <a:lnTo>
                  <a:pt x="43564" y="4529"/>
                </a:lnTo>
                <a:lnTo>
                  <a:pt x="44354" y="4794"/>
                </a:lnTo>
                <a:lnTo>
                  <a:pt x="45143" y="5074"/>
                </a:lnTo>
                <a:lnTo>
                  <a:pt x="45933" y="5361"/>
                </a:lnTo>
                <a:lnTo>
                  <a:pt x="46708" y="5648"/>
                </a:lnTo>
                <a:lnTo>
                  <a:pt x="47497" y="5936"/>
                </a:lnTo>
                <a:lnTo>
                  <a:pt x="48280" y="6237"/>
                </a:lnTo>
                <a:lnTo>
                  <a:pt x="49062" y="6538"/>
                </a:lnTo>
                <a:lnTo>
                  <a:pt x="49830" y="6840"/>
                </a:lnTo>
                <a:lnTo>
                  <a:pt x="51373" y="7450"/>
                </a:lnTo>
                <a:lnTo>
                  <a:pt x="52902" y="8074"/>
                </a:lnTo>
                <a:lnTo>
                  <a:pt x="54423" y="8706"/>
                </a:lnTo>
                <a:lnTo>
                  <a:pt x="55916" y="9337"/>
                </a:lnTo>
                <a:lnTo>
                  <a:pt x="56160" y="9438"/>
                </a:lnTo>
                <a:lnTo>
                  <a:pt x="56426" y="9546"/>
                </a:lnTo>
                <a:lnTo>
                  <a:pt x="56706" y="9653"/>
                </a:lnTo>
                <a:lnTo>
                  <a:pt x="56985" y="9761"/>
                </a:lnTo>
                <a:lnTo>
                  <a:pt x="57258" y="9876"/>
                </a:lnTo>
                <a:lnTo>
                  <a:pt x="57517" y="9991"/>
                </a:lnTo>
                <a:lnTo>
                  <a:pt x="57753" y="10113"/>
                </a:lnTo>
                <a:lnTo>
                  <a:pt x="57976" y="10235"/>
                </a:lnTo>
                <a:lnTo>
                  <a:pt x="58148" y="10285"/>
                </a:lnTo>
                <a:lnTo>
                  <a:pt x="58342" y="10349"/>
                </a:lnTo>
                <a:lnTo>
                  <a:pt x="58536" y="10414"/>
                </a:lnTo>
                <a:lnTo>
                  <a:pt x="58737" y="10486"/>
                </a:lnTo>
                <a:lnTo>
                  <a:pt x="59153" y="10658"/>
                </a:lnTo>
                <a:lnTo>
                  <a:pt x="59569" y="10845"/>
                </a:lnTo>
                <a:lnTo>
                  <a:pt x="60000" y="11031"/>
                </a:lnTo>
                <a:lnTo>
                  <a:pt x="60409" y="11211"/>
                </a:lnTo>
                <a:lnTo>
                  <a:pt x="60804" y="11390"/>
                </a:lnTo>
                <a:lnTo>
                  <a:pt x="61170" y="11541"/>
                </a:lnTo>
                <a:lnTo>
                  <a:pt x="61722" y="11771"/>
                </a:lnTo>
                <a:lnTo>
                  <a:pt x="62289" y="12007"/>
                </a:lnTo>
                <a:lnTo>
                  <a:pt x="62863" y="12251"/>
                </a:lnTo>
                <a:lnTo>
                  <a:pt x="63445" y="12510"/>
                </a:lnTo>
                <a:lnTo>
                  <a:pt x="64041" y="12775"/>
                </a:lnTo>
                <a:lnTo>
                  <a:pt x="64636" y="13034"/>
                </a:lnTo>
                <a:lnTo>
                  <a:pt x="65246" y="13314"/>
                </a:lnTo>
                <a:lnTo>
                  <a:pt x="65842" y="13586"/>
                </a:lnTo>
                <a:lnTo>
                  <a:pt x="66445" y="13866"/>
                </a:lnTo>
                <a:lnTo>
                  <a:pt x="67033" y="14146"/>
                </a:lnTo>
                <a:lnTo>
                  <a:pt x="67629" y="14426"/>
                </a:lnTo>
                <a:lnTo>
                  <a:pt x="68210" y="14692"/>
                </a:lnTo>
                <a:lnTo>
                  <a:pt x="68777" y="14971"/>
                </a:lnTo>
                <a:lnTo>
                  <a:pt x="69330" y="15244"/>
                </a:lnTo>
                <a:lnTo>
                  <a:pt x="69868" y="15517"/>
                </a:lnTo>
                <a:lnTo>
                  <a:pt x="70385" y="15775"/>
                </a:lnTo>
                <a:lnTo>
                  <a:pt x="71131" y="16156"/>
                </a:lnTo>
                <a:lnTo>
                  <a:pt x="71878" y="16543"/>
                </a:lnTo>
                <a:lnTo>
                  <a:pt x="72631" y="16931"/>
                </a:lnTo>
                <a:lnTo>
                  <a:pt x="73371" y="17318"/>
                </a:lnTo>
                <a:lnTo>
                  <a:pt x="74110" y="17713"/>
                </a:lnTo>
                <a:lnTo>
                  <a:pt x="74835" y="18108"/>
                </a:lnTo>
                <a:lnTo>
                  <a:pt x="75567" y="18510"/>
                </a:lnTo>
                <a:lnTo>
                  <a:pt x="76299" y="18912"/>
                </a:lnTo>
                <a:lnTo>
                  <a:pt x="77024" y="19321"/>
                </a:lnTo>
                <a:lnTo>
                  <a:pt x="77734" y="19730"/>
                </a:lnTo>
                <a:lnTo>
                  <a:pt x="78445" y="20139"/>
                </a:lnTo>
                <a:lnTo>
                  <a:pt x="79148" y="20548"/>
                </a:lnTo>
                <a:lnTo>
                  <a:pt x="79844" y="20957"/>
                </a:lnTo>
                <a:lnTo>
                  <a:pt x="80540" y="21381"/>
                </a:lnTo>
                <a:lnTo>
                  <a:pt x="81229" y="21797"/>
                </a:lnTo>
                <a:lnTo>
                  <a:pt x="81897" y="22227"/>
                </a:lnTo>
                <a:lnTo>
                  <a:pt x="82600" y="22665"/>
                </a:lnTo>
                <a:lnTo>
                  <a:pt x="83296" y="23103"/>
                </a:lnTo>
                <a:lnTo>
                  <a:pt x="83985" y="23541"/>
                </a:lnTo>
                <a:lnTo>
                  <a:pt x="84674" y="23972"/>
                </a:lnTo>
                <a:lnTo>
                  <a:pt x="85356" y="24416"/>
                </a:lnTo>
                <a:lnTo>
                  <a:pt x="86038" y="24854"/>
                </a:lnTo>
                <a:lnTo>
                  <a:pt x="86720" y="25299"/>
                </a:lnTo>
                <a:lnTo>
                  <a:pt x="87395" y="25759"/>
                </a:lnTo>
                <a:lnTo>
                  <a:pt x="88105" y="26232"/>
                </a:lnTo>
                <a:lnTo>
                  <a:pt x="88801" y="26713"/>
                </a:lnTo>
                <a:lnTo>
                  <a:pt x="89483" y="27180"/>
                </a:lnTo>
                <a:lnTo>
                  <a:pt x="90136" y="27646"/>
                </a:lnTo>
                <a:lnTo>
                  <a:pt x="90789" y="28105"/>
                </a:lnTo>
                <a:lnTo>
                  <a:pt x="91421" y="28565"/>
                </a:lnTo>
                <a:lnTo>
                  <a:pt x="92052" y="29017"/>
                </a:lnTo>
                <a:lnTo>
                  <a:pt x="92677" y="29476"/>
                </a:lnTo>
                <a:lnTo>
                  <a:pt x="93294" y="29928"/>
                </a:lnTo>
                <a:lnTo>
                  <a:pt x="93911" y="30388"/>
                </a:lnTo>
                <a:lnTo>
                  <a:pt x="94536" y="30854"/>
                </a:lnTo>
                <a:lnTo>
                  <a:pt x="95160" y="31321"/>
                </a:lnTo>
                <a:lnTo>
                  <a:pt x="95799" y="31795"/>
                </a:lnTo>
                <a:lnTo>
                  <a:pt x="96438" y="32268"/>
                </a:lnTo>
                <a:lnTo>
                  <a:pt x="97091" y="32763"/>
                </a:lnTo>
                <a:lnTo>
                  <a:pt x="97765" y="33259"/>
                </a:lnTo>
                <a:lnTo>
                  <a:pt x="98390" y="33732"/>
                </a:lnTo>
                <a:lnTo>
                  <a:pt x="99021" y="34228"/>
                </a:lnTo>
                <a:lnTo>
                  <a:pt x="99653" y="34737"/>
                </a:lnTo>
                <a:lnTo>
                  <a:pt x="100277" y="35247"/>
                </a:lnTo>
                <a:lnTo>
                  <a:pt x="100895" y="35749"/>
                </a:lnTo>
                <a:lnTo>
                  <a:pt x="101512" y="36259"/>
                </a:lnTo>
                <a:lnTo>
                  <a:pt x="102129" y="36754"/>
                </a:lnTo>
                <a:lnTo>
                  <a:pt x="102725" y="37220"/>
                </a:lnTo>
                <a:lnTo>
                  <a:pt x="114682" y="47742"/>
                </a:lnTo>
                <a:lnTo>
                  <a:pt x="114911" y="47964"/>
                </a:lnTo>
                <a:lnTo>
                  <a:pt x="115134" y="48194"/>
                </a:lnTo>
                <a:lnTo>
                  <a:pt x="115342" y="48424"/>
                </a:lnTo>
                <a:lnTo>
                  <a:pt x="115543" y="48653"/>
                </a:lnTo>
                <a:lnTo>
                  <a:pt x="115744" y="48883"/>
                </a:lnTo>
                <a:lnTo>
                  <a:pt x="115930" y="49106"/>
                </a:lnTo>
                <a:lnTo>
                  <a:pt x="116117" y="49321"/>
                </a:lnTo>
                <a:lnTo>
                  <a:pt x="116318" y="49515"/>
                </a:lnTo>
                <a:lnTo>
                  <a:pt x="116892" y="50082"/>
                </a:lnTo>
                <a:lnTo>
                  <a:pt x="117509" y="50706"/>
                </a:lnTo>
                <a:lnTo>
                  <a:pt x="118148" y="51366"/>
                </a:lnTo>
                <a:lnTo>
                  <a:pt x="118787" y="52055"/>
                </a:lnTo>
                <a:lnTo>
                  <a:pt x="119433" y="52752"/>
                </a:lnTo>
                <a:lnTo>
                  <a:pt x="120036" y="53441"/>
                </a:lnTo>
                <a:lnTo>
                  <a:pt x="120330" y="53778"/>
                </a:lnTo>
                <a:lnTo>
                  <a:pt x="120610" y="54115"/>
                </a:lnTo>
                <a:lnTo>
                  <a:pt x="120883" y="54438"/>
                </a:lnTo>
                <a:lnTo>
                  <a:pt x="121127" y="54740"/>
                </a:lnTo>
                <a:lnTo>
                  <a:pt x="121708" y="55457"/>
                </a:lnTo>
                <a:lnTo>
                  <a:pt x="122218" y="56096"/>
                </a:lnTo>
                <a:lnTo>
                  <a:pt x="122454" y="56397"/>
                </a:lnTo>
                <a:lnTo>
                  <a:pt x="122677" y="56699"/>
                </a:lnTo>
                <a:lnTo>
                  <a:pt x="122892" y="56993"/>
                </a:lnTo>
                <a:lnTo>
                  <a:pt x="123107" y="57280"/>
                </a:lnTo>
                <a:lnTo>
                  <a:pt x="123316" y="57582"/>
                </a:lnTo>
                <a:lnTo>
                  <a:pt x="123517" y="57890"/>
                </a:lnTo>
                <a:lnTo>
                  <a:pt x="123725" y="58199"/>
                </a:lnTo>
                <a:lnTo>
                  <a:pt x="123933" y="58529"/>
                </a:lnTo>
                <a:lnTo>
                  <a:pt x="124141" y="58874"/>
                </a:lnTo>
                <a:lnTo>
                  <a:pt x="124363" y="59240"/>
                </a:lnTo>
                <a:lnTo>
                  <a:pt x="124593" y="59642"/>
                </a:lnTo>
                <a:lnTo>
                  <a:pt x="124837" y="60065"/>
                </a:lnTo>
                <a:lnTo>
                  <a:pt x="124988" y="60345"/>
                </a:lnTo>
                <a:lnTo>
                  <a:pt x="125146" y="60682"/>
                </a:lnTo>
                <a:lnTo>
                  <a:pt x="125325" y="61048"/>
                </a:lnTo>
                <a:lnTo>
                  <a:pt x="125505" y="61457"/>
                </a:lnTo>
                <a:lnTo>
                  <a:pt x="125691" y="61895"/>
                </a:lnTo>
                <a:lnTo>
                  <a:pt x="125878" y="62362"/>
                </a:lnTo>
                <a:lnTo>
                  <a:pt x="126050" y="62850"/>
                </a:lnTo>
                <a:lnTo>
                  <a:pt x="126222" y="63338"/>
                </a:lnTo>
                <a:lnTo>
                  <a:pt x="126380" y="63840"/>
                </a:lnTo>
                <a:lnTo>
                  <a:pt x="126524" y="64342"/>
                </a:lnTo>
                <a:lnTo>
                  <a:pt x="126581" y="64587"/>
                </a:lnTo>
                <a:lnTo>
                  <a:pt x="126639" y="64838"/>
                </a:lnTo>
                <a:lnTo>
                  <a:pt x="126696" y="65082"/>
                </a:lnTo>
                <a:lnTo>
                  <a:pt x="126739" y="65319"/>
                </a:lnTo>
                <a:lnTo>
                  <a:pt x="126782" y="65548"/>
                </a:lnTo>
                <a:lnTo>
                  <a:pt x="126811" y="65778"/>
                </a:lnTo>
                <a:lnTo>
                  <a:pt x="126832" y="66000"/>
                </a:lnTo>
                <a:lnTo>
                  <a:pt x="126847" y="66216"/>
                </a:lnTo>
                <a:lnTo>
                  <a:pt x="126854" y="66424"/>
                </a:lnTo>
                <a:lnTo>
                  <a:pt x="126854" y="66625"/>
                </a:lnTo>
                <a:lnTo>
                  <a:pt x="126840" y="66811"/>
                </a:lnTo>
                <a:lnTo>
                  <a:pt x="126811" y="66991"/>
                </a:lnTo>
                <a:lnTo>
                  <a:pt x="126739" y="67400"/>
                </a:lnTo>
                <a:lnTo>
                  <a:pt x="126660" y="67795"/>
                </a:lnTo>
                <a:lnTo>
                  <a:pt x="126574" y="68189"/>
                </a:lnTo>
                <a:lnTo>
                  <a:pt x="126473" y="68563"/>
                </a:lnTo>
                <a:lnTo>
                  <a:pt x="126380" y="68943"/>
                </a:lnTo>
                <a:lnTo>
                  <a:pt x="126273" y="69309"/>
                </a:lnTo>
                <a:lnTo>
                  <a:pt x="126158" y="69675"/>
                </a:lnTo>
                <a:lnTo>
                  <a:pt x="126036" y="70027"/>
                </a:lnTo>
                <a:lnTo>
                  <a:pt x="125907" y="70371"/>
                </a:lnTo>
                <a:lnTo>
                  <a:pt x="125770" y="70716"/>
                </a:lnTo>
                <a:lnTo>
                  <a:pt x="125634" y="71053"/>
                </a:lnTo>
                <a:lnTo>
                  <a:pt x="125490" y="71383"/>
                </a:lnTo>
                <a:lnTo>
                  <a:pt x="125332" y="71713"/>
                </a:lnTo>
                <a:lnTo>
                  <a:pt x="125182" y="72036"/>
                </a:lnTo>
                <a:lnTo>
                  <a:pt x="125017" y="72352"/>
                </a:lnTo>
                <a:lnTo>
                  <a:pt x="124851" y="72668"/>
                </a:lnTo>
                <a:lnTo>
                  <a:pt x="124679" y="72984"/>
                </a:lnTo>
                <a:lnTo>
                  <a:pt x="124500" y="73285"/>
                </a:lnTo>
                <a:lnTo>
                  <a:pt x="124313" y="73594"/>
                </a:lnTo>
                <a:lnTo>
                  <a:pt x="124127" y="73895"/>
                </a:lnTo>
                <a:lnTo>
                  <a:pt x="123940" y="74189"/>
                </a:lnTo>
                <a:lnTo>
                  <a:pt x="123739" y="74491"/>
                </a:lnTo>
                <a:lnTo>
                  <a:pt x="123545" y="74792"/>
                </a:lnTo>
                <a:lnTo>
                  <a:pt x="123337" y="75087"/>
                </a:lnTo>
                <a:lnTo>
                  <a:pt x="122928" y="75668"/>
                </a:lnTo>
                <a:lnTo>
                  <a:pt x="122490" y="76264"/>
                </a:lnTo>
                <a:lnTo>
                  <a:pt x="122052" y="76845"/>
                </a:lnTo>
                <a:lnTo>
                  <a:pt x="121600" y="77433"/>
                </a:lnTo>
                <a:lnTo>
                  <a:pt x="121349" y="77749"/>
                </a:lnTo>
                <a:lnTo>
                  <a:pt x="121105" y="78051"/>
                </a:lnTo>
                <a:lnTo>
                  <a:pt x="120976" y="78201"/>
                </a:lnTo>
                <a:lnTo>
                  <a:pt x="120840" y="78338"/>
                </a:lnTo>
                <a:lnTo>
                  <a:pt x="120703" y="78481"/>
                </a:lnTo>
                <a:lnTo>
                  <a:pt x="120552" y="78610"/>
                </a:lnTo>
                <a:lnTo>
                  <a:pt x="120473" y="78725"/>
                </a:lnTo>
                <a:lnTo>
                  <a:pt x="120294" y="78926"/>
                </a:lnTo>
                <a:lnTo>
                  <a:pt x="120043" y="79206"/>
                </a:lnTo>
                <a:lnTo>
                  <a:pt x="119720" y="79551"/>
                </a:lnTo>
                <a:lnTo>
                  <a:pt x="119347" y="79953"/>
                </a:lnTo>
                <a:lnTo>
                  <a:pt x="118930" y="80398"/>
                </a:lnTo>
                <a:lnTo>
                  <a:pt x="118478" y="80871"/>
                </a:lnTo>
                <a:lnTo>
                  <a:pt x="118012" y="81352"/>
                </a:lnTo>
                <a:lnTo>
                  <a:pt x="117538" y="81840"/>
                </a:lnTo>
                <a:lnTo>
                  <a:pt x="117064" y="82321"/>
                </a:lnTo>
                <a:lnTo>
                  <a:pt x="116612" y="82788"/>
                </a:lnTo>
                <a:lnTo>
                  <a:pt x="116196" y="83218"/>
                </a:lnTo>
                <a:lnTo>
                  <a:pt x="115808" y="83606"/>
                </a:lnTo>
                <a:lnTo>
                  <a:pt x="115471" y="83943"/>
                </a:lnTo>
                <a:lnTo>
                  <a:pt x="115206" y="84209"/>
                </a:lnTo>
                <a:lnTo>
                  <a:pt x="115012" y="84388"/>
                </a:lnTo>
                <a:lnTo>
                  <a:pt x="114775" y="84618"/>
                </a:lnTo>
                <a:lnTo>
                  <a:pt x="114538" y="84855"/>
                </a:lnTo>
                <a:lnTo>
                  <a:pt x="114308" y="85070"/>
                </a:lnTo>
                <a:lnTo>
                  <a:pt x="114079" y="85292"/>
                </a:lnTo>
                <a:lnTo>
                  <a:pt x="113849" y="85515"/>
                </a:lnTo>
                <a:lnTo>
                  <a:pt x="113612" y="85744"/>
                </a:lnTo>
                <a:lnTo>
                  <a:pt x="113383" y="85974"/>
                </a:lnTo>
                <a:lnTo>
                  <a:pt x="113146" y="86218"/>
                </a:lnTo>
                <a:lnTo>
                  <a:pt x="111639" y="87560"/>
                </a:lnTo>
                <a:lnTo>
                  <a:pt x="111488" y="87704"/>
                </a:lnTo>
                <a:lnTo>
                  <a:pt x="111387" y="87797"/>
                </a:lnTo>
                <a:lnTo>
                  <a:pt x="111301" y="87883"/>
                </a:lnTo>
                <a:lnTo>
                  <a:pt x="111151" y="87998"/>
                </a:lnTo>
                <a:lnTo>
                  <a:pt x="110892" y="88213"/>
                </a:lnTo>
                <a:lnTo>
                  <a:pt x="110562" y="88479"/>
                </a:lnTo>
                <a:lnTo>
                  <a:pt x="110196" y="88795"/>
                </a:lnTo>
                <a:lnTo>
                  <a:pt x="109794" y="89146"/>
                </a:lnTo>
                <a:lnTo>
                  <a:pt x="109363" y="89534"/>
                </a:lnTo>
                <a:lnTo>
                  <a:pt x="108911" y="89929"/>
                </a:lnTo>
                <a:lnTo>
                  <a:pt x="108445" y="90338"/>
                </a:lnTo>
                <a:lnTo>
                  <a:pt x="107971" y="90754"/>
                </a:lnTo>
                <a:lnTo>
                  <a:pt x="107505" y="91156"/>
                </a:lnTo>
                <a:lnTo>
                  <a:pt x="107060" y="91551"/>
                </a:lnTo>
                <a:lnTo>
                  <a:pt x="106629" y="91917"/>
                </a:lnTo>
                <a:lnTo>
                  <a:pt x="106234" y="92254"/>
                </a:lnTo>
                <a:lnTo>
                  <a:pt x="105868" y="92548"/>
                </a:lnTo>
                <a:lnTo>
                  <a:pt x="105560" y="92785"/>
                </a:lnTo>
                <a:lnTo>
                  <a:pt x="105430" y="92886"/>
                </a:lnTo>
                <a:lnTo>
                  <a:pt x="105308" y="92972"/>
                </a:lnTo>
                <a:lnTo>
                  <a:pt x="105201" y="93036"/>
                </a:lnTo>
                <a:lnTo>
                  <a:pt x="105107" y="93087"/>
                </a:lnTo>
                <a:lnTo>
                  <a:pt x="105029" y="93173"/>
                </a:lnTo>
                <a:lnTo>
                  <a:pt x="104892" y="93302"/>
                </a:lnTo>
                <a:lnTo>
                  <a:pt x="104713" y="93460"/>
                </a:lnTo>
                <a:lnTo>
                  <a:pt x="104490" y="93646"/>
                </a:lnTo>
                <a:lnTo>
                  <a:pt x="103930" y="94106"/>
                </a:lnTo>
                <a:lnTo>
                  <a:pt x="103241" y="94666"/>
                </a:lnTo>
                <a:lnTo>
                  <a:pt x="102445" y="95297"/>
                </a:lnTo>
                <a:lnTo>
                  <a:pt x="101576" y="95986"/>
                </a:lnTo>
                <a:lnTo>
                  <a:pt x="100651" y="96711"/>
                </a:lnTo>
                <a:lnTo>
                  <a:pt x="99696" y="97450"/>
                </a:lnTo>
                <a:lnTo>
                  <a:pt x="98741" y="98182"/>
                </a:lnTo>
                <a:lnTo>
                  <a:pt x="97808" y="98893"/>
                </a:lnTo>
                <a:lnTo>
                  <a:pt x="96926" y="99568"/>
                </a:lnTo>
                <a:lnTo>
                  <a:pt x="96115" y="100178"/>
                </a:lnTo>
                <a:lnTo>
                  <a:pt x="95411" y="100694"/>
                </a:lnTo>
                <a:lnTo>
                  <a:pt x="94823" y="101111"/>
                </a:lnTo>
                <a:lnTo>
                  <a:pt x="94586" y="101283"/>
                </a:lnTo>
                <a:lnTo>
                  <a:pt x="94392" y="101419"/>
                </a:lnTo>
                <a:lnTo>
                  <a:pt x="94241" y="101505"/>
                </a:lnTo>
                <a:lnTo>
                  <a:pt x="94134" y="101570"/>
                </a:lnTo>
                <a:lnTo>
                  <a:pt x="93897" y="101764"/>
                </a:lnTo>
                <a:lnTo>
                  <a:pt x="93524" y="102044"/>
                </a:lnTo>
                <a:lnTo>
                  <a:pt x="93036" y="102395"/>
                </a:lnTo>
                <a:lnTo>
                  <a:pt x="92462" y="102804"/>
                </a:lnTo>
                <a:lnTo>
                  <a:pt x="91801" y="103264"/>
                </a:lnTo>
                <a:lnTo>
                  <a:pt x="91105" y="103759"/>
                </a:lnTo>
                <a:lnTo>
                  <a:pt x="90359" y="104268"/>
                </a:lnTo>
                <a:lnTo>
                  <a:pt x="89605" y="104785"/>
                </a:lnTo>
                <a:lnTo>
                  <a:pt x="88844" y="105302"/>
                </a:lnTo>
                <a:lnTo>
                  <a:pt x="88105" y="105797"/>
                </a:lnTo>
                <a:lnTo>
                  <a:pt x="87409" y="106264"/>
                </a:lnTo>
                <a:lnTo>
                  <a:pt x="86770" y="106680"/>
                </a:lnTo>
                <a:lnTo>
                  <a:pt x="86210" y="107032"/>
                </a:lnTo>
                <a:lnTo>
                  <a:pt x="85744" y="107326"/>
                </a:lnTo>
                <a:lnTo>
                  <a:pt x="85543" y="107441"/>
                </a:lnTo>
                <a:lnTo>
                  <a:pt x="85392" y="107527"/>
                </a:lnTo>
                <a:lnTo>
                  <a:pt x="85256" y="107591"/>
                </a:lnTo>
                <a:lnTo>
                  <a:pt x="85170" y="107635"/>
                </a:lnTo>
                <a:lnTo>
                  <a:pt x="85098" y="107706"/>
                </a:lnTo>
                <a:lnTo>
                  <a:pt x="84962" y="107807"/>
                </a:lnTo>
                <a:lnTo>
                  <a:pt x="84782" y="107929"/>
                </a:lnTo>
                <a:lnTo>
                  <a:pt x="84552" y="108087"/>
                </a:lnTo>
                <a:lnTo>
                  <a:pt x="83971" y="108453"/>
                </a:lnTo>
                <a:lnTo>
                  <a:pt x="83232" y="108919"/>
                </a:lnTo>
                <a:lnTo>
                  <a:pt x="82371" y="109443"/>
                </a:lnTo>
                <a:lnTo>
                  <a:pt x="81416" y="110010"/>
                </a:lnTo>
                <a:lnTo>
                  <a:pt x="80397" y="110606"/>
                </a:lnTo>
                <a:lnTo>
                  <a:pt x="79328" y="111230"/>
                </a:lnTo>
                <a:lnTo>
                  <a:pt x="78251" y="111847"/>
                </a:lnTo>
                <a:lnTo>
                  <a:pt x="77196" y="112458"/>
                </a:lnTo>
                <a:lnTo>
                  <a:pt x="76177" y="113024"/>
                </a:lnTo>
                <a:lnTo>
                  <a:pt x="75229" y="113548"/>
                </a:lnTo>
                <a:lnTo>
                  <a:pt x="74375" y="114015"/>
                </a:lnTo>
                <a:lnTo>
                  <a:pt x="73658" y="114395"/>
                </a:lnTo>
                <a:lnTo>
                  <a:pt x="73349" y="114560"/>
                </a:lnTo>
                <a:lnTo>
                  <a:pt x="73091" y="114682"/>
                </a:lnTo>
                <a:lnTo>
                  <a:pt x="72868" y="114790"/>
                </a:lnTo>
                <a:lnTo>
                  <a:pt x="72696" y="114862"/>
                </a:lnTo>
                <a:lnTo>
                  <a:pt x="72438" y="115020"/>
                </a:lnTo>
                <a:lnTo>
                  <a:pt x="72179" y="115178"/>
                </a:lnTo>
                <a:lnTo>
                  <a:pt x="71899" y="115328"/>
                </a:lnTo>
                <a:lnTo>
                  <a:pt x="71612" y="115486"/>
                </a:lnTo>
                <a:lnTo>
                  <a:pt x="71009" y="115780"/>
                </a:lnTo>
                <a:lnTo>
                  <a:pt x="70385" y="116075"/>
                </a:lnTo>
                <a:lnTo>
                  <a:pt x="69761" y="116369"/>
                </a:lnTo>
                <a:lnTo>
                  <a:pt x="69136" y="116656"/>
                </a:lnTo>
                <a:lnTo>
                  <a:pt x="68541" y="116929"/>
                </a:lnTo>
                <a:lnTo>
                  <a:pt x="67974" y="117209"/>
                </a:lnTo>
                <a:lnTo>
                  <a:pt x="67679" y="117359"/>
                </a:lnTo>
                <a:lnTo>
                  <a:pt x="67378" y="117496"/>
                </a:lnTo>
                <a:lnTo>
                  <a:pt x="67076" y="117639"/>
                </a:lnTo>
                <a:lnTo>
                  <a:pt x="66775" y="117769"/>
                </a:lnTo>
                <a:lnTo>
                  <a:pt x="66481" y="117912"/>
                </a:lnTo>
                <a:lnTo>
                  <a:pt x="66172" y="118041"/>
                </a:lnTo>
                <a:lnTo>
                  <a:pt x="65871" y="118170"/>
                </a:lnTo>
                <a:lnTo>
                  <a:pt x="65576" y="118314"/>
                </a:lnTo>
                <a:lnTo>
                  <a:pt x="65311" y="118436"/>
                </a:lnTo>
                <a:lnTo>
                  <a:pt x="65017" y="118580"/>
                </a:lnTo>
                <a:lnTo>
                  <a:pt x="64686" y="118730"/>
                </a:lnTo>
                <a:lnTo>
                  <a:pt x="64342" y="118888"/>
                </a:lnTo>
                <a:lnTo>
                  <a:pt x="64005" y="119046"/>
                </a:lnTo>
                <a:lnTo>
                  <a:pt x="63674" y="119175"/>
                </a:lnTo>
                <a:lnTo>
                  <a:pt x="63366" y="119290"/>
                </a:lnTo>
                <a:lnTo>
                  <a:pt x="63100" y="119376"/>
                </a:lnTo>
                <a:lnTo>
                  <a:pt x="62756" y="119556"/>
                </a:lnTo>
                <a:lnTo>
                  <a:pt x="62368" y="119728"/>
                </a:lnTo>
                <a:lnTo>
                  <a:pt x="61959" y="119907"/>
                </a:lnTo>
                <a:lnTo>
                  <a:pt x="61536" y="120080"/>
                </a:lnTo>
                <a:lnTo>
                  <a:pt x="61098" y="120252"/>
                </a:lnTo>
                <a:lnTo>
                  <a:pt x="60674" y="120417"/>
                </a:lnTo>
                <a:lnTo>
                  <a:pt x="60258" y="120568"/>
                </a:lnTo>
                <a:lnTo>
                  <a:pt x="59885" y="120725"/>
                </a:lnTo>
                <a:lnTo>
                  <a:pt x="59533" y="120869"/>
                </a:lnTo>
                <a:lnTo>
                  <a:pt x="59052" y="121056"/>
                </a:lnTo>
                <a:lnTo>
                  <a:pt x="58478" y="121285"/>
                </a:lnTo>
                <a:lnTo>
                  <a:pt x="57825" y="121558"/>
                </a:lnTo>
                <a:lnTo>
                  <a:pt x="57093" y="121845"/>
                </a:lnTo>
                <a:lnTo>
                  <a:pt x="56311" y="122161"/>
                </a:lnTo>
                <a:lnTo>
                  <a:pt x="55507" y="122484"/>
                </a:lnTo>
                <a:lnTo>
                  <a:pt x="54696" y="122814"/>
                </a:lnTo>
                <a:lnTo>
                  <a:pt x="53878" y="123130"/>
                </a:lnTo>
                <a:lnTo>
                  <a:pt x="53088" y="123446"/>
                </a:lnTo>
                <a:lnTo>
                  <a:pt x="52349" y="123733"/>
                </a:lnTo>
                <a:lnTo>
                  <a:pt x="51674" y="123998"/>
                </a:lnTo>
                <a:lnTo>
                  <a:pt x="51072" y="124221"/>
                </a:lnTo>
                <a:lnTo>
                  <a:pt x="50569" y="124400"/>
                </a:lnTo>
                <a:lnTo>
                  <a:pt x="50196" y="124529"/>
                </a:lnTo>
                <a:lnTo>
                  <a:pt x="49945" y="124601"/>
                </a:lnTo>
                <a:lnTo>
                  <a:pt x="49830" y="124659"/>
                </a:lnTo>
                <a:lnTo>
                  <a:pt x="49643" y="124752"/>
                </a:lnTo>
                <a:lnTo>
                  <a:pt x="49385" y="124867"/>
                </a:lnTo>
                <a:lnTo>
                  <a:pt x="49069" y="124989"/>
                </a:lnTo>
                <a:lnTo>
                  <a:pt x="48294" y="125283"/>
                </a:lnTo>
                <a:lnTo>
                  <a:pt x="47426" y="125606"/>
                </a:lnTo>
                <a:lnTo>
                  <a:pt x="46529" y="125914"/>
                </a:lnTo>
                <a:lnTo>
                  <a:pt x="45703" y="126216"/>
                </a:lnTo>
                <a:lnTo>
                  <a:pt x="45021" y="126453"/>
                </a:lnTo>
                <a:lnTo>
                  <a:pt x="44576" y="126596"/>
                </a:lnTo>
                <a:lnTo>
                  <a:pt x="43464" y="126970"/>
                </a:lnTo>
                <a:lnTo>
                  <a:pt x="42373" y="127328"/>
                </a:lnTo>
                <a:lnTo>
                  <a:pt x="41289" y="127673"/>
                </a:lnTo>
                <a:lnTo>
                  <a:pt x="40213" y="128010"/>
                </a:lnTo>
                <a:lnTo>
                  <a:pt x="39151" y="128340"/>
                </a:lnTo>
                <a:lnTo>
                  <a:pt x="38074" y="128663"/>
                </a:lnTo>
                <a:lnTo>
                  <a:pt x="37005" y="128965"/>
                </a:lnTo>
                <a:lnTo>
                  <a:pt x="35928" y="129252"/>
                </a:lnTo>
                <a:lnTo>
                  <a:pt x="35390" y="129388"/>
                </a:lnTo>
                <a:lnTo>
                  <a:pt x="34844" y="129532"/>
                </a:lnTo>
                <a:lnTo>
                  <a:pt x="34299" y="129661"/>
                </a:lnTo>
                <a:lnTo>
                  <a:pt x="33761" y="129783"/>
                </a:lnTo>
                <a:lnTo>
                  <a:pt x="33208" y="129912"/>
                </a:lnTo>
                <a:lnTo>
                  <a:pt x="32648" y="130034"/>
                </a:lnTo>
                <a:lnTo>
                  <a:pt x="32103" y="130149"/>
                </a:lnTo>
                <a:lnTo>
                  <a:pt x="31543" y="130264"/>
                </a:lnTo>
                <a:lnTo>
                  <a:pt x="30976" y="130371"/>
                </a:lnTo>
                <a:lnTo>
                  <a:pt x="30402" y="130465"/>
                </a:lnTo>
                <a:lnTo>
                  <a:pt x="29835" y="130565"/>
                </a:lnTo>
                <a:lnTo>
                  <a:pt x="29253" y="130666"/>
                </a:lnTo>
                <a:lnTo>
                  <a:pt x="28672" y="130752"/>
                </a:lnTo>
                <a:lnTo>
                  <a:pt x="28076" y="130838"/>
                </a:lnTo>
                <a:lnTo>
                  <a:pt x="27481" y="130910"/>
                </a:lnTo>
                <a:lnTo>
                  <a:pt x="26878" y="130982"/>
                </a:lnTo>
                <a:lnTo>
                  <a:pt x="26454" y="131032"/>
                </a:lnTo>
                <a:lnTo>
                  <a:pt x="26017" y="131082"/>
                </a:lnTo>
                <a:lnTo>
                  <a:pt x="25586" y="131132"/>
                </a:lnTo>
                <a:lnTo>
                  <a:pt x="25155" y="131175"/>
                </a:lnTo>
                <a:lnTo>
                  <a:pt x="24718" y="131218"/>
                </a:lnTo>
                <a:lnTo>
                  <a:pt x="24287" y="131247"/>
                </a:lnTo>
                <a:lnTo>
                  <a:pt x="23849" y="131283"/>
                </a:lnTo>
                <a:lnTo>
                  <a:pt x="23411" y="131312"/>
                </a:lnTo>
                <a:lnTo>
                  <a:pt x="22966" y="131340"/>
                </a:lnTo>
                <a:lnTo>
                  <a:pt x="22536" y="131362"/>
                </a:lnTo>
                <a:lnTo>
                  <a:pt x="22098" y="131376"/>
                </a:lnTo>
                <a:lnTo>
                  <a:pt x="21653" y="131398"/>
                </a:lnTo>
                <a:lnTo>
                  <a:pt x="21222" y="131405"/>
                </a:lnTo>
                <a:lnTo>
                  <a:pt x="20785" y="131412"/>
                </a:lnTo>
                <a:lnTo>
                  <a:pt x="20347" y="131412"/>
                </a:lnTo>
                <a:lnTo>
                  <a:pt x="19923" y="131405"/>
                </a:lnTo>
                <a:lnTo>
                  <a:pt x="19701" y="131405"/>
                </a:lnTo>
                <a:lnTo>
                  <a:pt x="19493" y="131398"/>
                </a:lnTo>
                <a:lnTo>
                  <a:pt x="19285" y="131376"/>
                </a:lnTo>
                <a:lnTo>
                  <a:pt x="19076" y="131362"/>
                </a:lnTo>
                <a:lnTo>
                  <a:pt x="18883" y="131340"/>
                </a:lnTo>
                <a:lnTo>
                  <a:pt x="18682" y="131312"/>
                </a:lnTo>
                <a:lnTo>
                  <a:pt x="18488" y="131283"/>
                </a:lnTo>
                <a:lnTo>
                  <a:pt x="18294" y="131247"/>
                </a:lnTo>
                <a:lnTo>
                  <a:pt x="17921" y="131175"/>
                </a:lnTo>
                <a:lnTo>
                  <a:pt x="17555" y="131082"/>
                </a:lnTo>
                <a:lnTo>
                  <a:pt x="17203" y="130974"/>
                </a:lnTo>
                <a:lnTo>
                  <a:pt x="16859" y="130852"/>
                </a:lnTo>
                <a:lnTo>
                  <a:pt x="16529" y="130723"/>
                </a:lnTo>
                <a:lnTo>
                  <a:pt x="16213" y="130580"/>
                </a:lnTo>
                <a:lnTo>
                  <a:pt x="15897" y="130436"/>
                </a:lnTo>
                <a:lnTo>
                  <a:pt x="15596" y="130271"/>
                </a:lnTo>
                <a:lnTo>
                  <a:pt x="15301" y="130099"/>
                </a:lnTo>
                <a:lnTo>
                  <a:pt x="15007" y="129919"/>
                </a:lnTo>
                <a:lnTo>
                  <a:pt x="14727" y="129726"/>
                </a:lnTo>
                <a:lnTo>
                  <a:pt x="14447" y="129532"/>
                </a:lnTo>
                <a:lnTo>
                  <a:pt x="14210" y="129352"/>
                </a:lnTo>
                <a:lnTo>
                  <a:pt x="13974" y="129173"/>
                </a:lnTo>
                <a:lnTo>
                  <a:pt x="13758" y="128972"/>
                </a:lnTo>
                <a:lnTo>
                  <a:pt x="13529" y="128778"/>
                </a:lnTo>
                <a:lnTo>
                  <a:pt x="13306" y="128570"/>
                </a:lnTo>
                <a:lnTo>
                  <a:pt x="13091" y="128355"/>
                </a:lnTo>
                <a:lnTo>
                  <a:pt x="12875" y="128132"/>
                </a:lnTo>
                <a:lnTo>
                  <a:pt x="12660" y="127910"/>
                </a:lnTo>
                <a:lnTo>
                  <a:pt x="12459" y="127673"/>
                </a:lnTo>
                <a:lnTo>
                  <a:pt x="12251" y="127436"/>
                </a:lnTo>
                <a:lnTo>
                  <a:pt x="12057" y="127192"/>
                </a:lnTo>
                <a:lnTo>
                  <a:pt x="11856" y="126941"/>
                </a:lnTo>
                <a:lnTo>
                  <a:pt x="11663" y="126682"/>
                </a:lnTo>
                <a:lnTo>
                  <a:pt x="11469" y="126417"/>
                </a:lnTo>
                <a:lnTo>
                  <a:pt x="11282" y="126144"/>
                </a:lnTo>
                <a:lnTo>
                  <a:pt x="11096" y="125871"/>
                </a:lnTo>
                <a:lnTo>
                  <a:pt x="10916" y="125592"/>
                </a:lnTo>
                <a:lnTo>
                  <a:pt x="10737" y="125304"/>
                </a:lnTo>
                <a:lnTo>
                  <a:pt x="10557" y="125003"/>
                </a:lnTo>
                <a:lnTo>
                  <a:pt x="10385" y="124709"/>
                </a:lnTo>
                <a:lnTo>
                  <a:pt x="10213" y="124407"/>
                </a:lnTo>
                <a:lnTo>
                  <a:pt x="10041" y="124092"/>
                </a:lnTo>
                <a:lnTo>
                  <a:pt x="9883" y="123783"/>
                </a:lnTo>
                <a:lnTo>
                  <a:pt x="9718" y="123460"/>
                </a:lnTo>
                <a:lnTo>
                  <a:pt x="9560" y="123130"/>
                </a:lnTo>
                <a:lnTo>
                  <a:pt x="9402" y="122807"/>
                </a:lnTo>
                <a:lnTo>
                  <a:pt x="9244" y="122470"/>
                </a:lnTo>
                <a:lnTo>
                  <a:pt x="9093" y="122132"/>
                </a:lnTo>
                <a:lnTo>
                  <a:pt x="8792" y="121436"/>
                </a:lnTo>
                <a:lnTo>
                  <a:pt x="8505" y="120725"/>
                </a:lnTo>
                <a:lnTo>
                  <a:pt x="8268" y="120108"/>
                </a:lnTo>
                <a:lnTo>
                  <a:pt x="8031" y="119469"/>
                </a:lnTo>
                <a:lnTo>
                  <a:pt x="7794" y="118824"/>
                </a:lnTo>
                <a:lnTo>
                  <a:pt x="7564" y="118142"/>
                </a:lnTo>
                <a:lnTo>
                  <a:pt x="7335" y="117453"/>
                </a:lnTo>
                <a:lnTo>
                  <a:pt x="7112" y="116742"/>
                </a:lnTo>
                <a:lnTo>
                  <a:pt x="6890" y="116017"/>
                </a:lnTo>
                <a:lnTo>
                  <a:pt x="6667" y="115292"/>
                </a:lnTo>
                <a:lnTo>
                  <a:pt x="6452" y="114539"/>
                </a:lnTo>
                <a:lnTo>
                  <a:pt x="6244" y="113785"/>
                </a:lnTo>
                <a:lnTo>
                  <a:pt x="6029" y="113017"/>
                </a:lnTo>
                <a:lnTo>
                  <a:pt x="5820" y="112242"/>
                </a:lnTo>
                <a:lnTo>
                  <a:pt x="5627" y="111460"/>
                </a:lnTo>
                <a:lnTo>
                  <a:pt x="5419" y="110670"/>
                </a:lnTo>
                <a:lnTo>
                  <a:pt x="5232" y="109888"/>
                </a:lnTo>
                <a:lnTo>
                  <a:pt x="5031" y="109091"/>
                </a:lnTo>
                <a:lnTo>
                  <a:pt x="4665" y="107505"/>
                </a:lnTo>
                <a:lnTo>
                  <a:pt x="4320" y="105912"/>
                </a:lnTo>
                <a:lnTo>
                  <a:pt x="3983" y="104340"/>
                </a:lnTo>
                <a:lnTo>
                  <a:pt x="3667" y="102790"/>
                </a:lnTo>
                <a:lnTo>
                  <a:pt x="3373" y="101268"/>
                </a:lnTo>
                <a:lnTo>
                  <a:pt x="3108" y="99797"/>
                </a:lnTo>
                <a:lnTo>
                  <a:pt x="2856" y="98376"/>
                </a:lnTo>
                <a:lnTo>
                  <a:pt x="2627" y="97027"/>
                </a:lnTo>
                <a:lnTo>
                  <a:pt x="2505" y="96216"/>
                </a:lnTo>
                <a:lnTo>
                  <a:pt x="2375" y="95405"/>
                </a:lnTo>
                <a:lnTo>
                  <a:pt x="2253" y="94594"/>
                </a:lnTo>
                <a:lnTo>
                  <a:pt x="2139" y="93776"/>
                </a:lnTo>
                <a:lnTo>
                  <a:pt x="2017" y="92965"/>
                </a:lnTo>
                <a:lnTo>
                  <a:pt x="1916" y="92146"/>
                </a:lnTo>
                <a:lnTo>
                  <a:pt x="1808" y="91328"/>
                </a:lnTo>
                <a:lnTo>
                  <a:pt x="1701" y="90510"/>
                </a:lnTo>
                <a:lnTo>
                  <a:pt x="1600" y="89699"/>
                </a:lnTo>
                <a:lnTo>
                  <a:pt x="1500" y="88874"/>
                </a:lnTo>
                <a:lnTo>
                  <a:pt x="1414" y="88055"/>
                </a:lnTo>
                <a:lnTo>
                  <a:pt x="1320" y="87230"/>
                </a:lnTo>
                <a:lnTo>
                  <a:pt x="1234" y="86412"/>
                </a:lnTo>
                <a:lnTo>
                  <a:pt x="1148" y="85594"/>
                </a:lnTo>
                <a:lnTo>
                  <a:pt x="1069" y="84768"/>
                </a:lnTo>
                <a:lnTo>
                  <a:pt x="990" y="83950"/>
                </a:lnTo>
                <a:lnTo>
                  <a:pt x="911" y="83075"/>
                </a:lnTo>
                <a:lnTo>
                  <a:pt x="840" y="82206"/>
                </a:lnTo>
                <a:lnTo>
                  <a:pt x="775" y="81338"/>
                </a:lnTo>
                <a:lnTo>
                  <a:pt x="703" y="80477"/>
                </a:lnTo>
                <a:lnTo>
                  <a:pt x="646" y="79601"/>
                </a:lnTo>
                <a:lnTo>
                  <a:pt x="588" y="78740"/>
                </a:lnTo>
                <a:lnTo>
                  <a:pt x="531" y="77878"/>
                </a:lnTo>
                <a:lnTo>
                  <a:pt x="488" y="77017"/>
                </a:lnTo>
                <a:lnTo>
                  <a:pt x="438" y="76156"/>
                </a:lnTo>
                <a:lnTo>
                  <a:pt x="387" y="75288"/>
                </a:lnTo>
                <a:lnTo>
                  <a:pt x="337" y="74419"/>
                </a:lnTo>
                <a:lnTo>
                  <a:pt x="294" y="73558"/>
                </a:lnTo>
                <a:lnTo>
                  <a:pt x="244" y="72689"/>
                </a:lnTo>
                <a:lnTo>
                  <a:pt x="194" y="71814"/>
                </a:lnTo>
                <a:lnTo>
                  <a:pt x="151" y="70945"/>
                </a:lnTo>
                <a:lnTo>
                  <a:pt x="100" y="70070"/>
                </a:lnTo>
                <a:lnTo>
                  <a:pt x="72" y="69481"/>
                </a:lnTo>
                <a:lnTo>
                  <a:pt x="50" y="68893"/>
                </a:lnTo>
                <a:lnTo>
                  <a:pt x="21" y="68311"/>
                </a:lnTo>
                <a:lnTo>
                  <a:pt x="14" y="67730"/>
                </a:lnTo>
                <a:lnTo>
                  <a:pt x="7" y="67134"/>
                </a:lnTo>
                <a:lnTo>
                  <a:pt x="0" y="66553"/>
                </a:lnTo>
                <a:lnTo>
                  <a:pt x="0" y="65957"/>
                </a:lnTo>
                <a:lnTo>
                  <a:pt x="0" y="65376"/>
                </a:lnTo>
                <a:lnTo>
                  <a:pt x="21" y="64206"/>
                </a:lnTo>
                <a:lnTo>
                  <a:pt x="57" y="63029"/>
                </a:lnTo>
                <a:lnTo>
                  <a:pt x="100" y="61859"/>
                </a:lnTo>
                <a:lnTo>
                  <a:pt x="158" y="60689"/>
                </a:lnTo>
                <a:lnTo>
                  <a:pt x="222" y="59519"/>
                </a:lnTo>
                <a:lnTo>
                  <a:pt x="301" y="58350"/>
                </a:lnTo>
                <a:lnTo>
                  <a:pt x="387" y="57180"/>
                </a:lnTo>
                <a:lnTo>
                  <a:pt x="466" y="56017"/>
                </a:lnTo>
                <a:lnTo>
                  <a:pt x="567" y="54854"/>
                </a:lnTo>
                <a:lnTo>
                  <a:pt x="660" y="53692"/>
                </a:lnTo>
                <a:lnTo>
                  <a:pt x="753" y="52529"/>
                </a:lnTo>
                <a:lnTo>
                  <a:pt x="854" y="51374"/>
                </a:lnTo>
                <a:lnTo>
                  <a:pt x="911" y="50541"/>
                </a:lnTo>
                <a:lnTo>
                  <a:pt x="983" y="49716"/>
                </a:lnTo>
                <a:lnTo>
                  <a:pt x="1062" y="48883"/>
                </a:lnTo>
                <a:lnTo>
                  <a:pt x="1148" y="48065"/>
                </a:lnTo>
                <a:lnTo>
                  <a:pt x="1242" y="47232"/>
                </a:lnTo>
                <a:lnTo>
                  <a:pt x="1328" y="46414"/>
                </a:lnTo>
                <a:lnTo>
                  <a:pt x="1428" y="45589"/>
                </a:lnTo>
                <a:lnTo>
                  <a:pt x="1536" y="44771"/>
                </a:lnTo>
                <a:lnTo>
                  <a:pt x="1643" y="43952"/>
                </a:lnTo>
                <a:lnTo>
                  <a:pt x="1751" y="43127"/>
                </a:lnTo>
                <a:lnTo>
                  <a:pt x="1859" y="42316"/>
                </a:lnTo>
                <a:lnTo>
                  <a:pt x="1974" y="41491"/>
                </a:lnTo>
                <a:lnTo>
                  <a:pt x="2074" y="40680"/>
                </a:lnTo>
                <a:lnTo>
                  <a:pt x="2182" y="39869"/>
                </a:lnTo>
                <a:lnTo>
                  <a:pt x="2297" y="39058"/>
                </a:lnTo>
                <a:lnTo>
                  <a:pt x="2404" y="38240"/>
                </a:lnTo>
                <a:lnTo>
                  <a:pt x="2483" y="37701"/>
                </a:lnTo>
                <a:lnTo>
                  <a:pt x="2555" y="37156"/>
                </a:lnTo>
                <a:lnTo>
                  <a:pt x="2634" y="36603"/>
                </a:lnTo>
                <a:lnTo>
                  <a:pt x="2727" y="36058"/>
                </a:lnTo>
                <a:lnTo>
                  <a:pt x="2813" y="35498"/>
                </a:lnTo>
                <a:lnTo>
                  <a:pt x="2907" y="34938"/>
                </a:lnTo>
                <a:lnTo>
                  <a:pt x="3007" y="34385"/>
                </a:lnTo>
                <a:lnTo>
                  <a:pt x="3108" y="33833"/>
                </a:lnTo>
                <a:lnTo>
                  <a:pt x="3208" y="33273"/>
                </a:lnTo>
                <a:lnTo>
                  <a:pt x="3308" y="32720"/>
                </a:lnTo>
                <a:lnTo>
                  <a:pt x="3416" y="32175"/>
                </a:lnTo>
                <a:lnTo>
                  <a:pt x="3524" y="31622"/>
                </a:lnTo>
                <a:lnTo>
                  <a:pt x="3631" y="31077"/>
                </a:lnTo>
                <a:lnTo>
                  <a:pt x="3746" y="30546"/>
                </a:lnTo>
                <a:lnTo>
                  <a:pt x="3854" y="30015"/>
                </a:lnTo>
                <a:lnTo>
                  <a:pt x="3969" y="29483"/>
                </a:lnTo>
                <a:lnTo>
                  <a:pt x="4084" y="28945"/>
                </a:lnTo>
                <a:lnTo>
                  <a:pt x="4198" y="28421"/>
                </a:lnTo>
                <a:lnTo>
                  <a:pt x="4313" y="27890"/>
                </a:lnTo>
                <a:lnTo>
                  <a:pt x="4428" y="27366"/>
                </a:lnTo>
                <a:lnTo>
                  <a:pt x="4543" y="26842"/>
                </a:lnTo>
                <a:lnTo>
                  <a:pt x="4658" y="26318"/>
                </a:lnTo>
                <a:lnTo>
                  <a:pt x="4780" y="25787"/>
                </a:lnTo>
                <a:lnTo>
                  <a:pt x="4902" y="25256"/>
                </a:lnTo>
                <a:lnTo>
                  <a:pt x="4995" y="24840"/>
                </a:lnTo>
                <a:lnTo>
                  <a:pt x="5110" y="24330"/>
                </a:lnTo>
                <a:lnTo>
                  <a:pt x="5239" y="23756"/>
                </a:lnTo>
                <a:lnTo>
                  <a:pt x="5375" y="23146"/>
                </a:lnTo>
                <a:lnTo>
                  <a:pt x="5526" y="22550"/>
                </a:lnTo>
                <a:lnTo>
                  <a:pt x="5670" y="22012"/>
                </a:lnTo>
                <a:lnTo>
                  <a:pt x="5741" y="21768"/>
                </a:lnTo>
                <a:lnTo>
                  <a:pt x="5806" y="21553"/>
                </a:lnTo>
                <a:lnTo>
                  <a:pt x="5871" y="21366"/>
                </a:lnTo>
                <a:lnTo>
                  <a:pt x="5935" y="21208"/>
                </a:lnTo>
                <a:lnTo>
                  <a:pt x="6000" y="20857"/>
                </a:lnTo>
                <a:lnTo>
                  <a:pt x="6093" y="20469"/>
                </a:lnTo>
                <a:lnTo>
                  <a:pt x="6201" y="20074"/>
                </a:lnTo>
                <a:lnTo>
                  <a:pt x="6316" y="19665"/>
                </a:lnTo>
                <a:lnTo>
                  <a:pt x="6430" y="19249"/>
                </a:lnTo>
                <a:lnTo>
                  <a:pt x="6553" y="18847"/>
                </a:lnTo>
                <a:lnTo>
                  <a:pt x="6667" y="18467"/>
                </a:lnTo>
                <a:lnTo>
                  <a:pt x="6775" y="18108"/>
                </a:lnTo>
                <a:lnTo>
                  <a:pt x="6890" y="17735"/>
                </a:lnTo>
                <a:lnTo>
                  <a:pt x="7005" y="17354"/>
                </a:lnTo>
                <a:lnTo>
                  <a:pt x="7119" y="16988"/>
                </a:lnTo>
                <a:lnTo>
                  <a:pt x="7234" y="16615"/>
                </a:lnTo>
                <a:lnTo>
                  <a:pt x="7342" y="16249"/>
                </a:lnTo>
                <a:lnTo>
                  <a:pt x="7457" y="15883"/>
                </a:lnTo>
                <a:lnTo>
                  <a:pt x="7572" y="15517"/>
                </a:lnTo>
                <a:lnTo>
                  <a:pt x="7686" y="15144"/>
                </a:lnTo>
                <a:lnTo>
                  <a:pt x="7902" y="14469"/>
                </a:lnTo>
                <a:lnTo>
                  <a:pt x="8131" y="13744"/>
                </a:lnTo>
                <a:lnTo>
                  <a:pt x="8375" y="12976"/>
                </a:lnTo>
                <a:lnTo>
                  <a:pt x="8641" y="12215"/>
                </a:lnTo>
                <a:lnTo>
                  <a:pt x="8770" y="11828"/>
                </a:lnTo>
                <a:lnTo>
                  <a:pt x="8907" y="11455"/>
                </a:lnTo>
                <a:lnTo>
                  <a:pt x="9050" y="11089"/>
                </a:lnTo>
                <a:lnTo>
                  <a:pt x="9186" y="10737"/>
                </a:lnTo>
                <a:lnTo>
                  <a:pt x="9330" y="10400"/>
                </a:lnTo>
                <a:lnTo>
                  <a:pt x="9474" y="10077"/>
                </a:lnTo>
                <a:lnTo>
                  <a:pt x="9617" y="9775"/>
                </a:lnTo>
                <a:lnTo>
                  <a:pt x="9753" y="9495"/>
                </a:lnTo>
                <a:lnTo>
                  <a:pt x="9811" y="9337"/>
                </a:lnTo>
                <a:lnTo>
                  <a:pt x="9883" y="9165"/>
                </a:lnTo>
                <a:lnTo>
                  <a:pt x="9954" y="8986"/>
                </a:lnTo>
                <a:lnTo>
                  <a:pt x="10033" y="8799"/>
                </a:lnTo>
                <a:lnTo>
                  <a:pt x="10227" y="8397"/>
                </a:lnTo>
                <a:lnTo>
                  <a:pt x="10435" y="7974"/>
                </a:lnTo>
                <a:lnTo>
                  <a:pt x="10679" y="7543"/>
                </a:lnTo>
                <a:lnTo>
                  <a:pt x="10938" y="7091"/>
                </a:lnTo>
                <a:lnTo>
                  <a:pt x="11203" y="6646"/>
                </a:lnTo>
                <a:lnTo>
                  <a:pt x="11483" y="6194"/>
                </a:lnTo>
                <a:lnTo>
                  <a:pt x="11763" y="5756"/>
                </a:lnTo>
                <a:lnTo>
                  <a:pt x="12050" y="5340"/>
                </a:lnTo>
                <a:lnTo>
                  <a:pt x="12323" y="4945"/>
                </a:lnTo>
                <a:lnTo>
                  <a:pt x="12588" y="4572"/>
                </a:lnTo>
                <a:lnTo>
                  <a:pt x="12847" y="4249"/>
                </a:lnTo>
                <a:lnTo>
                  <a:pt x="13084" y="3948"/>
                </a:lnTo>
                <a:lnTo>
                  <a:pt x="13191" y="3825"/>
                </a:lnTo>
                <a:lnTo>
                  <a:pt x="13299" y="3711"/>
                </a:lnTo>
                <a:lnTo>
                  <a:pt x="13392" y="3617"/>
                </a:lnTo>
                <a:lnTo>
                  <a:pt x="13478" y="3524"/>
                </a:lnTo>
                <a:lnTo>
                  <a:pt x="13830" y="3201"/>
                </a:lnTo>
                <a:lnTo>
                  <a:pt x="14124" y="2907"/>
                </a:lnTo>
                <a:lnTo>
                  <a:pt x="14404" y="2634"/>
                </a:lnTo>
                <a:lnTo>
                  <a:pt x="14684" y="2383"/>
                </a:lnTo>
                <a:lnTo>
                  <a:pt x="14820" y="2261"/>
                </a:lnTo>
                <a:lnTo>
                  <a:pt x="14971" y="2139"/>
                </a:lnTo>
                <a:lnTo>
                  <a:pt x="15129" y="2010"/>
                </a:lnTo>
                <a:lnTo>
                  <a:pt x="15301" y="1881"/>
                </a:lnTo>
                <a:lnTo>
                  <a:pt x="15488" y="1751"/>
                </a:lnTo>
                <a:lnTo>
                  <a:pt x="15696" y="1608"/>
                </a:lnTo>
                <a:lnTo>
                  <a:pt x="15919" y="1471"/>
                </a:lnTo>
                <a:lnTo>
                  <a:pt x="16163" y="1321"/>
                </a:lnTo>
                <a:lnTo>
                  <a:pt x="16349" y="1213"/>
                </a:lnTo>
                <a:lnTo>
                  <a:pt x="16550" y="1098"/>
                </a:lnTo>
                <a:lnTo>
                  <a:pt x="16744" y="991"/>
                </a:lnTo>
                <a:lnTo>
                  <a:pt x="16959" y="897"/>
                </a:lnTo>
                <a:lnTo>
                  <a:pt x="17175" y="797"/>
                </a:lnTo>
                <a:lnTo>
                  <a:pt x="17390" y="696"/>
                </a:lnTo>
                <a:lnTo>
                  <a:pt x="17612" y="610"/>
                </a:lnTo>
                <a:lnTo>
                  <a:pt x="17842" y="524"/>
                </a:lnTo>
                <a:lnTo>
                  <a:pt x="18072" y="452"/>
                </a:lnTo>
                <a:lnTo>
                  <a:pt x="18316" y="381"/>
                </a:lnTo>
                <a:lnTo>
                  <a:pt x="18560" y="309"/>
                </a:lnTo>
                <a:lnTo>
                  <a:pt x="18804" y="251"/>
                </a:lnTo>
                <a:lnTo>
                  <a:pt x="19055" y="208"/>
                </a:lnTo>
                <a:lnTo>
                  <a:pt x="19299" y="172"/>
                </a:lnTo>
                <a:lnTo>
                  <a:pt x="19550" y="136"/>
                </a:lnTo>
                <a:lnTo>
                  <a:pt x="19816" y="122"/>
                </a:lnTo>
                <a:lnTo>
                  <a:pt x="19952" y="79"/>
                </a:lnTo>
                <a:lnTo>
                  <a:pt x="20139" y="50"/>
                </a:lnTo>
                <a:lnTo>
                  <a:pt x="20340" y="22"/>
                </a:lnTo>
                <a:lnTo>
                  <a:pt x="20591" y="7"/>
                </a:lnTo>
                <a:close/>
              </a:path>
            </a:pathLst>
          </a:custGeom>
          <a:gradFill>
            <a:gsLst>
              <a:gs pos="0">
                <a:srgbClr val="FFFFFF">
                  <a:alpha val="50000"/>
                </a:srgbClr>
              </a:gs>
              <a:gs pos="60000">
                <a:srgbClr val="FFFFFF"/>
              </a:gs>
            </a:gsLst>
            <a:lin ang="2700000"/>
          </a:gradFill>
        </p:spPr>
        <p:txBody>
          <a:bodyPr vert="horz" wrap="square" lIns="91440" tIns="45720" rIns="91440" bIns="45720" anchor="t">
            <a:prstTxWarp prst="textNoShape">
              <a:avLst/>
            </a:prstTxWarp>
            <a:noAutofit/>
          </a:bodyPr>
          <a:lstStyle/>
          <a:p>
            <a:pPr marL="0" marR="0" indent="0" algn="l" fontAlgn="auto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/>
          </a:p>
        </p:txBody>
      </p:sp>
      <p:sp>
        <p:nvSpPr>
          <p:cNvPr id="8" name="TextBox 8"/>
          <p:cNvSpPr txBox="1"/>
          <p:nvPr/>
        </p:nvSpPr>
        <p:spPr>
          <a:xfrm>
            <a:off x="660400" y="128587"/>
            <a:ext cx="10858500" cy="90011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marL="0" algn="l">
              <a:lnSpc>
                <a:spcPct val="90000"/>
              </a:lnSpc>
              <a:spcBef>
                <a:spcPct val="0"/>
              </a:spcBef>
              <a:defRPr/>
            </a:pPr>
            <a:r>
              <a:rPr lang="zh-CN" altLang="en-US" sz="2800" b="1" i="0" u="none" baseline="0" dirty="0">
                <a:solidFill>
                  <a:srgbClr val="000000"/>
                </a:solidFill>
                <a:latin typeface="微软雅黑"/>
                <a:ea typeface="微软雅黑"/>
              </a:rPr>
              <a:t>Retention Insights</a:t>
            </a:r>
            <a:endParaRPr lang="en-US" sz="1100" dirty="0"/>
          </a:p>
        </p:txBody>
      </p:sp>
      <p:sp>
        <p:nvSpPr>
          <p:cNvPr id="9" name="AutoShape 9"/>
          <p:cNvSpPr/>
          <p:nvPr/>
        </p:nvSpPr>
        <p:spPr>
          <a:xfrm>
            <a:off x="10795000" y="6540500"/>
            <a:ext cx="1270000" cy="1905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rtlCol="0" anchor="t"/>
          <a:lstStyle/>
          <a:p>
            <a:pPr algn="r">
              <a:defRPr/>
            </a:pPr>
            <a:r>
              <a:rPr lang="en-US" sz="800" b="0" i="0" u="none" baseline="0">
                <a:solidFill>
                  <a:srgbClr val="808080"/>
                </a:solidFill>
                <a:latin typeface="Microsoft YaHei"/>
                <a:ea typeface="Microsoft YaHei"/>
              </a:rPr>
              <a:t>内容由AI生成</a:t>
            </a:r>
            <a:endParaRPr lang="en-US" sz="110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xmlns="" id="{6729B6E3-A134-D372-1746-7318A8518787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79136" y="113665"/>
            <a:ext cx="2185863" cy="625157"/>
          </a:xfrm>
          <a:prstGeom prst="rect">
            <a:avLst/>
          </a:prstGeom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title"/>
          </p:nvPr>
        </p:nvSpPr>
        <p:spPr>
          <a:xfrm>
            <a:off x="660400" y="128587"/>
            <a:ext cx="10858500" cy="900112"/>
          </a:xfrm>
        </p:spPr>
        <p:txBody>
          <a:bodyPr vert="horz" lIns="91440" tIns="45720" rIns="91440" bIns="45720" anchor="b">
            <a:normAutofit/>
          </a:bodyPr>
          <a:lstStyle/>
          <a:p>
            <a:pPr algn="l">
              <a:lnSpc>
                <a:spcPct val="90000"/>
              </a:lnSpc>
            </a:pPr>
            <a:r>
              <a:rPr lang="zh-CN" altLang="en-US" sz="2800" b="1" dirty="0">
                <a:solidFill>
                  <a:srgbClr val="000000"/>
                </a:solidFill>
                <a:latin typeface="微软雅黑"/>
                <a:ea typeface="微软雅黑"/>
              </a:rPr>
              <a:t>Retention Page </a:t>
            </a:r>
            <a:r>
              <a:rPr lang="zh-CN" altLang="en-US" sz="2800" b="1" i="0" u="none" baseline="0" dirty="0">
                <a:solidFill>
                  <a:srgbClr val="000000"/>
                </a:solidFill>
                <a:latin typeface="微软雅黑"/>
                <a:ea typeface="微软雅黑"/>
              </a:rPr>
              <a:t>Layout</a:t>
            </a:r>
          </a:p>
        </p:txBody>
      </p:sp>
      <p:sp>
        <p:nvSpPr>
          <p:cNvPr id="6" name="AutoShape 6"/>
          <p:cNvSpPr/>
          <p:nvPr/>
        </p:nvSpPr>
        <p:spPr>
          <a:xfrm>
            <a:off x="10795000" y="6540500"/>
            <a:ext cx="1270000" cy="1905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rtlCol="0" anchor="t"/>
          <a:lstStyle/>
          <a:p>
            <a:pPr algn="r">
              <a:defRPr/>
            </a:pPr>
            <a:r>
              <a:rPr lang="en-US" sz="800" b="0" i="0" u="none" baseline="0">
                <a:solidFill>
                  <a:srgbClr val="808080"/>
                </a:solidFill>
                <a:latin typeface="Microsoft YaHei"/>
                <a:ea typeface="Microsoft YaHei"/>
              </a:rPr>
              <a:t>内容由AI生成</a:t>
            </a:r>
            <a:endParaRPr lang="en-US" sz="110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74346" y="1145287"/>
            <a:ext cx="9614707" cy="5560313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xmlns="" id="{6729B6E3-A134-D372-1746-7318A8518787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79136" y="113665"/>
            <a:ext cx="2185863" cy="6251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9412093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title"/>
          </p:nvPr>
        </p:nvSpPr>
        <p:spPr>
          <a:xfrm>
            <a:off x="660402" y="2687736"/>
            <a:ext cx="10858498" cy="923330"/>
          </a:xfrm>
        </p:spPr>
        <p:txBody>
          <a:bodyPr vert="horz" lIns="91440" tIns="45720" rIns="91440" bIns="45720" anchor="t">
            <a:normAutofit fontScale="90000"/>
          </a:bodyPr>
          <a:lstStyle/>
          <a:p>
            <a:pPr algn="ctr">
              <a:lnSpc>
                <a:spcPct val="100000"/>
              </a:lnSpc>
              <a:spcBef>
                <a:spcPct val="0"/>
              </a:spcBef>
              <a:buNone/>
            </a:pPr>
            <a:r>
              <a:rPr lang="zh-CN" altLang="en-US" sz="7167" b="1" i="0" u="none" baseline="0">
                <a:solidFill>
                  <a:srgbClr val="000000"/>
                </a:solidFill>
                <a:latin typeface="微软雅黑"/>
                <a:ea typeface="微软雅黑"/>
              </a:rPr>
              <a:t>Section 6: Closing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5430672" y="1579740"/>
            <a:ext cx="1330656" cy="1107996"/>
          </a:xfrm>
          <a:prstGeom prst="rect">
            <a:avLst/>
          </a:prstGeom>
        </p:spPr>
        <p:txBody>
          <a:bodyPr vert="horz" wrap="square" lIns="91440" tIns="45720" rIns="91440" bIns="45720" rtlCol="0" anchor="b">
            <a:spAutoFit/>
          </a:bodyPr>
          <a:lstStyle/>
          <a:p>
            <a:pPr marL="0" algn="l">
              <a:defRPr/>
            </a:pPr>
            <a:r>
              <a:rPr lang="en-US" sz="6600" b="0" i="0" u="none" baseline="0">
                <a:solidFill>
                  <a:srgbClr val="000000"/>
                </a:solidFill>
                <a:latin typeface="微软雅黑"/>
                <a:ea typeface="微软雅黑"/>
              </a:rPr>
              <a:t>06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10795000" y="6540500"/>
            <a:ext cx="1270000" cy="1905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rtlCol="0" anchor="t"/>
          <a:lstStyle/>
          <a:p>
            <a:pPr algn="r">
              <a:defRPr/>
            </a:pPr>
            <a:r>
              <a:rPr lang="en-US" sz="800" b="0" i="0" u="none" baseline="0">
                <a:solidFill>
                  <a:srgbClr val="808080"/>
                </a:solidFill>
                <a:latin typeface="Microsoft YaHei"/>
                <a:ea typeface="Microsoft YaHei"/>
              </a:rPr>
              <a:t>内容由AI生成</a:t>
            </a:r>
            <a:endParaRPr lang="en-US" sz="110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xmlns="" id="{6729B6E3-A134-D372-1746-7318A8518787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79136" y="113665"/>
            <a:ext cx="2185864" cy="625157"/>
          </a:xfrm>
          <a:prstGeom prst="rect">
            <a:avLst/>
          </a:prstGeom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FFC717">
                <a:lumMod val="40000"/>
                <a:lumOff val="60000"/>
              </a:srgbClr>
            </a:gs>
            <a:gs pos="100000">
              <a:srgbClr val="FFC717">
                <a:alpha val="0"/>
                <a:lumMod val="20000"/>
                <a:lumOff val="80000"/>
              </a:srgbClr>
            </a:gs>
          </a:gsLst>
          <a:lin ang="162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660400" y="2999530"/>
            <a:ext cx="10858500" cy="3134570"/>
          </a:xfrm>
          <a:prstGeom prst="rect">
            <a:avLst/>
          </a:prstGeom>
          <a:blipFill>
            <a:blip r:embed="rId2"/>
            <a:stretch>
              <a:fillRect t="-65691" b="-65160"/>
            </a:stretch>
          </a:blipFill>
          <a:ln cap="flat" cmpd="sng">
            <a:prstDash val="solid"/>
          </a:ln>
        </p:spPr>
        <p:txBody>
          <a:bodyPr rot="0" vert="horz" wrap="square" lIns="91440" tIns="45720" rIns="91440" bIns="45720" anchor="t">
            <a:noAutofit/>
          </a:bodyPr>
          <a:lstStyle/>
          <a:p>
            <a:pPr marL="0" algn="ctr"/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1198496" y="1379531"/>
            <a:ext cx="3600000" cy="2880000"/>
          </a:xfrm>
          <a:prstGeom prst="roundRect">
            <a:avLst>
              <a:gd name="adj" fmla="val 4077"/>
            </a:avLst>
          </a:prstGeom>
          <a:gradFill>
            <a:gsLst>
              <a:gs pos="0">
                <a:srgbClr val="F54E1A">
                  <a:lumMod val="60000"/>
                  <a:lumOff val="40000"/>
                </a:srgbClr>
              </a:gs>
              <a:gs pos="60000">
                <a:srgbClr val="F54E1A"/>
              </a:gs>
            </a:gsLst>
            <a:lin ang="2700000"/>
          </a:gradFill>
          <a:ln cap="rnd" cmpd="sng">
            <a:prstDash val="solid"/>
          </a:ln>
          <a:effectLst>
            <a:outerShdw blurRad="254000" dist="127000" dir="5400000" algn="ctr" rotWithShape="0">
              <a:schemeClr val="accent1">
                <a:alpha val="20000"/>
              </a:schemeClr>
            </a:outerShdw>
          </a:effectLst>
        </p:spPr>
        <p:txBody>
          <a:bodyPr rot="0" vert="horz" wrap="square" lIns="91440" tIns="45720" rIns="91440" bIns="45720" anchor="ctr">
            <a:noAutofit/>
          </a:bodyPr>
          <a:lstStyle/>
          <a:p>
            <a:pPr marL="342900" indent="-342900" algn="ctr"/>
            <a:endParaRPr/>
          </a:p>
        </p:txBody>
      </p:sp>
      <p:cxnSp>
        <p:nvCxnSpPr>
          <p:cNvPr id="4" name="Connector 4"/>
          <p:cNvCxnSpPr/>
          <p:nvPr/>
        </p:nvCxnSpPr>
        <p:spPr>
          <a:xfrm>
            <a:off x="2818496" y="2245947"/>
            <a:ext cx="360000" cy="0"/>
          </a:xfrm>
          <a:prstGeom prst="line">
            <a:avLst/>
          </a:prstGeom>
          <a:ln w="25400" cap="flat" cmpd="sng">
            <a:solidFill>
              <a:srgbClr val="FFFFFF"/>
            </a:solidFill>
            <a:prstDash val="solid"/>
          </a:ln>
        </p:spPr>
      </p:cxnSp>
      <p:sp>
        <p:nvSpPr>
          <p:cNvPr id="5" name="TextBox 5"/>
          <p:cNvSpPr txBox="1"/>
          <p:nvPr/>
        </p:nvSpPr>
        <p:spPr>
          <a:xfrm>
            <a:off x="1329743" y="1735248"/>
            <a:ext cx="3337508" cy="369332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b">
            <a:spAutoFit/>
          </a:bodyPr>
          <a:lstStyle/>
          <a:p>
            <a:pPr marL="0" algn="ctr">
              <a:defRPr/>
            </a:pPr>
            <a:r>
              <a:rPr lang="zh-CN" altLang="en-US" sz="1800" b="1" i="0" u="none" baseline="0">
                <a:solidFill>
                  <a:srgbClr val="FFFFFF"/>
                </a:solidFill>
                <a:latin typeface="微软雅黑"/>
                <a:ea typeface="微软雅黑"/>
              </a:rPr>
              <a:t>Actionable Strategies</a:t>
            </a:r>
            <a:endParaRPr lang="en-US" sz="1100"/>
          </a:p>
        </p:txBody>
      </p:sp>
      <p:sp>
        <p:nvSpPr>
          <p:cNvPr id="6" name="TextBox 6"/>
          <p:cNvSpPr txBox="1"/>
          <p:nvPr/>
        </p:nvSpPr>
        <p:spPr>
          <a:xfrm>
            <a:off x="1329743" y="2387373"/>
            <a:ext cx="3337508" cy="1337203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t">
            <a:spAutoFit/>
          </a:bodyPr>
          <a:lstStyle/>
          <a:p>
            <a:pPr marL="0" algn="ctr">
              <a:lnSpc>
                <a:spcPct val="150000"/>
              </a:lnSpc>
              <a:defRPr/>
            </a:pPr>
            <a:r>
              <a:rPr lang="zh-CN" altLang="en-US" sz="1400" b="0" i="0" u="none" baseline="0">
                <a:solidFill>
                  <a:srgbClr val="FFFFFF"/>
                </a:solidFill>
                <a:latin typeface="微软雅黑"/>
                <a:ea typeface="微软雅黑"/>
              </a:rPr>
              <a:t>Improve customer retention
Focus marketing on top regions
Promote high-revenue products
Monitor KPIs monthly</a:t>
            </a:r>
            <a:endParaRPr lang="en-US" sz="1100"/>
          </a:p>
        </p:txBody>
      </p:sp>
      <p:sp>
        <p:nvSpPr>
          <p:cNvPr id="7" name="Freeform 7"/>
          <p:cNvSpPr/>
          <p:nvPr/>
        </p:nvSpPr>
        <p:spPr>
          <a:xfrm>
            <a:off x="2741465" y="4031586"/>
            <a:ext cx="514063" cy="131413"/>
          </a:xfrm>
          <a:custGeom>
            <a:avLst/>
            <a:gdLst/>
            <a:ahLst/>
            <a:cxnLst/>
            <a:rect l="l" t="t" r="r" b="b"/>
            <a:pathLst>
              <a:path w="514063" h="131413">
                <a:moveTo>
                  <a:pt x="408080" y="1"/>
                </a:moveTo>
                <a:lnTo>
                  <a:pt x="408374" y="1"/>
                </a:lnTo>
                <a:lnTo>
                  <a:pt x="408697" y="8"/>
                </a:lnTo>
                <a:lnTo>
                  <a:pt x="409049" y="15"/>
                </a:lnTo>
                <a:lnTo>
                  <a:pt x="409802" y="59"/>
                </a:lnTo>
                <a:lnTo>
                  <a:pt x="410621" y="123"/>
                </a:lnTo>
                <a:lnTo>
                  <a:pt x="411475" y="195"/>
                </a:lnTo>
                <a:lnTo>
                  <a:pt x="412357" y="288"/>
                </a:lnTo>
                <a:lnTo>
                  <a:pt x="413240" y="389"/>
                </a:lnTo>
                <a:lnTo>
                  <a:pt x="414116" y="496"/>
                </a:lnTo>
                <a:lnTo>
                  <a:pt x="414948" y="604"/>
                </a:lnTo>
                <a:lnTo>
                  <a:pt x="415738" y="704"/>
                </a:lnTo>
                <a:lnTo>
                  <a:pt x="416456" y="805"/>
                </a:lnTo>
                <a:lnTo>
                  <a:pt x="417080" y="898"/>
                </a:lnTo>
                <a:lnTo>
                  <a:pt x="417597" y="977"/>
                </a:lnTo>
                <a:lnTo>
                  <a:pt x="417977" y="1049"/>
                </a:lnTo>
                <a:lnTo>
                  <a:pt x="418788" y="1207"/>
                </a:lnTo>
                <a:lnTo>
                  <a:pt x="419585" y="1372"/>
                </a:lnTo>
                <a:lnTo>
                  <a:pt x="420389" y="1544"/>
                </a:lnTo>
                <a:lnTo>
                  <a:pt x="421192" y="1724"/>
                </a:lnTo>
                <a:lnTo>
                  <a:pt x="421989" y="1917"/>
                </a:lnTo>
                <a:lnTo>
                  <a:pt x="422793" y="2118"/>
                </a:lnTo>
                <a:lnTo>
                  <a:pt x="423589" y="2326"/>
                </a:lnTo>
                <a:lnTo>
                  <a:pt x="424393" y="2549"/>
                </a:lnTo>
                <a:lnTo>
                  <a:pt x="425190" y="2771"/>
                </a:lnTo>
                <a:lnTo>
                  <a:pt x="425994" y="3001"/>
                </a:lnTo>
                <a:lnTo>
                  <a:pt x="426790" y="3238"/>
                </a:lnTo>
                <a:lnTo>
                  <a:pt x="427587" y="3482"/>
                </a:lnTo>
                <a:lnTo>
                  <a:pt x="428384" y="3740"/>
                </a:lnTo>
                <a:lnTo>
                  <a:pt x="429180" y="3992"/>
                </a:lnTo>
                <a:lnTo>
                  <a:pt x="429977" y="4257"/>
                </a:lnTo>
                <a:lnTo>
                  <a:pt x="430774" y="4530"/>
                </a:lnTo>
                <a:lnTo>
                  <a:pt x="431563" y="4795"/>
                </a:lnTo>
                <a:lnTo>
                  <a:pt x="432353" y="5075"/>
                </a:lnTo>
                <a:lnTo>
                  <a:pt x="433142" y="5362"/>
                </a:lnTo>
                <a:lnTo>
                  <a:pt x="433917" y="5649"/>
                </a:lnTo>
                <a:lnTo>
                  <a:pt x="434707" y="5937"/>
                </a:lnTo>
                <a:lnTo>
                  <a:pt x="435489" y="6238"/>
                </a:lnTo>
                <a:lnTo>
                  <a:pt x="436271" y="6539"/>
                </a:lnTo>
                <a:lnTo>
                  <a:pt x="437039" y="6841"/>
                </a:lnTo>
                <a:lnTo>
                  <a:pt x="438582" y="7451"/>
                </a:lnTo>
                <a:lnTo>
                  <a:pt x="440111" y="8075"/>
                </a:lnTo>
                <a:lnTo>
                  <a:pt x="441633" y="8707"/>
                </a:lnTo>
                <a:lnTo>
                  <a:pt x="443125" y="9338"/>
                </a:lnTo>
                <a:lnTo>
                  <a:pt x="443369" y="9439"/>
                </a:lnTo>
                <a:lnTo>
                  <a:pt x="443635" y="9547"/>
                </a:lnTo>
                <a:lnTo>
                  <a:pt x="443915" y="9654"/>
                </a:lnTo>
                <a:lnTo>
                  <a:pt x="444195" y="9762"/>
                </a:lnTo>
                <a:lnTo>
                  <a:pt x="444467" y="9877"/>
                </a:lnTo>
                <a:lnTo>
                  <a:pt x="444726" y="9992"/>
                </a:lnTo>
                <a:lnTo>
                  <a:pt x="444963" y="10114"/>
                </a:lnTo>
                <a:lnTo>
                  <a:pt x="445185" y="10236"/>
                </a:lnTo>
                <a:lnTo>
                  <a:pt x="445357" y="10286"/>
                </a:lnTo>
                <a:lnTo>
                  <a:pt x="445551" y="10350"/>
                </a:lnTo>
                <a:lnTo>
                  <a:pt x="445745" y="10415"/>
                </a:lnTo>
                <a:lnTo>
                  <a:pt x="445946" y="10487"/>
                </a:lnTo>
                <a:lnTo>
                  <a:pt x="446362" y="10659"/>
                </a:lnTo>
                <a:lnTo>
                  <a:pt x="446778" y="10846"/>
                </a:lnTo>
                <a:lnTo>
                  <a:pt x="447209" y="11032"/>
                </a:lnTo>
                <a:lnTo>
                  <a:pt x="447618" y="11212"/>
                </a:lnTo>
                <a:lnTo>
                  <a:pt x="448013" y="11391"/>
                </a:lnTo>
                <a:lnTo>
                  <a:pt x="448379" y="11542"/>
                </a:lnTo>
                <a:lnTo>
                  <a:pt x="448932" y="11772"/>
                </a:lnTo>
                <a:lnTo>
                  <a:pt x="449499" y="12008"/>
                </a:lnTo>
                <a:lnTo>
                  <a:pt x="450073" y="12252"/>
                </a:lnTo>
                <a:lnTo>
                  <a:pt x="450654" y="12511"/>
                </a:lnTo>
                <a:lnTo>
                  <a:pt x="451250" y="12776"/>
                </a:lnTo>
                <a:lnTo>
                  <a:pt x="451845" y="13035"/>
                </a:lnTo>
                <a:lnTo>
                  <a:pt x="452456" y="13315"/>
                </a:lnTo>
                <a:lnTo>
                  <a:pt x="453051" y="13587"/>
                </a:lnTo>
                <a:lnTo>
                  <a:pt x="453654" y="13867"/>
                </a:lnTo>
                <a:lnTo>
                  <a:pt x="454243" y="14147"/>
                </a:lnTo>
                <a:lnTo>
                  <a:pt x="454838" y="14427"/>
                </a:lnTo>
                <a:lnTo>
                  <a:pt x="455420" y="14693"/>
                </a:lnTo>
                <a:lnTo>
                  <a:pt x="455987" y="14972"/>
                </a:lnTo>
                <a:lnTo>
                  <a:pt x="456539" y="15245"/>
                </a:lnTo>
                <a:lnTo>
                  <a:pt x="457078" y="15518"/>
                </a:lnTo>
                <a:lnTo>
                  <a:pt x="457594" y="15776"/>
                </a:lnTo>
                <a:lnTo>
                  <a:pt x="458341" y="16157"/>
                </a:lnTo>
                <a:lnTo>
                  <a:pt x="459087" y="16544"/>
                </a:lnTo>
                <a:lnTo>
                  <a:pt x="459841" y="16932"/>
                </a:lnTo>
                <a:lnTo>
                  <a:pt x="460580" y="17319"/>
                </a:lnTo>
                <a:lnTo>
                  <a:pt x="461319" y="17714"/>
                </a:lnTo>
                <a:lnTo>
                  <a:pt x="462044" y="18109"/>
                </a:lnTo>
                <a:lnTo>
                  <a:pt x="462776" y="18511"/>
                </a:lnTo>
                <a:lnTo>
                  <a:pt x="463508" y="18913"/>
                </a:lnTo>
                <a:lnTo>
                  <a:pt x="464233" y="19322"/>
                </a:lnTo>
                <a:lnTo>
                  <a:pt x="464944" y="19731"/>
                </a:lnTo>
                <a:lnTo>
                  <a:pt x="465654" y="20140"/>
                </a:lnTo>
                <a:lnTo>
                  <a:pt x="466357" y="20549"/>
                </a:lnTo>
                <a:lnTo>
                  <a:pt x="467054" y="20958"/>
                </a:lnTo>
                <a:lnTo>
                  <a:pt x="467750" y="21382"/>
                </a:lnTo>
                <a:lnTo>
                  <a:pt x="468439" y="21798"/>
                </a:lnTo>
                <a:lnTo>
                  <a:pt x="469106" y="22228"/>
                </a:lnTo>
                <a:lnTo>
                  <a:pt x="469810" y="22666"/>
                </a:lnTo>
                <a:lnTo>
                  <a:pt x="470506" y="23104"/>
                </a:lnTo>
                <a:lnTo>
                  <a:pt x="471195" y="23542"/>
                </a:lnTo>
                <a:lnTo>
                  <a:pt x="471884" y="23973"/>
                </a:lnTo>
                <a:lnTo>
                  <a:pt x="472566" y="24417"/>
                </a:lnTo>
                <a:lnTo>
                  <a:pt x="473247" y="24855"/>
                </a:lnTo>
                <a:lnTo>
                  <a:pt x="473929" y="25300"/>
                </a:lnTo>
                <a:lnTo>
                  <a:pt x="474604" y="25760"/>
                </a:lnTo>
                <a:lnTo>
                  <a:pt x="475314" y="26233"/>
                </a:lnTo>
                <a:lnTo>
                  <a:pt x="476011" y="26714"/>
                </a:lnTo>
                <a:lnTo>
                  <a:pt x="476692" y="27181"/>
                </a:lnTo>
                <a:lnTo>
                  <a:pt x="477345" y="27647"/>
                </a:lnTo>
                <a:lnTo>
                  <a:pt x="477999" y="28106"/>
                </a:lnTo>
                <a:lnTo>
                  <a:pt x="478630" y="28566"/>
                </a:lnTo>
                <a:lnTo>
                  <a:pt x="479262" y="29018"/>
                </a:lnTo>
                <a:lnTo>
                  <a:pt x="479886" y="29477"/>
                </a:lnTo>
                <a:lnTo>
                  <a:pt x="480503" y="29929"/>
                </a:lnTo>
                <a:lnTo>
                  <a:pt x="481121" y="30389"/>
                </a:lnTo>
                <a:lnTo>
                  <a:pt x="481745" y="30855"/>
                </a:lnTo>
                <a:lnTo>
                  <a:pt x="482369" y="31322"/>
                </a:lnTo>
                <a:lnTo>
                  <a:pt x="483008" y="31796"/>
                </a:lnTo>
                <a:lnTo>
                  <a:pt x="483647" y="32269"/>
                </a:lnTo>
                <a:lnTo>
                  <a:pt x="484300" y="32764"/>
                </a:lnTo>
                <a:lnTo>
                  <a:pt x="484975" y="33260"/>
                </a:lnTo>
                <a:lnTo>
                  <a:pt x="485599" y="33733"/>
                </a:lnTo>
                <a:lnTo>
                  <a:pt x="486231" y="34229"/>
                </a:lnTo>
                <a:lnTo>
                  <a:pt x="486862" y="34738"/>
                </a:lnTo>
                <a:lnTo>
                  <a:pt x="487487" y="35248"/>
                </a:lnTo>
                <a:lnTo>
                  <a:pt x="488104" y="35750"/>
                </a:lnTo>
                <a:lnTo>
                  <a:pt x="488721" y="36260"/>
                </a:lnTo>
                <a:lnTo>
                  <a:pt x="489338" y="36755"/>
                </a:lnTo>
                <a:lnTo>
                  <a:pt x="489934" y="37221"/>
                </a:lnTo>
                <a:lnTo>
                  <a:pt x="501891" y="47743"/>
                </a:lnTo>
                <a:lnTo>
                  <a:pt x="502121" y="47965"/>
                </a:lnTo>
                <a:lnTo>
                  <a:pt x="502343" y="48195"/>
                </a:lnTo>
                <a:lnTo>
                  <a:pt x="502551" y="48425"/>
                </a:lnTo>
                <a:lnTo>
                  <a:pt x="502752" y="48654"/>
                </a:lnTo>
                <a:lnTo>
                  <a:pt x="502953" y="48884"/>
                </a:lnTo>
                <a:lnTo>
                  <a:pt x="503140" y="49107"/>
                </a:lnTo>
                <a:lnTo>
                  <a:pt x="503326" y="49322"/>
                </a:lnTo>
                <a:lnTo>
                  <a:pt x="503527" y="49516"/>
                </a:lnTo>
                <a:lnTo>
                  <a:pt x="504101" y="50083"/>
                </a:lnTo>
                <a:lnTo>
                  <a:pt x="504719" y="50707"/>
                </a:lnTo>
                <a:lnTo>
                  <a:pt x="505357" y="51367"/>
                </a:lnTo>
                <a:lnTo>
                  <a:pt x="505996" y="52056"/>
                </a:lnTo>
                <a:lnTo>
                  <a:pt x="506642" y="52753"/>
                </a:lnTo>
                <a:lnTo>
                  <a:pt x="507245" y="53442"/>
                </a:lnTo>
                <a:lnTo>
                  <a:pt x="507539" y="53779"/>
                </a:lnTo>
                <a:lnTo>
                  <a:pt x="507819" y="54116"/>
                </a:lnTo>
                <a:lnTo>
                  <a:pt x="508092" y="54439"/>
                </a:lnTo>
                <a:lnTo>
                  <a:pt x="508336" y="54741"/>
                </a:lnTo>
                <a:lnTo>
                  <a:pt x="508917" y="55458"/>
                </a:lnTo>
                <a:lnTo>
                  <a:pt x="509427" y="56097"/>
                </a:lnTo>
                <a:lnTo>
                  <a:pt x="509664" y="56398"/>
                </a:lnTo>
                <a:lnTo>
                  <a:pt x="509886" y="56700"/>
                </a:lnTo>
                <a:lnTo>
                  <a:pt x="510101" y="56994"/>
                </a:lnTo>
                <a:lnTo>
                  <a:pt x="510317" y="57281"/>
                </a:lnTo>
                <a:lnTo>
                  <a:pt x="510525" y="57583"/>
                </a:lnTo>
                <a:lnTo>
                  <a:pt x="510726" y="57891"/>
                </a:lnTo>
                <a:lnTo>
                  <a:pt x="510934" y="58200"/>
                </a:lnTo>
                <a:lnTo>
                  <a:pt x="511142" y="58530"/>
                </a:lnTo>
                <a:lnTo>
                  <a:pt x="511350" y="58875"/>
                </a:lnTo>
                <a:lnTo>
                  <a:pt x="511573" y="59241"/>
                </a:lnTo>
                <a:lnTo>
                  <a:pt x="511802" y="59643"/>
                </a:lnTo>
                <a:lnTo>
                  <a:pt x="512046" y="60066"/>
                </a:lnTo>
                <a:lnTo>
                  <a:pt x="512197" y="60346"/>
                </a:lnTo>
                <a:lnTo>
                  <a:pt x="512355" y="60683"/>
                </a:lnTo>
                <a:lnTo>
                  <a:pt x="512534" y="61049"/>
                </a:lnTo>
                <a:lnTo>
                  <a:pt x="512714" y="61458"/>
                </a:lnTo>
                <a:lnTo>
                  <a:pt x="512900" y="61896"/>
                </a:lnTo>
                <a:lnTo>
                  <a:pt x="513087" y="62363"/>
                </a:lnTo>
                <a:lnTo>
                  <a:pt x="513259" y="62851"/>
                </a:lnTo>
                <a:lnTo>
                  <a:pt x="513432" y="63339"/>
                </a:lnTo>
                <a:lnTo>
                  <a:pt x="513589" y="63841"/>
                </a:lnTo>
                <a:lnTo>
                  <a:pt x="513733" y="64343"/>
                </a:lnTo>
                <a:lnTo>
                  <a:pt x="513790" y="64588"/>
                </a:lnTo>
                <a:lnTo>
                  <a:pt x="513848" y="64839"/>
                </a:lnTo>
                <a:lnTo>
                  <a:pt x="513905" y="65083"/>
                </a:lnTo>
                <a:lnTo>
                  <a:pt x="513948" y="65320"/>
                </a:lnTo>
                <a:lnTo>
                  <a:pt x="513991" y="65549"/>
                </a:lnTo>
                <a:lnTo>
                  <a:pt x="514020" y="65779"/>
                </a:lnTo>
                <a:lnTo>
                  <a:pt x="514042" y="66001"/>
                </a:lnTo>
                <a:lnTo>
                  <a:pt x="514056" y="66217"/>
                </a:lnTo>
                <a:lnTo>
                  <a:pt x="514063" y="66425"/>
                </a:lnTo>
                <a:lnTo>
                  <a:pt x="514063" y="66626"/>
                </a:lnTo>
                <a:lnTo>
                  <a:pt x="514049" y="66812"/>
                </a:lnTo>
                <a:lnTo>
                  <a:pt x="514020" y="66992"/>
                </a:lnTo>
                <a:lnTo>
                  <a:pt x="513948" y="67401"/>
                </a:lnTo>
                <a:lnTo>
                  <a:pt x="513869" y="67796"/>
                </a:lnTo>
                <a:lnTo>
                  <a:pt x="513783" y="68190"/>
                </a:lnTo>
                <a:lnTo>
                  <a:pt x="513683" y="68564"/>
                </a:lnTo>
                <a:lnTo>
                  <a:pt x="513589" y="68944"/>
                </a:lnTo>
                <a:lnTo>
                  <a:pt x="513482" y="69310"/>
                </a:lnTo>
                <a:lnTo>
                  <a:pt x="513367" y="69676"/>
                </a:lnTo>
                <a:lnTo>
                  <a:pt x="513245" y="70028"/>
                </a:lnTo>
                <a:lnTo>
                  <a:pt x="513116" y="70372"/>
                </a:lnTo>
                <a:lnTo>
                  <a:pt x="512979" y="70717"/>
                </a:lnTo>
                <a:lnTo>
                  <a:pt x="512843" y="71054"/>
                </a:lnTo>
                <a:lnTo>
                  <a:pt x="512699" y="71384"/>
                </a:lnTo>
                <a:lnTo>
                  <a:pt x="512542" y="71714"/>
                </a:lnTo>
                <a:lnTo>
                  <a:pt x="512391" y="72037"/>
                </a:lnTo>
                <a:lnTo>
                  <a:pt x="512226" y="72353"/>
                </a:lnTo>
                <a:lnTo>
                  <a:pt x="512061" y="72669"/>
                </a:lnTo>
                <a:lnTo>
                  <a:pt x="511888" y="72985"/>
                </a:lnTo>
                <a:lnTo>
                  <a:pt x="511709" y="73286"/>
                </a:lnTo>
                <a:lnTo>
                  <a:pt x="511522" y="73595"/>
                </a:lnTo>
                <a:lnTo>
                  <a:pt x="511336" y="73896"/>
                </a:lnTo>
                <a:lnTo>
                  <a:pt x="511149" y="74190"/>
                </a:lnTo>
                <a:lnTo>
                  <a:pt x="510948" y="74492"/>
                </a:lnTo>
                <a:lnTo>
                  <a:pt x="510755" y="74793"/>
                </a:lnTo>
                <a:lnTo>
                  <a:pt x="510546" y="75088"/>
                </a:lnTo>
                <a:lnTo>
                  <a:pt x="510137" y="75669"/>
                </a:lnTo>
                <a:lnTo>
                  <a:pt x="509699" y="76265"/>
                </a:lnTo>
                <a:lnTo>
                  <a:pt x="509262" y="76846"/>
                </a:lnTo>
                <a:lnTo>
                  <a:pt x="508810" y="77434"/>
                </a:lnTo>
                <a:lnTo>
                  <a:pt x="508558" y="77750"/>
                </a:lnTo>
                <a:lnTo>
                  <a:pt x="508314" y="78052"/>
                </a:lnTo>
                <a:lnTo>
                  <a:pt x="508185" y="78202"/>
                </a:lnTo>
                <a:lnTo>
                  <a:pt x="508049" y="78339"/>
                </a:lnTo>
                <a:lnTo>
                  <a:pt x="507912" y="78482"/>
                </a:lnTo>
                <a:lnTo>
                  <a:pt x="507762" y="78611"/>
                </a:lnTo>
                <a:lnTo>
                  <a:pt x="507683" y="78726"/>
                </a:lnTo>
                <a:lnTo>
                  <a:pt x="507503" y="78927"/>
                </a:lnTo>
                <a:lnTo>
                  <a:pt x="507252" y="79207"/>
                </a:lnTo>
                <a:lnTo>
                  <a:pt x="506929" y="79552"/>
                </a:lnTo>
                <a:lnTo>
                  <a:pt x="506556" y="79954"/>
                </a:lnTo>
                <a:lnTo>
                  <a:pt x="506140" y="80399"/>
                </a:lnTo>
                <a:lnTo>
                  <a:pt x="505688" y="80872"/>
                </a:lnTo>
                <a:lnTo>
                  <a:pt x="505221" y="81353"/>
                </a:lnTo>
                <a:lnTo>
                  <a:pt x="504747" y="81841"/>
                </a:lnTo>
                <a:lnTo>
                  <a:pt x="504274" y="82322"/>
                </a:lnTo>
                <a:lnTo>
                  <a:pt x="503822" y="82789"/>
                </a:lnTo>
                <a:lnTo>
                  <a:pt x="503405" y="83219"/>
                </a:lnTo>
                <a:lnTo>
                  <a:pt x="503018" y="83607"/>
                </a:lnTo>
                <a:lnTo>
                  <a:pt x="502680" y="83944"/>
                </a:lnTo>
                <a:lnTo>
                  <a:pt x="502415" y="84210"/>
                </a:lnTo>
                <a:lnTo>
                  <a:pt x="502221" y="84389"/>
                </a:lnTo>
                <a:lnTo>
                  <a:pt x="501984" y="84619"/>
                </a:lnTo>
                <a:lnTo>
                  <a:pt x="501747" y="84856"/>
                </a:lnTo>
                <a:lnTo>
                  <a:pt x="501518" y="85071"/>
                </a:lnTo>
                <a:lnTo>
                  <a:pt x="501288" y="85293"/>
                </a:lnTo>
                <a:lnTo>
                  <a:pt x="501058" y="85516"/>
                </a:lnTo>
                <a:lnTo>
                  <a:pt x="500822" y="85745"/>
                </a:lnTo>
                <a:lnTo>
                  <a:pt x="500592" y="85975"/>
                </a:lnTo>
                <a:lnTo>
                  <a:pt x="500355" y="86219"/>
                </a:lnTo>
                <a:lnTo>
                  <a:pt x="498848" y="87561"/>
                </a:lnTo>
                <a:lnTo>
                  <a:pt x="498697" y="87705"/>
                </a:lnTo>
                <a:lnTo>
                  <a:pt x="498597" y="87798"/>
                </a:lnTo>
                <a:lnTo>
                  <a:pt x="498511" y="87884"/>
                </a:lnTo>
                <a:lnTo>
                  <a:pt x="498360" y="87999"/>
                </a:lnTo>
                <a:lnTo>
                  <a:pt x="498101" y="88214"/>
                </a:lnTo>
                <a:lnTo>
                  <a:pt x="497771" y="88480"/>
                </a:lnTo>
                <a:lnTo>
                  <a:pt x="497405" y="88796"/>
                </a:lnTo>
                <a:lnTo>
                  <a:pt x="497003" y="89147"/>
                </a:lnTo>
                <a:lnTo>
                  <a:pt x="496573" y="89535"/>
                </a:lnTo>
                <a:lnTo>
                  <a:pt x="496121" y="89930"/>
                </a:lnTo>
                <a:lnTo>
                  <a:pt x="495654" y="90339"/>
                </a:lnTo>
                <a:lnTo>
                  <a:pt x="495180" y="90755"/>
                </a:lnTo>
                <a:lnTo>
                  <a:pt x="494714" y="91157"/>
                </a:lnTo>
                <a:lnTo>
                  <a:pt x="494269" y="91552"/>
                </a:lnTo>
                <a:lnTo>
                  <a:pt x="493838" y="91918"/>
                </a:lnTo>
                <a:lnTo>
                  <a:pt x="493444" y="92255"/>
                </a:lnTo>
                <a:lnTo>
                  <a:pt x="493077" y="92549"/>
                </a:lnTo>
                <a:lnTo>
                  <a:pt x="492769" y="92786"/>
                </a:lnTo>
                <a:lnTo>
                  <a:pt x="492640" y="92887"/>
                </a:lnTo>
                <a:lnTo>
                  <a:pt x="492518" y="92973"/>
                </a:lnTo>
                <a:lnTo>
                  <a:pt x="492410" y="93037"/>
                </a:lnTo>
                <a:lnTo>
                  <a:pt x="492317" y="93088"/>
                </a:lnTo>
                <a:lnTo>
                  <a:pt x="492238" y="93174"/>
                </a:lnTo>
                <a:lnTo>
                  <a:pt x="492101" y="93303"/>
                </a:lnTo>
                <a:lnTo>
                  <a:pt x="491922" y="93461"/>
                </a:lnTo>
                <a:lnTo>
                  <a:pt x="491700" y="93647"/>
                </a:lnTo>
                <a:lnTo>
                  <a:pt x="491140" y="94107"/>
                </a:lnTo>
                <a:lnTo>
                  <a:pt x="490451" y="94667"/>
                </a:lnTo>
                <a:lnTo>
                  <a:pt x="489654" y="95298"/>
                </a:lnTo>
                <a:lnTo>
                  <a:pt x="488786" y="95987"/>
                </a:lnTo>
                <a:lnTo>
                  <a:pt x="487860" y="96712"/>
                </a:lnTo>
                <a:lnTo>
                  <a:pt x="486905" y="97451"/>
                </a:lnTo>
                <a:lnTo>
                  <a:pt x="485951" y="98183"/>
                </a:lnTo>
                <a:lnTo>
                  <a:pt x="485018" y="98894"/>
                </a:lnTo>
                <a:lnTo>
                  <a:pt x="484135" y="99569"/>
                </a:lnTo>
                <a:lnTo>
                  <a:pt x="483324" y="100179"/>
                </a:lnTo>
                <a:lnTo>
                  <a:pt x="482621" y="100695"/>
                </a:lnTo>
                <a:lnTo>
                  <a:pt x="482032" y="101112"/>
                </a:lnTo>
                <a:lnTo>
                  <a:pt x="481795" y="101284"/>
                </a:lnTo>
                <a:lnTo>
                  <a:pt x="481601" y="101420"/>
                </a:lnTo>
                <a:lnTo>
                  <a:pt x="481451" y="101506"/>
                </a:lnTo>
                <a:lnTo>
                  <a:pt x="481343" y="101571"/>
                </a:lnTo>
                <a:lnTo>
                  <a:pt x="481106" y="101765"/>
                </a:lnTo>
                <a:lnTo>
                  <a:pt x="480733" y="102045"/>
                </a:lnTo>
                <a:lnTo>
                  <a:pt x="480245" y="102396"/>
                </a:lnTo>
                <a:lnTo>
                  <a:pt x="479671" y="102805"/>
                </a:lnTo>
                <a:lnTo>
                  <a:pt x="479011" y="103265"/>
                </a:lnTo>
                <a:lnTo>
                  <a:pt x="478314" y="103760"/>
                </a:lnTo>
                <a:lnTo>
                  <a:pt x="477568" y="104269"/>
                </a:lnTo>
                <a:lnTo>
                  <a:pt x="476814" y="104786"/>
                </a:lnTo>
                <a:lnTo>
                  <a:pt x="476054" y="105303"/>
                </a:lnTo>
                <a:lnTo>
                  <a:pt x="475314" y="105798"/>
                </a:lnTo>
                <a:lnTo>
                  <a:pt x="474618" y="106265"/>
                </a:lnTo>
                <a:lnTo>
                  <a:pt x="473979" y="106681"/>
                </a:lnTo>
                <a:lnTo>
                  <a:pt x="473420" y="107033"/>
                </a:lnTo>
                <a:lnTo>
                  <a:pt x="472953" y="107327"/>
                </a:lnTo>
                <a:lnTo>
                  <a:pt x="472752" y="107442"/>
                </a:lnTo>
                <a:lnTo>
                  <a:pt x="472601" y="107528"/>
                </a:lnTo>
                <a:lnTo>
                  <a:pt x="472465" y="107592"/>
                </a:lnTo>
                <a:lnTo>
                  <a:pt x="472379" y="107636"/>
                </a:lnTo>
                <a:lnTo>
                  <a:pt x="472307" y="107707"/>
                </a:lnTo>
                <a:lnTo>
                  <a:pt x="472171" y="107808"/>
                </a:lnTo>
                <a:lnTo>
                  <a:pt x="471991" y="107930"/>
                </a:lnTo>
                <a:lnTo>
                  <a:pt x="471762" y="108088"/>
                </a:lnTo>
                <a:lnTo>
                  <a:pt x="471180" y="108454"/>
                </a:lnTo>
                <a:lnTo>
                  <a:pt x="470441" y="108920"/>
                </a:lnTo>
                <a:lnTo>
                  <a:pt x="469580" y="109444"/>
                </a:lnTo>
                <a:lnTo>
                  <a:pt x="468625" y="110011"/>
                </a:lnTo>
                <a:lnTo>
                  <a:pt x="467606" y="110607"/>
                </a:lnTo>
                <a:lnTo>
                  <a:pt x="466537" y="111231"/>
                </a:lnTo>
                <a:lnTo>
                  <a:pt x="465460" y="111848"/>
                </a:lnTo>
                <a:lnTo>
                  <a:pt x="464405" y="112459"/>
                </a:lnTo>
                <a:lnTo>
                  <a:pt x="463386" y="113025"/>
                </a:lnTo>
                <a:lnTo>
                  <a:pt x="462439" y="113549"/>
                </a:lnTo>
                <a:lnTo>
                  <a:pt x="461585" y="114016"/>
                </a:lnTo>
                <a:lnTo>
                  <a:pt x="460867" y="114396"/>
                </a:lnTo>
                <a:lnTo>
                  <a:pt x="460558" y="114561"/>
                </a:lnTo>
                <a:lnTo>
                  <a:pt x="460300" y="114683"/>
                </a:lnTo>
                <a:lnTo>
                  <a:pt x="460078" y="114791"/>
                </a:lnTo>
                <a:lnTo>
                  <a:pt x="459905" y="114863"/>
                </a:lnTo>
                <a:lnTo>
                  <a:pt x="459647" y="115021"/>
                </a:lnTo>
                <a:lnTo>
                  <a:pt x="459389" y="115179"/>
                </a:lnTo>
                <a:lnTo>
                  <a:pt x="459109" y="115329"/>
                </a:lnTo>
                <a:lnTo>
                  <a:pt x="458822" y="115487"/>
                </a:lnTo>
                <a:lnTo>
                  <a:pt x="458219" y="115781"/>
                </a:lnTo>
                <a:lnTo>
                  <a:pt x="457594" y="116076"/>
                </a:lnTo>
                <a:lnTo>
                  <a:pt x="456970" y="116370"/>
                </a:lnTo>
                <a:lnTo>
                  <a:pt x="456345" y="116657"/>
                </a:lnTo>
                <a:lnTo>
                  <a:pt x="455750" y="116930"/>
                </a:lnTo>
                <a:lnTo>
                  <a:pt x="455183" y="117210"/>
                </a:lnTo>
                <a:lnTo>
                  <a:pt x="454889" y="117360"/>
                </a:lnTo>
                <a:lnTo>
                  <a:pt x="454587" y="117497"/>
                </a:lnTo>
                <a:lnTo>
                  <a:pt x="454286" y="117640"/>
                </a:lnTo>
                <a:lnTo>
                  <a:pt x="453984" y="117770"/>
                </a:lnTo>
                <a:lnTo>
                  <a:pt x="453690" y="117913"/>
                </a:lnTo>
                <a:lnTo>
                  <a:pt x="453381" y="118042"/>
                </a:lnTo>
                <a:lnTo>
                  <a:pt x="453080" y="118171"/>
                </a:lnTo>
                <a:lnTo>
                  <a:pt x="452786" y="118315"/>
                </a:lnTo>
                <a:lnTo>
                  <a:pt x="452520" y="118437"/>
                </a:lnTo>
                <a:lnTo>
                  <a:pt x="452226" y="118581"/>
                </a:lnTo>
                <a:lnTo>
                  <a:pt x="451896" y="118731"/>
                </a:lnTo>
                <a:lnTo>
                  <a:pt x="451551" y="118889"/>
                </a:lnTo>
                <a:lnTo>
                  <a:pt x="451214" y="119047"/>
                </a:lnTo>
                <a:lnTo>
                  <a:pt x="450884" y="119176"/>
                </a:lnTo>
                <a:lnTo>
                  <a:pt x="450575" y="119291"/>
                </a:lnTo>
                <a:lnTo>
                  <a:pt x="450310" y="119377"/>
                </a:lnTo>
                <a:lnTo>
                  <a:pt x="449965" y="119557"/>
                </a:lnTo>
                <a:lnTo>
                  <a:pt x="449578" y="119729"/>
                </a:lnTo>
                <a:lnTo>
                  <a:pt x="449168" y="119908"/>
                </a:lnTo>
                <a:lnTo>
                  <a:pt x="448745" y="120081"/>
                </a:lnTo>
                <a:lnTo>
                  <a:pt x="448307" y="120253"/>
                </a:lnTo>
                <a:lnTo>
                  <a:pt x="447884" y="120418"/>
                </a:lnTo>
                <a:lnTo>
                  <a:pt x="447467" y="120569"/>
                </a:lnTo>
                <a:lnTo>
                  <a:pt x="447094" y="120726"/>
                </a:lnTo>
                <a:lnTo>
                  <a:pt x="446743" y="120870"/>
                </a:lnTo>
                <a:lnTo>
                  <a:pt x="446262" y="121057"/>
                </a:lnTo>
                <a:lnTo>
                  <a:pt x="445688" y="121286"/>
                </a:lnTo>
                <a:lnTo>
                  <a:pt x="445034" y="121559"/>
                </a:lnTo>
                <a:lnTo>
                  <a:pt x="444302" y="121846"/>
                </a:lnTo>
                <a:lnTo>
                  <a:pt x="443520" y="122162"/>
                </a:lnTo>
                <a:lnTo>
                  <a:pt x="442716" y="122485"/>
                </a:lnTo>
                <a:lnTo>
                  <a:pt x="441905" y="122815"/>
                </a:lnTo>
                <a:lnTo>
                  <a:pt x="441087" y="123131"/>
                </a:lnTo>
                <a:lnTo>
                  <a:pt x="440298" y="123447"/>
                </a:lnTo>
                <a:lnTo>
                  <a:pt x="439558" y="123734"/>
                </a:lnTo>
                <a:lnTo>
                  <a:pt x="438884" y="123999"/>
                </a:lnTo>
                <a:lnTo>
                  <a:pt x="438281" y="124222"/>
                </a:lnTo>
                <a:lnTo>
                  <a:pt x="437778" y="124401"/>
                </a:lnTo>
                <a:lnTo>
                  <a:pt x="437405" y="124530"/>
                </a:lnTo>
                <a:lnTo>
                  <a:pt x="437154" y="124602"/>
                </a:lnTo>
                <a:lnTo>
                  <a:pt x="437039" y="124660"/>
                </a:lnTo>
                <a:lnTo>
                  <a:pt x="436853" y="124753"/>
                </a:lnTo>
                <a:lnTo>
                  <a:pt x="436594" y="124868"/>
                </a:lnTo>
                <a:lnTo>
                  <a:pt x="436278" y="124990"/>
                </a:lnTo>
                <a:lnTo>
                  <a:pt x="435503" y="125284"/>
                </a:lnTo>
                <a:lnTo>
                  <a:pt x="434635" y="125607"/>
                </a:lnTo>
                <a:lnTo>
                  <a:pt x="433738" y="125915"/>
                </a:lnTo>
                <a:lnTo>
                  <a:pt x="432912" y="126217"/>
                </a:lnTo>
                <a:lnTo>
                  <a:pt x="432231" y="126454"/>
                </a:lnTo>
                <a:lnTo>
                  <a:pt x="431786" y="126597"/>
                </a:lnTo>
                <a:lnTo>
                  <a:pt x="430673" y="126971"/>
                </a:lnTo>
                <a:lnTo>
                  <a:pt x="429582" y="127329"/>
                </a:lnTo>
                <a:lnTo>
                  <a:pt x="428499" y="127674"/>
                </a:lnTo>
                <a:lnTo>
                  <a:pt x="427422" y="128011"/>
                </a:lnTo>
                <a:lnTo>
                  <a:pt x="426360" y="128341"/>
                </a:lnTo>
                <a:lnTo>
                  <a:pt x="425283" y="128664"/>
                </a:lnTo>
                <a:lnTo>
                  <a:pt x="424214" y="128966"/>
                </a:lnTo>
                <a:lnTo>
                  <a:pt x="423137" y="129253"/>
                </a:lnTo>
                <a:lnTo>
                  <a:pt x="422599" y="129389"/>
                </a:lnTo>
                <a:lnTo>
                  <a:pt x="422054" y="129533"/>
                </a:lnTo>
                <a:lnTo>
                  <a:pt x="421508" y="129662"/>
                </a:lnTo>
                <a:lnTo>
                  <a:pt x="420970" y="129784"/>
                </a:lnTo>
                <a:lnTo>
                  <a:pt x="420417" y="129913"/>
                </a:lnTo>
                <a:lnTo>
                  <a:pt x="419857" y="130035"/>
                </a:lnTo>
                <a:lnTo>
                  <a:pt x="419312" y="130150"/>
                </a:lnTo>
                <a:lnTo>
                  <a:pt x="418752" y="130265"/>
                </a:lnTo>
                <a:lnTo>
                  <a:pt x="418185" y="130372"/>
                </a:lnTo>
                <a:lnTo>
                  <a:pt x="417611" y="130466"/>
                </a:lnTo>
                <a:lnTo>
                  <a:pt x="417044" y="130566"/>
                </a:lnTo>
                <a:lnTo>
                  <a:pt x="416463" y="130667"/>
                </a:lnTo>
                <a:lnTo>
                  <a:pt x="415881" y="130753"/>
                </a:lnTo>
                <a:lnTo>
                  <a:pt x="415286" y="130839"/>
                </a:lnTo>
                <a:lnTo>
                  <a:pt x="414690" y="130911"/>
                </a:lnTo>
                <a:lnTo>
                  <a:pt x="414087" y="130983"/>
                </a:lnTo>
                <a:lnTo>
                  <a:pt x="413664" y="131033"/>
                </a:lnTo>
                <a:lnTo>
                  <a:pt x="413226" y="131083"/>
                </a:lnTo>
                <a:lnTo>
                  <a:pt x="412795" y="131133"/>
                </a:lnTo>
                <a:lnTo>
                  <a:pt x="412365" y="131176"/>
                </a:lnTo>
                <a:lnTo>
                  <a:pt x="411927" y="131219"/>
                </a:lnTo>
                <a:lnTo>
                  <a:pt x="411496" y="131248"/>
                </a:lnTo>
                <a:lnTo>
                  <a:pt x="411058" y="131284"/>
                </a:lnTo>
                <a:lnTo>
                  <a:pt x="410621" y="131313"/>
                </a:lnTo>
                <a:lnTo>
                  <a:pt x="410176" y="131341"/>
                </a:lnTo>
                <a:lnTo>
                  <a:pt x="409745" y="131363"/>
                </a:lnTo>
                <a:lnTo>
                  <a:pt x="409307" y="131377"/>
                </a:lnTo>
                <a:lnTo>
                  <a:pt x="408862" y="131399"/>
                </a:lnTo>
                <a:lnTo>
                  <a:pt x="408432" y="131406"/>
                </a:lnTo>
                <a:lnTo>
                  <a:pt x="407994" y="131413"/>
                </a:lnTo>
                <a:lnTo>
                  <a:pt x="407556" y="131413"/>
                </a:lnTo>
                <a:lnTo>
                  <a:pt x="407133" y="131406"/>
                </a:lnTo>
                <a:lnTo>
                  <a:pt x="406910" y="131406"/>
                </a:lnTo>
                <a:lnTo>
                  <a:pt x="406702" y="131399"/>
                </a:lnTo>
                <a:lnTo>
                  <a:pt x="406494" y="131377"/>
                </a:lnTo>
                <a:lnTo>
                  <a:pt x="406286" y="131363"/>
                </a:lnTo>
                <a:lnTo>
                  <a:pt x="406092" y="131341"/>
                </a:lnTo>
                <a:lnTo>
                  <a:pt x="405891" y="131313"/>
                </a:lnTo>
                <a:lnTo>
                  <a:pt x="405697" y="131284"/>
                </a:lnTo>
                <a:lnTo>
                  <a:pt x="405503" y="131248"/>
                </a:lnTo>
                <a:lnTo>
                  <a:pt x="405130" y="131176"/>
                </a:lnTo>
                <a:lnTo>
                  <a:pt x="404764" y="131083"/>
                </a:lnTo>
                <a:lnTo>
                  <a:pt x="404412" y="130975"/>
                </a:lnTo>
                <a:lnTo>
                  <a:pt x="404068" y="130853"/>
                </a:lnTo>
                <a:lnTo>
                  <a:pt x="403738" y="130724"/>
                </a:lnTo>
                <a:lnTo>
                  <a:pt x="403422" y="130581"/>
                </a:lnTo>
                <a:lnTo>
                  <a:pt x="403106" y="130437"/>
                </a:lnTo>
                <a:lnTo>
                  <a:pt x="402805" y="130272"/>
                </a:lnTo>
                <a:lnTo>
                  <a:pt x="402511" y="130100"/>
                </a:lnTo>
                <a:lnTo>
                  <a:pt x="402216" y="129920"/>
                </a:lnTo>
                <a:lnTo>
                  <a:pt x="401936" y="129727"/>
                </a:lnTo>
                <a:lnTo>
                  <a:pt x="401656" y="129533"/>
                </a:lnTo>
                <a:lnTo>
                  <a:pt x="401420" y="129353"/>
                </a:lnTo>
                <a:lnTo>
                  <a:pt x="401183" y="129174"/>
                </a:lnTo>
                <a:lnTo>
                  <a:pt x="400967" y="128973"/>
                </a:lnTo>
                <a:lnTo>
                  <a:pt x="400738" y="128779"/>
                </a:lnTo>
                <a:lnTo>
                  <a:pt x="400515" y="128571"/>
                </a:lnTo>
                <a:lnTo>
                  <a:pt x="400300" y="128356"/>
                </a:lnTo>
                <a:lnTo>
                  <a:pt x="400085" y="128133"/>
                </a:lnTo>
                <a:lnTo>
                  <a:pt x="399869" y="127911"/>
                </a:lnTo>
                <a:lnTo>
                  <a:pt x="399668" y="127674"/>
                </a:lnTo>
                <a:lnTo>
                  <a:pt x="399460" y="127437"/>
                </a:lnTo>
                <a:lnTo>
                  <a:pt x="399267" y="127193"/>
                </a:lnTo>
                <a:lnTo>
                  <a:pt x="399066" y="126942"/>
                </a:lnTo>
                <a:lnTo>
                  <a:pt x="398872" y="126683"/>
                </a:lnTo>
                <a:lnTo>
                  <a:pt x="398678" y="126418"/>
                </a:lnTo>
                <a:lnTo>
                  <a:pt x="398491" y="126145"/>
                </a:lnTo>
                <a:lnTo>
                  <a:pt x="398305" y="125872"/>
                </a:lnTo>
                <a:lnTo>
                  <a:pt x="398125" y="125593"/>
                </a:lnTo>
                <a:lnTo>
                  <a:pt x="397946" y="125305"/>
                </a:lnTo>
                <a:lnTo>
                  <a:pt x="397767" y="125004"/>
                </a:lnTo>
                <a:lnTo>
                  <a:pt x="397594" y="124710"/>
                </a:lnTo>
                <a:lnTo>
                  <a:pt x="397422" y="124408"/>
                </a:lnTo>
                <a:lnTo>
                  <a:pt x="397250" y="124093"/>
                </a:lnTo>
                <a:lnTo>
                  <a:pt x="397092" y="123784"/>
                </a:lnTo>
                <a:lnTo>
                  <a:pt x="396927" y="123461"/>
                </a:lnTo>
                <a:lnTo>
                  <a:pt x="396769" y="123131"/>
                </a:lnTo>
                <a:lnTo>
                  <a:pt x="396611" y="122808"/>
                </a:lnTo>
                <a:lnTo>
                  <a:pt x="396453" y="122471"/>
                </a:lnTo>
                <a:lnTo>
                  <a:pt x="396302" y="122133"/>
                </a:lnTo>
                <a:lnTo>
                  <a:pt x="396001" y="121437"/>
                </a:lnTo>
                <a:lnTo>
                  <a:pt x="395714" y="120726"/>
                </a:lnTo>
                <a:lnTo>
                  <a:pt x="395477" y="120109"/>
                </a:lnTo>
                <a:lnTo>
                  <a:pt x="395240" y="119470"/>
                </a:lnTo>
                <a:lnTo>
                  <a:pt x="395003" y="118825"/>
                </a:lnTo>
                <a:lnTo>
                  <a:pt x="394774" y="118143"/>
                </a:lnTo>
                <a:lnTo>
                  <a:pt x="394544" y="117454"/>
                </a:lnTo>
                <a:lnTo>
                  <a:pt x="394322" y="116743"/>
                </a:lnTo>
                <a:lnTo>
                  <a:pt x="394099" y="116018"/>
                </a:lnTo>
                <a:lnTo>
                  <a:pt x="393877" y="115293"/>
                </a:lnTo>
                <a:lnTo>
                  <a:pt x="393661" y="114540"/>
                </a:lnTo>
                <a:lnTo>
                  <a:pt x="393453" y="113786"/>
                </a:lnTo>
                <a:lnTo>
                  <a:pt x="393238" y="113018"/>
                </a:lnTo>
                <a:lnTo>
                  <a:pt x="393030" y="112243"/>
                </a:lnTo>
                <a:lnTo>
                  <a:pt x="392836" y="111461"/>
                </a:lnTo>
                <a:lnTo>
                  <a:pt x="392628" y="110671"/>
                </a:lnTo>
                <a:lnTo>
                  <a:pt x="392441" y="109889"/>
                </a:lnTo>
                <a:lnTo>
                  <a:pt x="392240" y="109092"/>
                </a:lnTo>
                <a:lnTo>
                  <a:pt x="391874" y="107506"/>
                </a:lnTo>
                <a:lnTo>
                  <a:pt x="391530" y="105913"/>
                </a:lnTo>
                <a:lnTo>
                  <a:pt x="391192" y="104341"/>
                </a:lnTo>
                <a:lnTo>
                  <a:pt x="390877" y="102791"/>
                </a:lnTo>
                <a:lnTo>
                  <a:pt x="390582" y="101269"/>
                </a:lnTo>
                <a:lnTo>
                  <a:pt x="390317" y="99798"/>
                </a:lnTo>
                <a:lnTo>
                  <a:pt x="390066" y="98377"/>
                </a:lnTo>
                <a:lnTo>
                  <a:pt x="389836" y="97028"/>
                </a:lnTo>
                <a:lnTo>
                  <a:pt x="389714" y="96217"/>
                </a:lnTo>
                <a:lnTo>
                  <a:pt x="389585" y="95406"/>
                </a:lnTo>
                <a:lnTo>
                  <a:pt x="389463" y="94595"/>
                </a:lnTo>
                <a:lnTo>
                  <a:pt x="389348" y="93777"/>
                </a:lnTo>
                <a:lnTo>
                  <a:pt x="389226" y="92966"/>
                </a:lnTo>
                <a:lnTo>
                  <a:pt x="389125" y="92147"/>
                </a:lnTo>
                <a:lnTo>
                  <a:pt x="389018" y="91329"/>
                </a:lnTo>
                <a:lnTo>
                  <a:pt x="388910" y="90511"/>
                </a:lnTo>
                <a:lnTo>
                  <a:pt x="388810" y="89700"/>
                </a:lnTo>
                <a:lnTo>
                  <a:pt x="388709" y="88875"/>
                </a:lnTo>
                <a:lnTo>
                  <a:pt x="388623" y="88056"/>
                </a:lnTo>
                <a:lnTo>
                  <a:pt x="388530" y="87231"/>
                </a:lnTo>
                <a:lnTo>
                  <a:pt x="388444" y="86413"/>
                </a:lnTo>
                <a:lnTo>
                  <a:pt x="388357" y="85595"/>
                </a:lnTo>
                <a:lnTo>
                  <a:pt x="388279" y="84769"/>
                </a:lnTo>
                <a:lnTo>
                  <a:pt x="388200" y="83951"/>
                </a:lnTo>
                <a:lnTo>
                  <a:pt x="388121" y="83076"/>
                </a:lnTo>
                <a:lnTo>
                  <a:pt x="388049" y="82207"/>
                </a:lnTo>
                <a:lnTo>
                  <a:pt x="387984" y="81339"/>
                </a:lnTo>
                <a:lnTo>
                  <a:pt x="387912" y="80478"/>
                </a:lnTo>
                <a:lnTo>
                  <a:pt x="387855" y="79602"/>
                </a:lnTo>
                <a:lnTo>
                  <a:pt x="387798" y="78741"/>
                </a:lnTo>
                <a:lnTo>
                  <a:pt x="387740" y="77879"/>
                </a:lnTo>
                <a:lnTo>
                  <a:pt x="387697" y="77018"/>
                </a:lnTo>
                <a:lnTo>
                  <a:pt x="387647" y="76157"/>
                </a:lnTo>
                <a:lnTo>
                  <a:pt x="387597" y="75289"/>
                </a:lnTo>
                <a:lnTo>
                  <a:pt x="387546" y="74420"/>
                </a:lnTo>
                <a:lnTo>
                  <a:pt x="387503" y="73559"/>
                </a:lnTo>
                <a:lnTo>
                  <a:pt x="387453" y="72690"/>
                </a:lnTo>
                <a:lnTo>
                  <a:pt x="387403" y="71815"/>
                </a:lnTo>
                <a:lnTo>
                  <a:pt x="387360" y="70946"/>
                </a:lnTo>
                <a:lnTo>
                  <a:pt x="387310" y="70071"/>
                </a:lnTo>
                <a:lnTo>
                  <a:pt x="387281" y="69482"/>
                </a:lnTo>
                <a:lnTo>
                  <a:pt x="387259" y="68894"/>
                </a:lnTo>
                <a:lnTo>
                  <a:pt x="387231" y="68312"/>
                </a:lnTo>
                <a:lnTo>
                  <a:pt x="387223" y="67731"/>
                </a:lnTo>
                <a:lnTo>
                  <a:pt x="387216" y="67135"/>
                </a:lnTo>
                <a:lnTo>
                  <a:pt x="387209" y="66554"/>
                </a:lnTo>
                <a:lnTo>
                  <a:pt x="387209" y="65958"/>
                </a:lnTo>
                <a:lnTo>
                  <a:pt x="387209" y="65377"/>
                </a:lnTo>
                <a:lnTo>
                  <a:pt x="387231" y="64207"/>
                </a:lnTo>
                <a:lnTo>
                  <a:pt x="387267" y="63030"/>
                </a:lnTo>
                <a:lnTo>
                  <a:pt x="387310" y="61860"/>
                </a:lnTo>
                <a:lnTo>
                  <a:pt x="387367" y="60690"/>
                </a:lnTo>
                <a:lnTo>
                  <a:pt x="387432" y="59520"/>
                </a:lnTo>
                <a:lnTo>
                  <a:pt x="387511" y="58351"/>
                </a:lnTo>
                <a:lnTo>
                  <a:pt x="387597" y="57181"/>
                </a:lnTo>
                <a:lnTo>
                  <a:pt x="387676" y="56018"/>
                </a:lnTo>
                <a:lnTo>
                  <a:pt x="387776" y="54855"/>
                </a:lnTo>
                <a:lnTo>
                  <a:pt x="387869" y="53693"/>
                </a:lnTo>
                <a:lnTo>
                  <a:pt x="387963" y="52530"/>
                </a:lnTo>
                <a:lnTo>
                  <a:pt x="388063" y="51375"/>
                </a:lnTo>
                <a:lnTo>
                  <a:pt x="388121" y="50542"/>
                </a:lnTo>
                <a:lnTo>
                  <a:pt x="388192" y="49717"/>
                </a:lnTo>
                <a:lnTo>
                  <a:pt x="388271" y="48884"/>
                </a:lnTo>
                <a:lnTo>
                  <a:pt x="388357" y="48066"/>
                </a:lnTo>
                <a:lnTo>
                  <a:pt x="388451" y="47233"/>
                </a:lnTo>
                <a:lnTo>
                  <a:pt x="388537" y="46415"/>
                </a:lnTo>
                <a:lnTo>
                  <a:pt x="388637" y="45590"/>
                </a:lnTo>
                <a:lnTo>
                  <a:pt x="388745" y="44772"/>
                </a:lnTo>
                <a:lnTo>
                  <a:pt x="388853" y="43953"/>
                </a:lnTo>
                <a:lnTo>
                  <a:pt x="388960" y="43128"/>
                </a:lnTo>
                <a:lnTo>
                  <a:pt x="389068" y="42317"/>
                </a:lnTo>
                <a:lnTo>
                  <a:pt x="389183" y="41492"/>
                </a:lnTo>
                <a:lnTo>
                  <a:pt x="389283" y="40681"/>
                </a:lnTo>
                <a:lnTo>
                  <a:pt x="389391" y="39870"/>
                </a:lnTo>
                <a:lnTo>
                  <a:pt x="389506" y="39059"/>
                </a:lnTo>
                <a:lnTo>
                  <a:pt x="389613" y="38241"/>
                </a:lnTo>
                <a:lnTo>
                  <a:pt x="389692" y="37702"/>
                </a:lnTo>
                <a:lnTo>
                  <a:pt x="389764" y="37157"/>
                </a:lnTo>
                <a:lnTo>
                  <a:pt x="389843" y="36604"/>
                </a:lnTo>
                <a:lnTo>
                  <a:pt x="389936" y="36059"/>
                </a:lnTo>
                <a:lnTo>
                  <a:pt x="390023" y="35499"/>
                </a:lnTo>
                <a:lnTo>
                  <a:pt x="390116" y="34939"/>
                </a:lnTo>
                <a:lnTo>
                  <a:pt x="390216" y="34386"/>
                </a:lnTo>
                <a:lnTo>
                  <a:pt x="390317" y="33834"/>
                </a:lnTo>
                <a:lnTo>
                  <a:pt x="390417" y="33274"/>
                </a:lnTo>
                <a:lnTo>
                  <a:pt x="390518" y="32721"/>
                </a:lnTo>
                <a:lnTo>
                  <a:pt x="390625" y="32176"/>
                </a:lnTo>
                <a:lnTo>
                  <a:pt x="390733" y="31623"/>
                </a:lnTo>
                <a:lnTo>
                  <a:pt x="390841" y="31078"/>
                </a:lnTo>
                <a:lnTo>
                  <a:pt x="390956" y="30547"/>
                </a:lnTo>
                <a:lnTo>
                  <a:pt x="391063" y="30016"/>
                </a:lnTo>
                <a:lnTo>
                  <a:pt x="391178" y="29484"/>
                </a:lnTo>
                <a:lnTo>
                  <a:pt x="391293" y="28946"/>
                </a:lnTo>
                <a:lnTo>
                  <a:pt x="391408" y="28422"/>
                </a:lnTo>
                <a:lnTo>
                  <a:pt x="391523" y="27891"/>
                </a:lnTo>
                <a:lnTo>
                  <a:pt x="391637" y="27367"/>
                </a:lnTo>
                <a:lnTo>
                  <a:pt x="391752" y="26843"/>
                </a:lnTo>
                <a:lnTo>
                  <a:pt x="391867" y="26319"/>
                </a:lnTo>
                <a:lnTo>
                  <a:pt x="391989" y="25788"/>
                </a:lnTo>
                <a:lnTo>
                  <a:pt x="392111" y="25257"/>
                </a:lnTo>
                <a:lnTo>
                  <a:pt x="392204" y="24841"/>
                </a:lnTo>
                <a:lnTo>
                  <a:pt x="392319" y="24331"/>
                </a:lnTo>
                <a:lnTo>
                  <a:pt x="392448" y="23757"/>
                </a:lnTo>
                <a:lnTo>
                  <a:pt x="392585" y="23147"/>
                </a:lnTo>
                <a:lnTo>
                  <a:pt x="392735" y="22551"/>
                </a:lnTo>
                <a:lnTo>
                  <a:pt x="392879" y="22013"/>
                </a:lnTo>
                <a:lnTo>
                  <a:pt x="392951" y="21769"/>
                </a:lnTo>
                <a:lnTo>
                  <a:pt x="393015" y="21554"/>
                </a:lnTo>
                <a:lnTo>
                  <a:pt x="393080" y="21367"/>
                </a:lnTo>
                <a:lnTo>
                  <a:pt x="393145" y="21209"/>
                </a:lnTo>
                <a:lnTo>
                  <a:pt x="393209" y="20858"/>
                </a:lnTo>
                <a:lnTo>
                  <a:pt x="393302" y="20470"/>
                </a:lnTo>
                <a:lnTo>
                  <a:pt x="393410" y="20075"/>
                </a:lnTo>
                <a:lnTo>
                  <a:pt x="393525" y="19666"/>
                </a:lnTo>
                <a:lnTo>
                  <a:pt x="393640" y="19250"/>
                </a:lnTo>
                <a:lnTo>
                  <a:pt x="393762" y="18848"/>
                </a:lnTo>
                <a:lnTo>
                  <a:pt x="393877" y="18468"/>
                </a:lnTo>
                <a:lnTo>
                  <a:pt x="393984" y="18109"/>
                </a:lnTo>
                <a:lnTo>
                  <a:pt x="394099" y="17736"/>
                </a:lnTo>
                <a:lnTo>
                  <a:pt x="394214" y="17355"/>
                </a:lnTo>
                <a:lnTo>
                  <a:pt x="394329" y="16989"/>
                </a:lnTo>
                <a:lnTo>
                  <a:pt x="394444" y="16616"/>
                </a:lnTo>
                <a:lnTo>
                  <a:pt x="394551" y="16250"/>
                </a:lnTo>
                <a:lnTo>
                  <a:pt x="394666" y="15884"/>
                </a:lnTo>
                <a:lnTo>
                  <a:pt x="394781" y="15518"/>
                </a:lnTo>
                <a:lnTo>
                  <a:pt x="394896" y="15145"/>
                </a:lnTo>
                <a:lnTo>
                  <a:pt x="395111" y="14470"/>
                </a:lnTo>
                <a:lnTo>
                  <a:pt x="395341" y="13745"/>
                </a:lnTo>
                <a:lnTo>
                  <a:pt x="395585" y="12977"/>
                </a:lnTo>
                <a:lnTo>
                  <a:pt x="395850" y="12216"/>
                </a:lnTo>
                <a:lnTo>
                  <a:pt x="395979" y="11829"/>
                </a:lnTo>
                <a:lnTo>
                  <a:pt x="396116" y="11456"/>
                </a:lnTo>
                <a:lnTo>
                  <a:pt x="396259" y="11090"/>
                </a:lnTo>
                <a:lnTo>
                  <a:pt x="396396" y="10738"/>
                </a:lnTo>
                <a:lnTo>
                  <a:pt x="396539" y="10401"/>
                </a:lnTo>
                <a:lnTo>
                  <a:pt x="396683" y="10078"/>
                </a:lnTo>
                <a:lnTo>
                  <a:pt x="396826" y="9776"/>
                </a:lnTo>
                <a:lnTo>
                  <a:pt x="396963" y="9496"/>
                </a:lnTo>
                <a:lnTo>
                  <a:pt x="397020" y="9338"/>
                </a:lnTo>
                <a:lnTo>
                  <a:pt x="397092" y="9166"/>
                </a:lnTo>
                <a:lnTo>
                  <a:pt x="397164" y="8987"/>
                </a:lnTo>
                <a:lnTo>
                  <a:pt x="397243" y="8800"/>
                </a:lnTo>
                <a:lnTo>
                  <a:pt x="397436" y="8398"/>
                </a:lnTo>
                <a:lnTo>
                  <a:pt x="397645" y="7975"/>
                </a:lnTo>
                <a:lnTo>
                  <a:pt x="397889" y="7544"/>
                </a:lnTo>
                <a:lnTo>
                  <a:pt x="398147" y="7092"/>
                </a:lnTo>
                <a:lnTo>
                  <a:pt x="398412" y="6647"/>
                </a:lnTo>
                <a:lnTo>
                  <a:pt x="398692" y="6195"/>
                </a:lnTo>
                <a:lnTo>
                  <a:pt x="398972" y="5757"/>
                </a:lnTo>
                <a:lnTo>
                  <a:pt x="399259" y="5341"/>
                </a:lnTo>
                <a:lnTo>
                  <a:pt x="399532" y="4946"/>
                </a:lnTo>
                <a:lnTo>
                  <a:pt x="399798" y="4573"/>
                </a:lnTo>
                <a:lnTo>
                  <a:pt x="400056" y="4250"/>
                </a:lnTo>
                <a:lnTo>
                  <a:pt x="400293" y="3949"/>
                </a:lnTo>
                <a:lnTo>
                  <a:pt x="400401" y="3826"/>
                </a:lnTo>
                <a:lnTo>
                  <a:pt x="400508" y="3712"/>
                </a:lnTo>
                <a:lnTo>
                  <a:pt x="400601" y="3618"/>
                </a:lnTo>
                <a:lnTo>
                  <a:pt x="400688" y="3525"/>
                </a:lnTo>
                <a:lnTo>
                  <a:pt x="401039" y="3202"/>
                </a:lnTo>
                <a:lnTo>
                  <a:pt x="401334" y="2908"/>
                </a:lnTo>
                <a:lnTo>
                  <a:pt x="401613" y="2635"/>
                </a:lnTo>
                <a:lnTo>
                  <a:pt x="401893" y="2384"/>
                </a:lnTo>
                <a:lnTo>
                  <a:pt x="402030" y="2262"/>
                </a:lnTo>
                <a:lnTo>
                  <a:pt x="402180" y="2140"/>
                </a:lnTo>
                <a:lnTo>
                  <a:pt x="402338" y="2011"/>
                </a:lnTo>
                <a:lnTo>
                  <a:pt x="402511" y="1882"/>
                </a:lnTo>
                <a:lnTo>
                  <a:pt x="402697" y="1752"/>
                </a:lnTo>
                <a:lnTo>
                  <a:pt x="402905" y="1609"/>
                </a:lnTo>
                <a:lnTo>
                  <a:pt x="403128" y="1472"/>
                </a:lnTo>
                <a:lnTo>
                  <a:pt x="403372" y="1322"/>
                </a:lnTo>
                <a:lnTo>
                  <a:pt x="403558" y="1214"/>
                </a:lnTo>
                <a:lnTo>
                  <a:pt x="403759" y="1099"/>
                </a:lnTo>
                <a:lnTo>
                  <a:pt x="403953" y="992"/>
                </a:lnTo>
                <a:lnTo>
                  <a:pt x="404168" y="898"/>
                </a:lnTo>
                <a:lnTo>
                  <a:pt x="404384" y="798"/>
                </a:lnTo>
                <a:lnTo>
                  <a:pt x="404599" y="697"/>
                </a:lnTo>
                <a:lnTo>
                  <a:pt x="404822" y="611"/>
                </a:lnTo>
                <a:lnTo>
                  <a:pt x="405051" y="525"/>
                </a:lnTo>
                <a:lnTo>
                  <a:pt x="405281" y="453"/>
                </a:lnTo>
                <a:lnTo>
                  <a:pt x="405525" y="382"/>
                </a:lnTo>
                <a:lnTo>
                  <a:pt x="405769" y="310"/>
                </a:lnTo>
                <a:lnTo>
                  <a:pt x="406013" y="252"/>
                </a:lnTo>
                <a:lnTo>
                  <a:pt x="406264" y="209"/>
                </a:lnTo>
                <a:lnTo>
                  <a:pt x="406508" y="173"/>
                </a:lnTo>
                <a:lnTo>
                  <a:pt x="406759" y="137"/>
                </a:lnTo>
                <a:lnTo>
                  <a:pt x="407025" y="123"/>
                </a:lnTo>
                <a:lnTo>
                  <a:pt x="407161" y="80"/>
                </a:lnTo>
                <a:lnTo>
                  <a:pt x="407348" y="51"/>
                </a:lnTo>
                <a:lnTo>
                  <a:pt x="407549" y="23"/>
                </a:lnTo>
                <a:lnTo>
                  <a:pt x="407800" y="8"/>
                </a:lnTo>
                <a:close/>
                <a:moveTo>
                  <a:pt x="214476" y="1"/>
                </a:moveTo>
                <a:lnTo>
                  <a:pt x="214770" y="1"/>
                </a:lnTo>
                <a:lnTo>
                  <a:pt x="215093" y="8"/>
                </a:lnTo>
                <a:lnTo>
                  <a:pt x="215445" y="15"/>
                </a:lnTo>
                <a:lnTo>
                  <a:pt x="216198" y="59"/>
                </a:lnTo>
                <a:lnTo>
                  <a:pt x="217016" y="123"/>
                </a:lnTo>
                <a:lnTo>
                  <a:pt x="217870" y="195"/>
                </a:lnTo>
                <a:lnTo>
                  <a:pt x="218753" y="288"/>
                </a:lnTo>
                <a:lnTo>
                  <a:pt x="219636" y="389"/>
                </a:lnTo>
                <a:lnTo>
                  <a:pt x="220512" y="496"/>
                </a:lnTo>
                <a:lnTo>
                  <a:pt x="221344" y="604"/>
                </a:lnTo>
                <a:lnTo>
                  <a:pt x="222134" y="704"/>
                </a:lnTo>
                <a:lnTo>
                  <a:pt x="222851" y="805"/>
                </a:lnTo>
                <a:lnTo>
                  <a:pt x="223476" y="898"/>
                </a:lnTo>
                <a:lnTo>
                  <a:pt x="223992" y="977"/>
                </a:lnTo>
                <a:lnTo>
                  <a:pt x="224373" y="1049"/>
                </a:lnTo>
                <a:lnTo>
                  <a:pt x="225184" y="1207"/>
                </a:lnTo>
                <a:lnTo>
                  <a:pt x="225980" y="1372"/>
                </a:lnTo>
                <a:lnTo>
                  <a:pt x="226784" y="1544"/>
                </a:lnTo>
                <a:lnTo>
                  <a:pt x="227588" y="1724"/>
                </a:lnTo>
                <a:lnTo>
                  <a:pt x="228385" y="1917"/>
                </a:lnTo>
                <a:lnTo>
                  <a:pt x="229189" y="2118"/>
                </a:lnTo>
                <a:lnTo>
                  <a:pt x="229985" y="2326"/>
                </a:lnTo>
                <a:lnTo>
                  <a:pt x="230789" y="2549"/>
                </a:lnTo>
                <a:lnTo>
                  <a:pt x="231586" y="2771"/>
                </a:lnTo>
                <a:lnTo>
                  <a:pt x="232390" y="3001"/>
                </a:lnTo>
                <a:lnTo>
                  <a:pt x="233186" y="3238"/>
                </a:lnTo>
                <a:lnTo>
                  <a:pt x="233983" y="3482"/>
                </a:lnTo>
                <a:lnTo>
                  <a:pt x="234779" y="3740"/>
                </a:lnTo>
                <a:lnTo>
                  <a:pt x="235576" y="3992"/>
                </a:lnTo>
                <a:lnTo>
                  <a:pt x="236373" y="4257"/>
                </a:lnTo>
                <a:lnTo>
                  <a:pt x="237169" y="4530"/>
                </a:lnTo>
                <a:lnTo>
                  <a:pt x="237959" y="4795"/>
                </a:lnTo>
                <a:lnTo>
                  <a:pt x="238748" y="5075"/>
                </a:lnTo>
                <a:lnTo>
                  <a:pt x="239538" y="5362"/>
                </a:lnTo>
                <a:lnTo>
                  <a:pt x="240313" y="5649"/>
                </a:lnTo>
                <a:lnTo>
                  <a:pt x="241102" y="5937"/>
                </a:lnTo>
                <a:lnTo>
                  <a:pt x="241885" y="6238"/>
                </a:lnTo>
                <a:lnTo>
                  <a:pt x="242667" y="6539"/>
                </a:lnTo>
                <a:lnTo>
                  <a:pt x="243435" y="6841"/>
                </a:lnTo>
                <a:lnTo>
                  <a:pt x="244978" y="7451"/>
                </a:lnTo>
                <a:lnTo>
                  <a:pt x="246507" y="8075"/>
                </a:lnTo>
                <a:lnTo>
                  <a:pt x="248028" y="8707"/>
                </a:lnTo>
                <a:lnTo>
                  <a:pt x="249521" y="9338"/>
                </a:lnTo>
                <a:lnTo>
                  <a:pt x="249765" y="9439"/>
                </a:lnTo>
                <a:lnTo>
                  <a:pt x="250031" y="9547"/>
                </a:lnTo>
                <a:lnTo>
                  <a:pt x="250311" y="9654"/>
                </a:lnTo>
                <a:lnTo>
                  <a:pt x="250590" y="9762"/>
                </a:lnTo>
                <a:lnTo>
                  <a:pt x="250863" y="9877"/>
                </a:lnTo>
                <a:lnTo>
                  <a:pt x="251122" y="9992"/>
                </a:lnTo>
                <a:lnTo>
                  <a:pt x="251358" y="10114"/>
                </a:lnTo>
                <a:lnTo>
                  <a:pt x="251581" y="10236"/>
                </a:lnTo>
                <a:lnTo>
                  <a:pt x="251753" y="10286"/>
                </a:lnTo>
                <a:lnTo>
                  <a:pt x="251947" y="10350"/>
                </a:lnTo>
                <a:lnTo>
                  <a:pt x="252141" y="10415"/>
                </a:lnTo>
                <a:lnTo>
                  <a:pt x="252342" y="10487"/>
                </a:lnTo>
                <a:lnTo>
                  <a:pt x="252758" y="10659"/>
                </a:lnTo>
                <a:lnTo>
                  <a:pt x="253174" y="10846"/>
                </a:lnTo>
                <a:lnTo>
                  <a:pt x="253605" y="11032"/>
                </a:lnTo>
                <a:lnTo>
                  <a:pt x="254014" y="11212"/>
                </a:lnTo>
                <a:lnTo>
                  <a:pt x="254409" y="11391"/>
                </a:lnTo>
                <a:lnTo>
                  <a:pt x="254775" y="11542"/>
                </a:lnTo>
                <a:lnTo>
                  <a:pt x="255327" y="11772"/>
                </a:lnTo>
                <a:lnTo>
                  <a:pt x="255894" y="12008"/>
                </a:lnTo>
                <a:lnTo>
                  <a:pt x="256468" y="12252"/>
                </a:lnTo>
                <a:lnTo>
                  <a:pt x="257050" y="12511"/>
                </a:lnTo>
                <a:lnTo>
                  <a:pt x="257646" y="12776"/>
                </a:lnTo>
                <a:lnTo>
                  <a:pt x="258241" y="13035"/>
                </a:lnTo>
                <a:lnTo>
                  <a:pt x="258851" y="13315"/>
                </a:lnTo>
                <a:lnTo>
                  <a:pt x="259447" y="13587"/>
                </a:lnTo>
                <a:lnTo>
                  <a:pt x="260050" y="13867"/>
                </a:lnTo>
                <a:lnTo>
                  <a:pt x="260638" y="14147"/>
                </a:lnTo>
                <a:lnTo>
                  <a:pt x="261234" y="14427"/>
                </a:lnTo>
                <a:lnTo>
                  <a:pt x="261815" y="14693"/>
                </a:lnTo>
                <a:lnTo>
                  <a:pt x="262382" y="14972"/>
                </a:lnTo>
                <a:lnTo>
                  <a:pt x="262935" y="15245"/>
                </a:lnTo>
                <a:lnTo>
                  <a:pt x="263473" y="15518"/>
                </a:lnTo>
                <a:lnTo>
                  <a:pt x="263990" y="15776"/>
                </a:lnTo>
                <a:lnTo>
                  <a:pt x="264736" y="16157"/>
                </a:lnTo>
                <a:lnTo>
                  <a:pt x="265483" y="16544"/>
                </a:lnTo>
                <a:lnTo>
                  <a:pt x="266236" y="16932"/>
                </a:lnTo>
                <a:lnTo>
                  <a:pt x="266976" y="17319"/>
                </a:lnTo>
                <a:lnTo>
                  <a:pt x="267715" y="17714"/>
                </a:lnTo>
                <a:lnTo>
                  <a:pt x="268440" y="18109"/>
                </a:lnTo>
                <a:lnTo>
                  <a:pt x="269172" y="18511"/>
                </a:lnTo>
                <a:lnTo>
                  <a:pt x="269904" y="18913"/>
                </a:lnTo>
                <a:lnTo>
                  <a:pt x="270629" y="19322"/>
                </a:lnTo>
                <a:lnTo>
                  <a:pt x="271339" y="19731"/>
                </a:lnTo>
                <a:lnTo>
                  <a:pt x="272050" y="20140"/>
                </a:lnTo>
                <a:lnTo>
                  <a:pt x="272753" y="20549"/>
                </a:lnTo>
                <a:lnTo>
                  <a:pt x="273449" y="20958"/>
                </a:lnTo>
                <a:lnTo>
                  <a:pt x="274145" y="21382"/>
                </a:lnTo>
                <a:lnTo>
                  <a:pt x="274834" y="21798"/>
                </a:lnTo>
                <a:lnTo>
                  <a:pt x="275502" y="22228"/>
                </a:lnTo>
                <a:lnTo>
                  <a:pt x="276205" y="22666"/>
                </a:lnTo>
                <a:lnTo>
                  <a:pt x="276901" y="23104"/>
                </a:lnTo>
                <a:lnTo>
                  <a:pt x="277590" y="23542"/>
                </a:lnTo>
                <a:lnTo>
                  <a:pt x="278279" y="23973"/>
                </a:lnTo>
                <a:lnTo>
                  <a:pt x="278961" y="24417"/>
                </a:lnTo>
                <a:lnTo>
                  <a:pt x="279643" y="24855"/>
                </a:lnTo>
                <a:lnTo>
                  <a:pt x="280325" y="25300"/>
                </a:lnTo>
                <a:lnTo>
                  <a:pt x="281000" y="25760"/>
                </a:lnTo>
                <a:lnTo>
                  <a:pt x="281710" y="26233"/>
                </a:lnTo>
                <a:lnTo>
                  <a:pt x="282406" y="26714"/>
                </a:lnTo>
                <a:lnTo>
                  <a:pt x="283088" y="27181"/>
                </a:lnTo>
                <a:lnTo>
                  <a:pt x="283741" y="27647"/>
                </a:lnTo>
                <a:lnTo>
                  <a:pt x="284394" y="28106"/>
                </a:lnTo>
                <a:lnTo>
                  <a:pt x="285026" y="28566"/>
                </a:lnTo>
                <a:lnTo>
                  <a:pt x="285657" y="29018"/>
                </a:lnTo>
                <a:lnTo>
                  <a:pt x="286282" y="29477"/>
                </a:lnTo>
                <a:lnTo>
                  <a:pt x="286899" y="29929"/>
                </a:lnTo>
                <a:lnTo>
                  <a:pt x="287516" y="30389"/>
                </a:lnTo>
                <a:lnTo>
                  <a:pt x="288141" y="30855"/>
                </a:lnTo>
                <a:lnTo>
                  <a:pt x="288765" y="31322"/>
                </a:lnTo>
                <a:lnTo>
                  <a:pt x="289404" y="31796"/>
                </a:lnTo>
                <a:lnTo>
                  <a:pt x="290043" y="32269"/>
                </a:lnTo>
                <a:lnTo>
                  <a:pt x="290696" y="32764"/>
                </a:lnTo>
                <a:lnTo>
                  <a:pt x="291370" y="33260"/>
                </a:lnTo>
                <a:lnTo>
                  <a:pt x="291995" y="33733"/>
                </a:lnTo>
                <a:lnTo>
                  <a:pt x="292626" y="34229"/>
                </a:lnTo>
                <a:lnTo>
                  <a:pt x="293258" y="34738"/>
                </a:lnTo>
                <a:lnTo>
                  <a:pt x="293882" y="35248"/>
                </a:lnTo>
                <a:lnTo>
                  <a:pt x="294500" y="35750"/>
                </a:lnTo>
                <a:lnTo>
                  <a:pt x="295117" y="36260"/>
                </a:lnTo>
                <a:lnTo>
                  <a:pt x="295734" y="36755"/>
                </a:lnTo>
                <a:lnTo>
                  <a:pt x="296330" y="37221"/>
                </a:lnTo>
                <a:lnTo>
                  <a:pt x="308287" y="47743"/>
                </a:lnTo>
                <a:lnTo>
                  <a:pt x="308516" y="47965"/>
                </a:lnTo>
                <a:lnTo>
                  <a:pt x="308739" y="48195"/>
                </a:lnTo>
                <a:lnTo>
                  <a:pt x="308947" y="48425"/>
                </a:lnTo>
                <a:lnTo>
                  <a:pt x="309148" y="48654"/>
                </a:lnTo>
                <a:lnTo>
                  <a:pt x="309349" y="48884"/>
                </a:lnTo>
                <a:lnTo>
                  <a:pt x="309535" y="49107"/>
                </a:lnTo>
                <a:lnTo>
                  <a:pt x="309722" y="49322"/>
                </a:lnTo>
                <a:lnTo>
                  <a:pt x="309923" y="49516"/>
                </a:lnTo>
                <a:lnTo>
                  <a:pt x="310497" y="50083"/>
                </a:lnTo>
                <a:lnTo>
                  <a:pt x="311114" y="50707"/>
                </a:lnTo>
                <a:lnTo>
                  <a:pt x="311753" y="51367"/>
                </a:lnTo>
                <a:lnTo>
                  <a:pt x="312392" y="52056"/>
                </a:lnTo>
                <a:lnTo>
                  <a:pt x="313038" y="52753"/>
                </a:lnTo>
                <a:lnTo>
                  <a:pt x="313641" y="53442"/>
                </a:lnTo>
                <a:lnTo>
                  <a:pt x="313935" y="53779"/>
                </a:lnTo>
                <a:lnTo>
                  <a:pt x="314215" y="54116"/>
                </a:lnTo>
                <a:lnTo>
                  <a:pt x="314488" y="54439"/>
                </a:lnTo>
                <a:lnTo>
                  <a:pt x="314732" y="54741"/>
                </a:lnTo>
                <a:lnTo>
                  <a:pt x="315313" y="55458"/>
                </a:lnTo>
                <a:lnTo>
                  <a:pt x="315823" y="56097"/>
                </a:lnTo>
                <a:lnTo>
                  <a:pt x="316059" y="56398"/>
                </a:lnTo>
                <a:lnTo>
                  <a:pt x="316282" y="56700"/>
                </a:lnTo>
                <a:lnTo>
                  <a:pt x="316497" y="56994"/>
                </a:lnTo>
                <a:lnTo>
                  <a:pt x="316712" y="57281"/>
                </a:lnTo>
                <a:lnTo>
                  <a:pt x="316921" y="57583"/>
                </a:lnTo>
                <a:lnTo>
                  <a:pt x="317122" y="57891"/>
                </a:lnTo>
                <a:lnTo>
                  <a:pt x="317330" y="58200"/>
                </a:lnTo>
                <a:lnTo>
                  <a:pt x="317538" y="58530"/>
                </a:lnTo>
                <a:lnTo>
                  <a:pt x="317746" y="58875"/>
                </a:lnTo>
                <a:lnTo>
                  <a:pt x="317968" y="59241"/>
                </a:lnTo>
                <a:lnTo>
                  <a:pt x="318198" y="59643"/>
                </a:lnTo>
                <a:lnTo>
                  <a:pt x="318442" y="60066"/>
                </a:lnTo>
                <a:lnTo>
                  <a:pt x="318593" y="60346"/>
                </a:lnTo>
                <a:lnTo>
                  <a:pt x="318751" y="60683"/>
                </a:lnTo>
                <a:lnTo>
                  <a:pt x="318930" y="61049"/>
                </a:lnTo>
                <a:lnTo>
                  <a:pt x="319110" y="61458"/>
                </a:lnTo>
                <a:lnTo>
                  <a:pt x="319296" y="61896"/>
                </a:lnTo>
                <a:lnTo>
                  <a:pt x="319483" y="62363"/>
                </a:lnTo>
                <a:lnTo>
                  <a:pt x="319655" y="62851"/>
                </a:lnTo>
                <a:lnTo>
                  <a:pt x="319827" y="63339"/>
                </a:lnTo>
                <a:lnTo>
                  <a:pt x="319985" y="63841"/>
                </a:lnTo>
                <a:lnTo>
                  <a:pt x="320129" y="64343"/>
                </a:lnTo>
                <a:lnTo>
                  <a:pt x="320186" y="64588"/>
                </a:lnTo>
                <a:lnTo>
                  <a:pt x="320244" y="64839"/>
                </a:lnTo>
                <a:lnTo>
                  <a:pt x="320301" y="65083"/>
                </a:lnTo>
                <a:lnTo>
                  <a:pt x="320344" y="65320"/>
                </a:lnTo>
                <a:lnTo>
                  <a:pt x="320387" y="65549"/>
                </a:lnTo>
                <a:lnTo>
                  <a:pt x="320416" y="65779"/>
                </a:lnTo>
                <a:lnTo>
                  <a:pt x="320437" y="66001"/>
                </a:lnTo>
                <a:lnTo>
                  <a:pt x="320452" y="66217"/>
                </a:lnTo>
                <a:lnTo>
                  <a:pt x="320459" y="66425"/>
                </a:lnTo>
                <a:lnTo>
                  <a:pt x="320459" y="66626"/>
                </a:lnTo>
                <a:lnTo>
                  <a:pt x="320445" y="66812"/>
                </a:lnTo>
                <a:lnTo>
                  <a:pt x="320416" y="66992"/>
                </a:lnTo>
                <a:lnTo>
                  <a:pt x="320344" y="67401"/>
                </a:lnTo>
                <a:lnTo>
                  <a:pt x="320265" y="67796"/>
                </a:lnTo>
                <a:lnTo>
                  <a:pt x="320179" y="68190"/>
                </a:lnTo>
                <a:lnTo>
                  <a:pt x="320078" y="68564"/>
                </a:lnTo>
                <a:lnTo>
                  <a:pt x="319985" y="68944"/>
                </a:lnTo>
                <a:lnTo>
                  <a:pt x="319878" y="69310"/>
                </a:lnTo>
                <a:lnTo>
                  <a:pt x="319763" y="69676"/>
                </a:lnTo>
                <a:lnTo>
                  <a:pt x="319641" y="70028"/>
                </a:lnTo>
                <a:lnTo>
                  <a:pt x="319512" y="70372"/>
                </a:lnTo>
                <a:lnTo>
                  <a:pt x="319375" y="70717"/>
                </a:lnTo>
                <a:lnTo>
                  <a:pt x="319239" y="71054"/>
                </a:lnTo>
                <a:lnTo>
                  <a:pt x="319095" y="71384"/>
                </a:lnTo>
                <a:lnTo>
                  <a:pt x="318937" y="71714"/>
                </a:lnTo>
                <a:lnTo>
                  <a:pt x="318787" y="72037"/>
                </a:lnTo>
                <a:lnTo>
                  <a:pt x="318622" y="72353"/>
                </a:lnTo>
                <a:lnTo>
                  <a:pt x="318456" y="72669"/>
                </a:lnTo>
                <a:lnTo>
                  <a:pt x="318284" y="72985"/>
                </a:lnTo>
                <a:lnTo>
                  <a:pt x="318105" y="73286"/>
                </a:lnTo>
                <a:lnTo>
                  <a:pt x="317918" y="73595"/>
                </a:lnTo>
                <a:lnTo>
                  <a:pt x="317732" y="73896"/>
                </a:lnTo>
                <a:lnTo>
                  <a:pt x="317545" y="74190"/>
                </a:lnTo>
                <a:lnTo>
                  <a:pt x="317344" y="74492"/>
                </a:lnTo>
                <a:lnTo>
                  <a:pt x="317150" y="74793"/>
                </a:lnTo>
                <a:lnTo>
                  <a:pt x="316942" y="75088"/>
                </a:lnTo>
                <a:lnTo>
                  <a:pt x="316533" y="75669"/>
                </a:lnTo>
                <a:lnTo>
                  <a:pt x="316095" y="76265"/>
                </a:lnTo>
                <a:lnTo>
                  <a:pt x="315657" y="76846"/>
                </a:lnTo>
                <a:lnTo>
                  <a:pt x="315205" y="77434"/>
                </a:lnTo>
                <a:lnTo>
                  <a:pt x="314954" y="77750"/>
                </a:lnTo>
                <a:lnTo>
                  <a:pt x="314710" y="78052"/>
                </a:lnTo>
                <a:lnTo>
                  <a:pt x="314581" y="78202"/>
                </a:lnTo>
                <a:lnTo>
                  <a:pt x="314445" y="78339"/>
                </a:lnTo>
                <a:lnTo>
                  <a:pt x="314308" y="78482"/>
                </a:lnTo>
                <a:lnTo>
                  <a:pt x="314157" y="78611"/>
                </a:lnTo>
                <a:lnTo>
                  <a:pt x="314078" y="78726"/>
                </a:lnTo>
                <a:lnTo>
                  <a:pt x="313899" y="78927"/>
                </a:lnTo>
                <a:lnTo>
                  <a:pt x="313648" y="79207"/>
                </a:lnTo>
                <a:lnTo>
                  <a:pt x="313325" y="79552"/>
                </a:lnTo>
                <a:lnTo>
                  <a:pt x="312952" y="79954"/>
                </a:lnTo>
                <a:lnTo>
                  <a:pt x="312535" y="80399"/>
                </a:lnTo>
                <a:lnTo>
                  <a:pt x="312083" y="80872"/>
                </a:lnTo>
                <a:lnTo>
                  <a:pt x="311617" y="81353"/>
                </a:lnTo>
                <a:lnTo>
                  <a:pt x="311143" y="81841"/>
                </a:lnTo>
                <a:lnTo>
                  <a:pt x="310669" y="82322"/>
                </a:lnTo>
                <a:lnTo>
                  <a:pt x="310217" y="82789"/>
                </a:lnTo>
                <a:lnTo>
                  <a:pt x="309801" y="83219"/>
                </a:lnTo>
                <a:lnTo>
                  <a:pt x="309413" y="83607"/>
                </a:lnTo>
                <a:lnTo>
                  <a:pt x="309076" y="83944"/>
                </a:lnTo>
                <a:lnTo>
                  <a:pt x="308811" y="84210"/>
                </a:lnTo>
                <a:lnTo>
                  <a:pt x="308617" y="84389"/>
                </a:lnTo>
                <a:lnTo>
                  <a:pt x="308380" y="84619"/>
                </a:lnTo>
                <a:lnTo>
                  <a:pt x="308143" y="84856"/>
                </a:lnTo>
                <a:lnTo>
                  <a:pt x="307913" y="85071"/>
                </a:lnTo>
                <a:lnTo>
                  <a:pt x="307684" y="85293"/>
                </a:lnTo>
                <a:lnTo>
                  <a:pt x="307454" y="85516"/>
                </a:lnTo>
                <a:lnTo>
                  <a:pt x="307217" y="85745"/>
                </a:lnTo>
                <a:lnTo>
                  <a:pt x="306988" y="85975"/>
                </a:lnTo>
                <a:lnTo>
                  <a:pt x="306751" y="86219"/>
                </a:lnTo>
                <a:lnTo>
                  <a:pt x="305244" y="87561"/>
                </a:lnTo>
                <a:lnTo>
                  <a:pt x="305093" y="87705"/>
                </a:lnTo>
                <a:lnTo>
                  <a:pt x="304992" y="87798"/>
                </a:lnTo>
                <a:lnTo>
                  <a:pt x="304906" y="87884"/>
                </a:lnTo>
                <a:lnTo>
                  <a:pt x="304756" y="87999"/>
                </a:lnTo>
                <a:lnTo>
                  <a:pt x="304497" y="88214"/>
                </a:lnTo>
                <a:lnTo>
                  <a:pt x="304167" y="88480"/>
                </a:lnTo>
                <a:lnTo>
                  <a:pt x="303801" y="88796"/>
                </a:lnTo>
                <a:lnTo>
                  <a:pt x="303399" y="89147"/>
                </a:lnTo>
                <a:lnTo>
                  <a:pt x="302968" y="89535"/>
                </a:lnTo>
                <a:lnTo>
                  <a:pt x="302516" y="89930"/>
                </a:lnTo>
                <a:lnTo>
                  <a:pt x="302050" y="90339"/>
                </a:lnTo>
                <a:lnTo>
                  <a:pt x="301576" y="90755"/>
                </a:lnTo>
                <a:lnTo>
                  <a:pt x="301110" y="91157"/>
                </a:lnTo>
                <a:lnTo>
                  <a:pt x="300665" y="91552"/>
                </a:lnTo>
                <a:lnTo>
                  <a:pt x="300234" y="91918"/>
                </a:lnTo>
                <a:lnTo>
                  <a:pt x="299839" y="92255"/>
                </a:lnTo>
                <a:lnTo>
                  <a:pt x="299473" y="92549"/>
                </a:lnTo>
                <a:lnTo>
                  <a:pt x="299165" y="92786"/>
                </a:lnTo>
                <a:lnTo>
                  <a:pt x="299035" y="92887"/>
                </a:lnTo>
                <a:lnTo>
                  <a:pt x="298913" y="92973"/>
                </a:lnTo>
                <a:lnTo>
                  <a:pt x="298806" y="93037"/>
                </a:lnTo>
                <a:lnTo>
                  <a:pt x="298712" y="93088"/>
                </a:lnTo>
                <a:lnTo>
                  <a:pt x="298634" y="93174"/>
                </a:lnTo>
                <a:lnTo>
                  <a:pt x="298497" y="93303"/>
                </a:lnTo>
                <a:lnTo>
                  <a:pt x="298318" y="93461"/>
                </a:lnTo>
                <a:lnTo>
                  <a:pt x="298095" y="93647"/>
                </a:lnTo>
                <a:lnTo>
                  <a:pt x="297535" y="94107"/>
                </a:lnTo>
                <a:lnTo>
                  <a:pt x="296846" y="94667"/>
                </a:lnTo>
                <a:lnTo>
                  <a:pt x="296050" y="95298"/>
                </a:lnTo>
                <a:lnTo>
                  <a:pt x="295181" y="95987"/>
                </a:lnTo>
                <a:lnTo>
                  <a:pt x="294256" y="96712"/>
                </a:lnTo>
                <a:lnTo>
                  <a:pt x="293301" y="97451"/>
                </a:lnTo>
                <a:lnTo>
                  <a:pt x="292346" y="98183"/>
                </a:lnTo>
                <a:lnTo>
                  <a:pt x="291413" y="98894"/>
                </a:lnTo>
                <a:lnTo>
                  <a:pt x="290531" y="99569"/>
                </a:lnTo>
                <a:lnTo>
                  <a:pt x="289720" y="100179"/>
                </a:lnTo>
                <a:lnTo>
                  <a:pt x="289016" y="100695"/>
                </a:lnTo>
                <a:lnTo>
                  <a:pt x="288428" y="101112"/>
                </a:lnTo>
                <a:lnTo>
                  <a:pt x="288191" y="101284"/>
                </a:lnTo>
                <a:lnTo>
                  <a:pt x="287997" y="101420"/>
                </a:lnTo>
                <a:lnTo>
                  <a:pt x="287846" y="101506"/>
                </a:lnTo>
                <a:lnTo>
                  <a:pt x="287739" y="101571"/>
                </a:lnTo>
                <a:lnTo>
                  <a:pt x="287502" y="101765"/>
                </a:lnTo>
                <a:lnTo>
                  <a:pt x="287129" y="102045"/>
                </a:lnTo>
                <a:lnTo>
                  <a:pt x="286641" y="102396"/>
                </a:lnTo>
                <a:lnTo>
                  <a:pt x="286067" y="102805"/>
                </a:lnTo>
                <a:lnTo>
                  <a:pt x="285406" y="103265"/>
                </a:lnTo>
                <a:lnTo>
                  <a:pt x="284710" y="103760"/>
                </a:lnTo>
                <a:lnTo>
                  <a:pt x="283964" y="104269"/>
                </a:lnTo>
                <a:lnTo>
                  <a:pt x="283210" y="104786"/>
                </a:lnTo>
                <a:lnTo>
                  <a:pt x="282449" y="105303"/>
                </a:lnTo>
                <a:lnTo>
                  <a:pt x="281710" y="105798"/>
                </a:lnTo>
                <a:lnTo>
                  <a:pt x="281014" y="106265"/>
                </a:lnTo>
                <a:lnTo>
                  <a:pt x="280375" y="106681"/>
                </a:lnTo>
                <a:lnTo>
                  <a:pt x="279815" y="107033"/>
                </a:lnTo>
                <a:lnTo>
                  <a:pt x="279349" y="107327"/>
                </a:lnTo>
                <a:lnTo>
                  <a:pt x="279148" y="107442"/>
                </a:lnTo>
                <a:lnTo>
                  <a:pt x="278997" y="107528"/>
                </a:lnTo>
                <a:lnTo>
                  <a:pt x="278861" y="107592"/>
                </a:lnTo>
                <a:lnTo>
                  <a:pt x="278775" y="107636"/>
                </a:lnTo>
                <a:lnTo>
                  <a:pt x="278703" y="107707"/>
                </a:lnTo>
                <a:lnTo>
                  <a:pt x="278567" y="107808"/>
                </a:lnTo>
                <a:lnTo>
                  <a:pt x="278387" y="107930"/>
                </a:lnTo>
                <a:lnTo>
                  <a:pt x="278157" y="108088"/>
                </a:lnTo>
                <a:lnTo>
                  <a:pt x="277576" y="108454"/>
                </a:lnTo>
                <a:lnTo>
                  <a:pt x="276837" y="108920"/>
                </a:lnTo>
                <a:lnTo>
                  <a:pt x="275976" y="109444"/>
                </a:lnTo>
                <a:lnTo>
                  <a:pt x="275021" y="110011"/>
                </a:lnTo>
                <a:lnTo>
                  <a:pt x="274002" y="110607"/>
                </a:lnTo>
                <a:lnTo>
                  <a:pt x="272933" y="111231"/>
                </a:lnTo>
                <a:lnTo>
                  <a:pt x="271856" y="111848"/>
                </a:lnTo>
                <a:lnTo>
                  <a:pt x="270801" y="112459"/>
                </a:lnTo>
                <a:lnTo>
                  <a:pt x="269782" y="113025"/>
                </a:lnTo>
                <a:lnTo>
                  <a:pt x="268834" y="113549"/>
                </a:lnTo>
                <a:lnTo>
                  <a:pt x="267980" y="114016"/>
                </a:lnTo>
                <a:lnTo>
                  <a:pt x="267263" y="114396"/>
                </a:lnTo>
                <a:lnTo>
                  <a:pt x="266954" y="114561"/>
                </a:lnTo>
                <a:lnTo>
                  <a:pt x="266696" y="114683"/>
                </a:lnTo>
                <a:lnTo>
                  <a:pt x="266473" y="114791"/>
                </a:lnTo>
                <a:lnTo>
                  <a:pt x="266301" y="114863"/>
                </a:lnTo>
                <a:lnTo>
                  <a:pt x="266043" y="115021"/>
                </a:lnTo>
                <a:lnTo>
                  <a:pt x="265784" y="115179"/>
                </a:lnTo>
                <a:lnTo>
                  <a:pt x="265504" y="115329"/>
                </a:lnTo>
                <a:lnTo>
                  <a:pt x="265217" y="115487"/>
                </a:lnTo>
                <a:lnTo>
                  <a:pt x="264614" y="115781"/>
                </a:lnTo>
                <a:lnTo>
                  <a:pt x="263990" y="116076"/>
                </a:lnTo>
                <a:lnTo>
                  <a:pt x="263366" y="116370"/>
                </a:lnTo>
                <a:lnTo>
                  <a:pt x="262741" y="116657"/>
                </a:lnTo>
                <a:lnTo>
                  <a:pt x="262146" y="116930"/>
                </a:lnTo>
                <a:lnTo>
                  <a:pt x="261579" y="117210"/>
                </a:lnTo>
                <a:lnTo>
                  <a:pt x="261284" y="117360"/>
                </a:lnTo>
                <a:lnTo>
                  <a:pt x="260983" y="117497"/>
                </a:lnTo>
                <a:lnTo>
                  <a:pt x="260681" y="117640"/>
                </a:lnTo>
                <a:lnTo>
                  <a:pt x="260380" y="117770"/>
                </a:lnTo>
                <a:lnTo>
                  <a:pt x="260086" y="117913"/>
                </a:lnTo>
                <a:lnTo>
                  <a:pt x="259777" y="118042"/>
                </a:lnTo>
                <a:lnTo>
                  <a:pt x="259476" y="118171"/>
                </a:lnTo>
                <a:lnTo>
                  <a:pt x="259181" y="118315"/>
                </a:lnTo>
                <a:lnTo>
                  <a:pt x="258916" y="118437"/>
                </a:lnTo>
                <a:lnTo>
                  <a:pt x="258622" y="118581"/>
                </a:lnTo>
                <a:lnTo>
                  <a:pt x="258291" y="118731"/>
                </a:lnTo>
                <a:lnTo>
                  <a:pt x="257947" y="118889"/>
                </a:lnTo>
                <a:lnTo>
                  <a:pt x="257610" y="119047"/>
                </a:lnTo>
                <a:lnTo>
                  <a:pt x="257279" y="119176"/>
                </a:lnTo>
                <a:lnTo>
                  <a:pt x="256971" y="119291"/>
                </a:lnTo>
                <a:lnTo>
                  <a:pt x="256705" y="119377"/>
                </a:lnTo>
                <a:lnTo>
                  <a:pt x="256361" y="119557"/>
                </a:lnTo>
                <a:lnTo>
                  <a:pt x="255973" y="119729"/>
                </a:lnTo>
                <a:lnTo>
                  <a:pt x="255564" y="119908"/>
                </a:lnTo>
                <a:lnTo>
                  <a:pt x="255141" y="120081"/>
                </a:lnTo>
                <a:lnTo>
                  <a:pt x="254703" y="120253"/>
                </a:lnTo>
                <a:lnTo>
                  <a:pt x="254279" y="120418"/>
                </a:lnTo>
                <a:lnTo>
                  <a:pt x="253863" y="120569"/>
                </a:lnTo>
                <a:lnTo>
                  <a:pt x="253490" y="120726"/>
                </a:lnTo>
                <a:lnTo>
                  <a:pt x="253138" y="120870"/>
                </a:lnTo>
                <a:lnTo>
                  <a:pt x="252657" y="121057"/>
                </a:lnTo>
                <a:lnTo>
                  <a:pt x="252083" y="121286"/>
                </a:lnTo>
                <a:lnTo>
                  <a:pt x="251430" y="121559"/>
                </a:lnTo>
                <a:lnTo>
                  <a:pt x="250698" y="121846"/>
                </a:lnTo>
                <a:lnTo>
                  <a:pt x="249916" y="122162"/>
                </a:lnTo>
                <a:lnTo>
                  <a:pt x="249112" y="122485"/>
                </a:lnTo>
                <a:lnTo>
                  <a:pt x="248301" y="122815"/>
                </a:lnTo>
                <a:lnTo>
                  <a:pt x="247483" y="123131"/>
                </a:lnTo>
                <a:lnTo>
                  <a:pt x="246693" y="123447"/>
                </a:lnTo>
                <a:lnTo>
                  <a:pt x="245954" y="123734"/>
                </a:lnTo>
                <a:lnTo>
                  <a:pt x="245279" y="123999"/>
                </a:lnTo>
                <a:lnTo>
                  <a:pt x="244677" y="124222"/>
                </a:lnTo>
                <a:lnTo>
                  <a:pt x="244174" y="124401"/>
                </a:lnTo>
                <a:lnTo>
                  <a:pt x="243801" y="124530"/>
                </a:lnTo>
                <a:lnTo>
                  <a:pt x="243550" y="124602"/>
                </a:lnTo>
                <a:lnTo>
                  <a:pt x="243435" y="124660"/>
                </a:lnTo>
                <a:lnTo>
                  <a:pt x="243248" y="124753"/>
                </a:lnTo>
                <a:lnTo>
                  <a:pt x="242990" y="124868"/>
                </a:lnTo>
                <a:lnTo>
                  <a:pt x="242674" y="124990"/>
                </a:lnTo>
                <a:lnTo>
                  <a:pt x="241899" y="125284"/>
                </a:lnTo>
                <a:lnTo>
                  <a:pt x="241031" y="125607"/>
                </a:lnTo>
                <a:lnTo>
                  <a:pt x="240134" y="125915"/>
                </a:lnTo>
                <a:lnTo>
                  <a:pt x="239308" y="126217"/>
                </a:lnTo>
                <a:lnTo>
                  <a:pt x="238626" y="126454"/>
                </a:lnTo>
                <a:lnTo>
                  <a:pt x="238181" y="126597"/>
                </a:lnTo>
                <a:lnTo>
                  <a:pt x="237069" y="126971"/>
                </a:lnTo>
                <a:lnTo>
                  <a:pt x="235978" y="127329"/>
                </a:lnTo>
                <a:lnTo>
                  <a:pt x="234894" y="127674"/>
                </a:lnTo>
                <a:lnTo>
                  <a:pt x="233818" y="128011"/>
                </a:lnTo>
                <a:lnTo>
                  <a:pt x="232756" y="128341"/>
                </a:lnTo>
                <a:lnTo>
                  <a:pt x="231679" y="128664"/>
                </a:lnTo>
                <a:lnTo>
                  <a:pt x="230610" y="128966"/>
                </a:lnTo>
                <a:lnTo>
                  <a:pt x="229533" y="129253"/>
                </a:lnTo>
                <a:lnTo>
                  <a:pt x="228995" y="129389"/>
                </a:lnTo>
                <a:lnTo>
                  <a:pt x="228449" y="129533"/>
                </a:lnTo>
                <a:lnTo>
                  <a:pt x="227904" y="129662"/>
                </a:lnTo>
                <a:lnTo>
                  <a:pt x="227366" y="129784"/>
                </a:lnTo>
                <a:lnTo>
                  <a:pt x="226813" y="129913"/>
                </a:lnTo>
                <a:lnTo>
                  <a:pt x="226253" y="130035"/>
                </a:lnTo>
                <a:lnTo>
                  <a:pt x="225708" y="130150"/>
                </a:lnTo>
                <a:lnTo>
                  <a:pt x="225148" y="130265"/>
                </a:lnTo>
                <a:lnTo>
                  <a:pt x="224581" y="130372"/>
                </a:lnTo>
                <a:lnTo>
                  <a:pt x="224007" y="130466"/>
                </a:lnTo>
                <a:lnTo>
                  <a:pt x="223440" y="130566"/>
                </a:lnTo>
                <a:lnTo>
                  <a:pt x="222858" y="130667"/>
                </a:lnTo>
                <a:lnTo>
                  <a:pt x="222277" y="130753"/>
                </a:lnTo>
                <a:lnTo>
                  <a:pt x="221681" y="130839"/>
                </a:lnTo>
                <a:lnTo>
                  <a:pt x="221086" y="130911"/>
                </a:lnTo>
                <a:lnTo>
                  <a:pt x="220483" y="130983"/>
                </a:lnTo>
                <a:lnTo>
                  <a:pt x="220059" y="131033"/>
                </a:lnTo>
                <a:lnTo>
                  <a:pt x="219622" y="131083"/>
                </a:lnTo>
                <a:lnTo>
                  <a:pt x="219191" y="131133"/>
                </a:lnTo>
                <a:lnTo>
                  <a:pt x="218760" y="131176"/>
                </a:lnTo>
                <a:lnTo>
                  <a:pt x="218323" y="131219"/>
                </a:lnTo>
                <a:lnTo>
                  <a:pt x="217892" y="131248"/>
                </a:lnTo>
                <a:lnTo>
                  <a:pt x="217454" y="131284"/>
                </a:lnTo>
                <a:lnTo>
                  <a:pt x="217016" y="131313"/>
                </a:lnTo>
                <a:lnTo>
                  <a:pt x="216571" y="131341"/>
                </a:lnTo>
                <a:lnTo>
                  <a:pt x="216141" y="131363"/>
                </a:lnTo>
                <a:lnTo>
                  <a:pt x="215703" y="131377"/>
                </a:lnTo>
                <a:lnTo>
                  <a:pt x="215258" y="131399"/>
                </a:lnTo>
                <a:lnTo>
                  <a:pt x="214827" y="131406"/>
                </a:lnTo>
                <a:lnTo>
                  <a:pt x="214390" y="131413"/>
                </a:lnTo>
                <a:lnTo>
                  <a:pt x="213952" y="131413"/>
                </a:lnTo>
                <a:lnTo>
                  <a:pt x="213528" y="131406"/>
                </a:lnTo>
                <a:lnTo>
                  <a:pt x="213306" y="131406"/>
                </a:lnTo>
                <a:lnTo>
                  <a:pt x="213098" y="131399"/>
                </a:lnTo>
                <a:lnTo>
                  <a:pt x="212890" y="131377"/>
                </a:lnTo>
                <a:lnTo>
                  <a:pt x="212681" y="131363"/>
                </a:lnTo>
                <a:lnTo>
                  <a:pt x="212488" y="131341"/>
                </a:lnTo>
                <a:lnTo>
                  <a:pt x="212287" y="131313"/>
                </a:lnTo>
                <a:lnTo>
                  <a:pt x="212093" y="131284"/>
                </a:lnTo>
                <a:lnTo>
                  <a:pt x="211899" y="131248"/>
                </a:lnTo>
                <a:lnTo>
                  <a:pt x="211526" y="131176"/>
                </a:lnTo>
                <a:lnTo>
                  <a:pt x="211160" y="131083"/>
                </a:lnTo>
                <a:lnTo>
                  <a:pt x="210808" y="130975"/>
                </a:lnTo>
                <a:lnTo>
                  <a:pt x="210464" y="130853"/>
                </a:lnTo>
                <a:lnTo>
                  <a:pt x="210134" y="130724"/>
                </a:lnTo>
                <a:lnTo>
                  <a:pt x="209818" y="130581"/>
                </a:lnTo>
                <a:lnTo>
                  <a:pt x="209502" y="130437"/>
                </a:lnTo>
                <a:lnTo>
                  <a:pt x="209201" y="130272"/>
                </a:lnTo>
                <a:lnTo>
                  <a:pt x="208906" y="130100"/>
                </a:lnTo>
                <a:lnTo>
                  <a:pt x="208612" y="129920"/>
                </a:lnTo>
                <a:lnTo>
                  <a:pt x="208332" y="129727"/>
                </a:lnTo>
                <a:lnTo>
                  <a:pt x="208052" y="129533"/>
                </a:lnTo>
                <a:lnTo>
                  <a:pt x="207815" y="129353"/>
                </a:lnTo>
                <a:lnTo>
                  <a:pt x="207579" y="129174"/>
                </a:lnTo>
                <a:lnTo>
                  <a:pt x="207363" y="128973"/>
                </a:lnTo>
                <a:lnTo>
                  <a:pt x="207134" y="128779"/>
                </a:lnTo>
                <a:lnTo>
                  <a:pt x="206911" y="128571"/>
                </a:lnTo>
                <a:lnTo>
                  <a:pt x="206696" y="128356"/>
                </a:lnTo>
                <a:lnTo>
                  <a:pt x="206480" y="128133"/>
                </a:lnTo>
                <a:lnTo>
                  <a:pt x="206265" y="127911"/>
                </a:lnTo>
                <a:lnTo>
                  <a:pt x="206064" y="127674"/>
                </a:lnTo>
                <a:lnTo>
                  <a:pt x="205856" y="127437"/>
                </a:lnTo>
                <a:lnTo>
                  <a:pt x="205662" y="127193"/>
                </a:lnTo>
                <a:lnTo>
                  <a:pt x="205461" y="126942"/>
                </a:lnTo>
                <a:lnTo>
                  <a:pt x="205268" y="126683"/>
                </a:lnTo>
                <a:lnTo>
                  <a:pt x="205074" y="126418"/>
                </a:lnTo>
                <a:lnTo>
                  <a:pt x="204887" y="126145"/>
                </a:lnTo>
                <a:lnTo>
                  <a:pt x="204701" y="125872"/>
                </a:lnTo>
                <a:lnTo>
                  <a:pt x="204521" y="125593"/>
                </a:lnTo>
                <a:lnTo>
                  <a:pt x="204342" y="125305"/>
                </a:lnTo>
                <a:lnTo>
                  <a:pt x="204162" y="125004"/>
                </a:lnTo>
                <a:lnTo>
                  <a:pt x="203990" y="124710"/>
                </a:lnTo>
                <a:lnTo>
                  <a:pt x="203818" y="124408"/>
                </a:lnTo>
                <a:lnTo>
                  <a:pt x="203646" y="124093"/>
                </a:lnTo>
                <a:lnTo>
                  <a:pt x="203488" y="123784"/>
                </a:lnTo>
                <a:lnTo>
                  <a:pt x="203323" y="123461"/>
                </a:lnTo>
                <a:lnTo>
                  <a:pt x="203165" y="123131"/>
                </a:lnTo>
                <a:lnTo>
                  <a:pt x="203007" y="122808"/>
                </a:lnTo>
                <a:lnTo>
                  <a:pt x="202849" y="122471"/>
                </a:lnTo>
                <a:lnTo>
                  <a:pt x="202698" y="122133"/>
                </a:lnTo>
                <a:lnTo>
                  <a:pt x="202397" y="121437"/>
                </a:lnTo>
                <a:lnTo>
                  <a:pt x="202110" y="120726"/>
                </a:lnTo>
                <a:lnTo>
                  <a:pt x="201873" y="120109"/>
                </a:lnTo>
                <a:lnTo>
                  <a:pt x="201636" y="119470"/>
                </a:lnTo>
                <a:lnTo>
                  <a:pt x="201399" y="118825"/>
                </a:lnTo>
                <a:lnTo>
                  <a:pt x="201169" y="118143"/>
                </a:lnTo>
                <a:lnTo>
                  <a:pt x="200940" y="117454"/>
                </a:lnTo>
                <a:lnTo>
                  <a:pt x="200717" y="116743"/>
                </a:lnTo>
                <a:lnTo>
                  <a:pt x="200495" y="116018"/>
                </a:lnTo>
                <a:lnTo>
                  <a:pt x="200272" y="115293"/>
                </a:lnTo>
                <a:lnTo>
                  <a:pt x="200057" y="114540"/>
                </a:lnTo>
                <a:lnTo>
                  <a:pt x="199849" y="113786"/>
                </a:lnTo>
                <a:lnTo>
                  <a:pt x="199634" y="113018"/>
                </a:lnTo>
                <a:lnTo>
                  <a:pt x="199425" y="112243"/>
                </a:lnTo>
                <a:lnTo>
                  <a:pt x="199232" y="111461"/>
                </a:lnTo>
                <a:lnTo>
                  <a:pt x="199024" y="110671"/>
                </a:lnTo>
                <a:lnTo>
                  <a:pt x="198837" y="109889"/>
                </a:lnTo>
                <a:lnTo>
                  <a:pt x="198636" y="109092"/>
                </a:lnTo>
                <a:lnTo>
                  <a:pt x="198270" y="107506"/>
                </a:lnTo>
                <a:lnTo>
                  <a:pt x="197925" y="105913"/>
                </a:lnTo>
                <a:lnTo>
                  <a:pt x="197588" y="104341"/>
                </a:lnTo>
                <a:lnTo>
                  <a:pt x="197272" y="102791"/>
                </a:lnTo>
                <a:lnTo>
                  <a:pt x="196978" y="101269"/>
                </a:lnTo>
                <a:lnTo>
                  <a:pt x="196713" y="99798"/>
                </a:lnTo>
                <a:lnTo>
                  <a:pt x="196461" y="98377"/>
                </a:lnTo>
                <a:lnTo>
                  <a:pt x="196232" y="97028"/>
                </a:lnTo>
                <a:lnTo>
                  <a:pt x="196110" y="96217"/>
                </a:lnTo>
                <a:lnTo>
                  <a:pt x="195980" y="95406"/>
                </a:lnTo>
                <a:lnTo>
                  <a:pt x="195858" y="94595"/>
                </a:lnTo>
                <a:lnTo>
                  <a:pt x="195744" y="93777"/>
                </a:lnTo>
                <a:lnTo>
                  <a:pt x="195622" y="92966"/>
                </a:lnTo>
                <a:lnTo>
                  <a:pt x="195521" y="92147"/>
                </a:lnTo>
                <a:lnTo>
                  <a:pt x="195413" y="91329"/>
                </a:lnTo>
                <a:lnTo>
                  <a:pt x="195306" y="90511"/>
                </a:lnTo>
                <a:lnTo>
                  <a:pt x="195205" y="89700"/>
                </a:lnTo>
                <a:lnTo>
                  <a:pt x="195105" y="88875"/>
                </a:lnTo>
                <a:lnTo>
                  <a:pt x="195019" y="88056"/>
                </a:lnTo>
                <a:lnTo>
                  <a:pt x="194925" y="87231"/>
                </a:lnTo>
                <a:lnTo>
                  <a:pt x="194839" y="86413"/>
                </a:lnTo>
                <a:lnTo>
                  <a:pt x="194753" y="85595"/>
                </a:lnTo>
                <a:lnTo>
                  <a:pt x="194674" y="84769"/>
                </a:lnTo>
                <a:lnTo>
                  <a:pt x="194595" y="83951"/>
                </a:lnTo>
                <a:lnTo>
                  <a:pt x="194516" y="83076"/>
                </a:lnTo>
                <a:lnTo>
                  <a:pt x="194445" y="82207"/>
                </a:lnTo>
                <a:lnTo>
                  <a:pt x="194380" y="81339"/>
                </a:lnTo>
                <a:lnTo>
                  <a:pt x="194308" y="80478"/>
                </a:lnTo>
                <a:lnTo>
                  <a:pt x="194251" y="79602"/>
                </a:lnTo>
                <a:lnTo>
                  <a:pt x="194193" y="78741"/>
                </a:lnTo>
                <a:lnTo>
                  <a:pt x="194136" y="77879"/>
                </a:lnTo>
                <a:lnTo>
                  <a:pt x="194093" y="77018"/>
                </a:lnTo>
                <a:lnTo>
                  <a:pt x="194043" y="76157"/>
                </a:lnTo>
                <a:lnTo>
                  <a:pt x="193992" y="75289"/>
                </a:lnTo>
                <a:lnTo>
                  <a:pt x="193942" y="74420"/>
                </a:lnTo>
                <a:lnTo>
                  <a:pt x="193899" y="73559"/>
                </a:lnTo>
                <a:lnTo>
                  <a:pt x="193849" y="72690"/>
                </a:lnTo>
                <a:lnTo>
                  <a:pt x="193799" y="71815"/>
                </a:lnTo>
                <a:lnTo>
                  <a:pt x="193756" y="70946"/>
                </a:lnTo>
                <a:lnTo>
                  <a:pt x="193705" y="70071"/>
                </a:lnTo>
                <a:lnTo>
                  <a:pt x="193677" y="69482"/>
                </a:lnTo>
                <a:lnTo>
                  <a:pt x="193655" y="68894"/>
                </a:lnTo>
                <a:lnTo>
                  <a:pt x="193626" y="68312"/>
                </a:lnTo>
                <a:lnTo>
                  <a:pt x="193619" y="67731"/>
                </a:lnTo>
                <a:lnTo>
                  <a:pt x="193612" y="67135"/>
                </a:lnTo>
                <a:lnTo>
                  <a:pt x="193605" y="66554"/>
                </a:lnTo>
                <a:lnTo>
                  <a:pt x="193605" y="65958"/>
                </a:lnTo>
                <a:lnTo>
                  <a:pt x="193605" y="65377"/>
                </a:lnTo>
                <a:lnTo>
                  <a:pt x="193626" y="64207"/>
                </a:lnTo>
                <a:lnTo>
                  <a:pt x="193662" y="63030"/>
                </a:lnTo>
                <a:lnTo>
                  <a:pt x="193705" y="61860"/>
                </a:lnTo>
                <a:lnTo>
                  <a:pt x="193763" y="60690"/>
                </a:lnTo>
                <a:lnTo>
                  <a:pt x="193827" y="59520"/>
                </a:lnTo>
                <a:lnTo>
                  <a:pt x="193906" y="58351"/>
                </a:lnTo>
                <a:lnTo>
                  <a:pt x="193992" y="57181"/>
                </a:lnTo>
                <a:lnTo>
                  <a:pt x="194071" y="56018"/>
                </a:lnTo>
                <a:lnTo>
                  <a:pt x="194172" y="54855"/>
                </a:lnTo>
                <a:lnTo>
                  <a:pt x="194265" y="53693"/>
                </a:lnTo>
                <a:lnTo>
                  <a:pt x="194358" y="52530"/>
                </a:lnTo>
                <a:lnTo>
                  <a:pt x="194459" y="51375"/>
                </a:lnTo>
                <a:lnTo>
                  <a:pt x="194516" y="50542"/>
                </a:lnTo>
                <a:lnTo>
                  <a:pt x="194588" y="49717"/>
                </a:lnTo>
                <a:lnTo>
                  <a:pt x="194667" y="48884"/>
                </a:lnTo>
                <a:lnTo>
                  <a:pt x="194753" y="48066"/>
                </a:lnTo>
                <a:lnTo>
                  <a:pt x="194847" y="47233"/>
                </a:lnTo>
                <a:lnTo>
                  <a:pt x="194933" y="46415"/>
                </a:lnTo>
                <a:lnTo>
                  <a:pt x="195033" y="45590"/>
                </a:lnTo>
                <a:lnTo>
                  <a:pt x="195141" y="44772"/>
                </a:lnTo>
                <a:lnTo>
                  <a:pt x="195248" y="43953"/>
                </a:lnTo>
                <a:lnTo>
                  <a:pt x="195356" y="43128"/>
                </a:lnTo>
                <a:lnTo>
                  <a:pt x="195464" y="42317"/>
                </a:lnTo>
                <a:lnTo>
                  <a:pt x="195579" y="41492"/>
                </a:lnTo>
                <a:lnTo>
                  <a:pt x="195679" y="40681"/>
                </a:lnTo>
                <a:lnTo>
                  <a:pt x="195787" y="39870"/>
                </a:lnTo>
                <a:lnTo>
                  <a:pt x="195902" y="39059"/>
                </a:lnTo>
                <a:lnTo>
                  <a:pt x="196009" y="38241"/>
                </a:lnTo>
                <a:lnTo>
                  <a:pt x="196088" y="37702"/>
                </a:lnTo>
                <a:lnTo>
                  <a:pt x="196160" y="37157"/>
                </a:lnTo>
                <a:lnTo>
                  <a:pt x="196239" y="36604"/>
                </a:lnTo>
                <a:lnTo>
                  <a:pt x="196332" y="36059"/>
                </a:lnTo>
                <a:lnTo>
                  <a:pt x="196418" y="35499"/>
                </a:lnTo>
                <a:lnTo>
                  <a:pt x="196512" y="34939"/>
                </a:lnTo>
                <a:lnTo>
                  <a:pt x="196612" y="34386"/>
                </a:lnTo>
                <a:lnTo>
                  <a:pt x="196713" y="33834"/>
                </a:lnTo>
                <a:lnTo>
                  <a:pt x="196813" y="33274"/>
                </a:lnTo>
                <a:lnTo>
                  <a:pt x="196913" y="32721"/>
                </a:lnTo>
                <a:lnTo>
                  <a:pt x="197021" y="32176"/>
                </a:lnTo>
                <a:lnTo>
                  <a:pt x="197129" y="31623"/>
                </a:lnTo>
                <a:lnTo>
                  <a:pt x="197236" y="31078"/>
                </a:lnTo>
                <a:lnTo>
                  <a:pt x="197351" y="30547"/>
                </a:lnTo>
                <a:lnTo>
                  <a:pt x="197459" y="30016"/>
                </a:lnTo>
                <a:lnTo>
                  <a:pt x="197574" y="29484"/>
                </a:lnTo>
                <a:lnTo>
                  <a:pt x="197689" y="28946"/>
                </a:lnTo>
                <a:lnTo>
                  <a:pt x="197803" y="28422"/>
                </a:lnTo>
                <a:lnTo>
                  <a:pt x="197918" y="27891"/>
                </a:lnTo>
                <a:lnTo>
                  <a:pt x="198033" y="27367"/>
                </a:lnTo>
                <a:lnTo>
                  <a:pt x="198148" y="26843"/>
                </a:lnTo>
                <a:lnTo>
                  <a:pt x="198263" y="26319"/>
                </a:lnTo>
                <a:lnTo>
                  <a:pt x="198385" y="25788"/>
                </a:lnTo>
                <a:lnTo>
                  <a:pt x="198507" y="25257"/>
                </a:lnTo>
                <a:lnTo>
                  <a:pt x="198600" y="24841"/>
                </a:lnTo>
                <a:lnTo>
                  <a:pt x="198715" y="24331"/>
                </a:lnTo>
                <a:lnTo>
                  <a:pt x="198844" y="23757"/>
                </a:lnTo>
                <a:lnTo>
                  <a:pt x="198980" y="23147"/>
                </a:lnTo>
                <a:lnTo>
                  <a:pt x="199131" y="22551"/>
                </a:lnTo>
                <a:lnTo>
                  <a:pt x="199275" y="22013"/>
                </a:lnTo>
                <a:lnTo>
                  <a:pt x="199346" y="21769"/>
                </a:lnTo>
                <a:lnTo>
                  <a:pt x="199411" y="21554"/>
                </a:lnTo>
                <a:lnTo>
                  <a:pt x="199476" y="21367"/>
                </a:lnTo>
                <a:lnTo>
                  <a:pt x="199540" y="21209"/>
                </a:lnTo>
                <a:lnTo>
                  <a:pt x="199605" y="20858"/>
                </a:lnTo>
                <a:lnTo>
                  <a:pt x="199698" y="20470"/>
                </a:lnTo>
                <a:lnTo>
                  <a:pt x="199806" y="20075"/>
                </a:lnTo>
                <a:lnTo>
                  <a:pt x="199921" y="19666"/>
                </a:lnTo>
                <a:lnTo>
                  <a:pt x="200035" y="19250"/>
                </a:lnTo>
                <a:lnTo>
                  <a:pt x="200158" y="18848"/>
                </a:lnTo>
                <a:lnTo>
                  <a:pt x="200272" y="18468"/>
                </a:lnTo>
                <a:lnTo>
                  <a:pt x="200380" y="18109"/>
                </a:lnTo>
                <a:lnTo>
                  <a:pt x="200495" y="17736"/>
                </a:lnTo>
                <a:lnTo>
                  <a:pt x="200610" y="17355"/>
                </a:lnTo>
                <a:lnTo>
                  <a:pt x="200724" y="16989"/>
                </a:lnTo>
                <a:lnTo>
                  <a:pt x="200839" y="16616"/>
                </a:lnTo>
                <a:lnTo>
                  <a:pt x="200947" y="16250"/>
                </a:lnTo>
                <a:lnTo>
                  <a:pt x="201062" y="15884"/>
                </a:lnTo>
                <a:lnTo>
                  <a:pt x="201177" y="15518"/>
                </a:lnTo>
                <a:lnTo>
                  <a:pt x="201291" y="15145"/>
                </a:lnTo>
                <a:lnTo>
                  <a:pt x="201507" y="14470"/>
                </a:lnTo>
                <a:lnTo>
                  <a:pt x="201736" y="13745"/>
                </a:lnTo>
                <a:lnTo>
                  <a:pt x="201980" y="12977"/>
                </a:lnTo>
                <a:lnTo>
                  <a:pt x="202246" y="12216"/>
                </a:lnTo>
                <a:lnTo>
                  <a:pt x="202375" y="11829"/>
                </a:lnTo>
                <a:lnTo>
                  <a:pt x="202512" y="11456"/>
                </a:lnTo>
                <a:lnTo>
                  <a:pt x="202655" y="11090"/>
                </a:lnTo>
                <a:lnTo>
                  <a:pt x="202791" y="10738"/>
                </a:lnTo>
                <a:lnTo>
                  <a:pt x="202935" y="10401"/>
                </a:lnTo>
                <a:lnTo>
                  <a:pt x="203079" y="10078"/>
                </a:lnTo>
                <a:lnTo>
                  <a:pt x="203222" y="9776"/>
                </a:lnTo>
                <a:lnTo>
                  <a:pt x="203358" y="9496"/>
                </a:lnTo>
                <a:lnTo>
                  <a:pt x="203416" y="9338"/>
                </a:lnTo>
                <a:lnTo>
                  <a:pt x="203488" y="9166"/>
                </a:lnTo>
                <a:lnTo>
                  <a:pt x="203559" y="8987"/>
                </a:lnTo>
                <a:lnTo>
                  <a:pt x="203638" y="8800"/>
                </a:lnTo>
                <a:lnTo>
                  <a:pt x="203832" y="8398"/>
                </a:lnTo>
                <a:lnTo>
                  <a:pt x="204040" y="7975"/>
                </a:lnTo>
                <a:lnTo>
                  <a:pt x="204284" y="7544"/>
                </a:lnTo>
                <a:lnTo>
                  <a:pt x="204543" y="7092"/>
                </a:lnTo>
                <a:lnTo>
                  <a:pt x="204808" y="6647"/>
                </a:lnTo>
                <a:lnTo>
                  <a:pt x="205088" y="6195"/>
                </a:lnTo>
                <a:lnTo>
                  <a:pt x="205368" y="5757"/>
                </a:lnTo>
                <a:lnTo>
                  <a:pt x="205655" y="5341"/>
                </a:lnTo>
                <a:lnTo>
                  <a:pt x="205928" y="4946"/>
                </a:lnTo>
                <a:lnTo>
                  <a:pt x="206193" y="4573"/>
                </a:lnTo>
                <a:lnTo>
                  <a:pt x="206452" y="4250"/>
                </a:lnTo>
                <a:lnTo>
                  <a:pt x="206689" y="3949"/>
                </a:lnTo>
                <a:lnTo>
                  <a:pt x="206796" y="3826"/>
                </a:lnTo>
                <a:lnTo>
                  <a:pt x="206904" y="3712"/>
                </a:lnTo>
                <a:lnTo>
                  <a:pt x="206997" y="3618"/>
                </a:lnTo>
                <a:lnTo>
                  <a:pt x="207083" y="3525"/>
                </a:lnTo>
                <a:lnTo>
                  <a:pt x="207435" y="3202"/>
                </a:lnTo>
                <a:lnTo>
                  <a:pt x="207729" y="2908"/>
                </a:lnTo>
                <a:lnTo>
                  <a:pt x="208009" y="2635"/>
                </a:lnTo>
                <a:lnTo>
                  <a:pt x="208289" y="2384"/>
                </a:lnTo>
                <a:lnTo>
                  <a:pt x="208425" y="2262"/>
                </a:lnTo>
                <a:lnTo>
                  <a:pt x="208576" y="2140"/>
                </a:lnTo>
                <a:lnTo>
                  <a:pt x="208734" y="2011"/>
                </a:lnTo>
                <a:lnTo>
                  <a:pt x="208906" y="1882"/>
                </a:lnTo>
                <a:lnTo>
                  <a:pt x="209093" y="1752"/>
                </a:lnTo>
                <a:lnTo>
                  <a:pt x="209301" y="1609"/>
                </a:lnTo>
                <a:lnTo>
                  <a:pt x="209524" y="1472"/>
                </a:lnTo>
                <a:lnTo>
                  <a:pt x="209768" y="1322"/>
                </a:lnTo>
                <a:lnTo>
                  <a:pt x="209954" y="1214"/>
                </a:lnTo>
                <a:lnTo>
                  <a:pt x="210155" y="1099"/>
                </a:lnTo>
                <a:lnTo>
                  <a:pt x="210349" y="992"/>
                </a:lnTo>
                <a:lnTo>
                  <a:pt x="210564" y="898"/>
                </a:lnTo>
                <a:lnTo>
                  <a:pt x="210780" y="798"/>
                </a:lnTo>
                <a:lnTo>
                  <a:pt x="210995" y="697"/>
                </a:lnTo>
                <a:lnTo>
                  <a:pt x="211217" y="611"/>
                </a:lnTo>
                <a:lnTo>
                  <a:pt x="211447" y="525"/>
                </a:lnTo>
                <a:lnTo>
                  <a:pt x="211677" y="453"/>
                </a:lnTo>
                <a:lnTo>
                  <a:pt x="211921" y="382"/>
                </a:lnTo>
                <a:lnTo>
                  <a:pt x="212165" y="310"/>
                </a:lnTo>
                <a:lnTo>
                  <a:pt x="212409" y="252"/>
                </a:lnTo>
                <a:lnTo>
                  <a:pt x="212660" y="209"/>
                </a:lnTo>
                <a:lnTo>
                  <a:pt x="212904" y="173"/>
                </a:lnTo>
                <a:lnTo>
                  <a:pt x="213155" y="137"/>
                </a:lnTo>
                <a:lnTo>
                  <a:pt x="213421" y="123"/>
                </a:lnTo>
                <a:lnTo>
                  <a:pt x="213557" y="80"/>
                </a:lnTo>
                <a:lnTo>
                  <a:pt x="213744" y="51"/>
                </a:lnTo>
                <a:lnTo>
                  <a:pt x="213945" y="23"/>
                </a:lnTo>
                <a:lnTo>
                  <a:pt x="214196" y="8"/>
                </a:lnTo>
                <a:close/>
                <a:moveTo>
                  <a:pt x="20871" y="0"/>
                </a:moveTo>
                <a:lnTo>
                  <a:pt x="21165" y="0"/>
                </a:lnTo>
                <a:lnTo>
                  <a:pt x="21488" y="7"/>
                </a:lnTo>
                <a:lnTo>
                  <a:pt x="21840" y="14"/>
                </a:lnTo>
                <a:lnTo>
                  <a:pt x="22593" y="58"/>
                </a:lnTo>
                <a:lnTo>
                  <a:pt x="23411" y="122"/>
                </a:lnTo>
                <a:lnTo>
                  <a:pt x="24265" y="194"/>
                </a:lnTo>
                <a:lnTo>
                  <a:pt x="25148" y="287"/>
                </a:lnTo>
                <a:lnTo>
                  <a:pt x="26031" y="388"/>
                </a:lnTo>
                <a:lnTo>
                  <a:pt x="26907" y="495"/>
                </a:lnTo>
                <a:lnTo>
                  <a:pt x="27739" y="603"/>
                </a:lnTo>
                <a:lnTo>
                  <a:pt x="28529" y="703"/>
                </a:lnTo>
                <a:lnTo>
                  <a:pt x="29246" y="804"/>
                </a:lnTo>
                <a:lnTo>
                  <a:pt x="29871" y="897"/>
                </a:lnTo>
                <a:lnTo>
                  <a:pt x="30387" y="976"/>
                </a:lnTo>
                <a:lnTo>
                  <a:pt x="30768" y="1048"/>
                </a:lnTo>
                <a:lnTo>
                  <a:pt x="31579" y="1206"/>
                </a:lnTo>
                <a:lnTo>
                  <a:pt x="32375" y="1371"/>
                </a:lnTo>
                <a:lnTo>
                  <a:pt x="33179" y="1543"/>
                </a:lnTo>
                <a:lnTo>
                  <a:pt x="33983" y="1723"/>
                </a:lnTo>
                <a:lnTo>
                  <a:pt x="34780" y="1916"/>
                </a:lnTo>
                <a:lnTo>
                  <a:pt x="35584" y="2117"/>
                </a:lnTo>
                <a:lnTo>
                  <a:pt x="36380" y="2325"/>
                </a:lnTo>
                <a:lnTo>
                  <a:pt x="37184" y="2548"/>
                </a:lnTo>
                <a:lnTo>
                  <a:pt x="37981" y="2770"/>
                </a:lnTo>
                <a:lnTo>
                  <a:pt x="38785" y="3000"/>
                </a:lnTo>
                <a:lnTo>
                  <a:pt x="39581" y="3237"/>
                </a:lnTo>
                <a:lnTo>
                  <a:pt x="40378" y="3481"/>
                </a:lnTo>
                <a:lnTo>
                  <a:pt x="41174" y="3739"/>
                </a:lnTo>
                <a:lnTo>
                  <a:pt x="41971" y="3991"/>
                </a:lnTo>
                <a:lnTo>
                  <a:pt x="42768" y="4256"/>
                </a:lnTo>
                <a:lnTo>
                  <a:pt x="43564" y="4529"/>
                </a:lnTo>
                <a:lnTo>
                  <a:pt x="44354" y="4794"/>
                </a:lnTo>
                <a:lnTo>
                  <a:pt x="45143" y="5074"/>
                </a:lnTo>
                <a:lnTo>
                  <a:pt x="45933" y="5361"/>
                </a:lnTo>
                <a:lnTo>
                  <a:pt x="46708" y="5648"/>
                </a:lnTo>
                <a:lnTo>
                  <a:pt x="47497" y="5936"/>
                </a:lnTo>
                <a:lnTo>
                  <a:pt x="48280" y="6237"/>
                </a:lnTo>
                <a:lnTo>
                  <a:pt x="49062" y="6538"/>
                </a:lnTo>
                <a:lnTo>
                  <a:pt x="49830" y="6840"/>
                </a:lnTo>
                <a:lnTo>
                  <a:pt x="51373" y="7450"/>
                </a:lnTo>
                <a:lnTo>
                  <a:pt x="52902" y="8074"/>
                </a:lnTo>
                <a:lnTo>
                  <a:pt x="54423" y="8706"/>
                </a:lnTo>
                <a:lnTo>
                  <a:pt x="55916" y="9337"/>
                </a:lnTo>
                <a:lnTo>
                  <a:pt x="56160" y="9438"/>
                </a:lnTo>
                <a:lnTo>
                  <a:pt x="56426" y="9546"/>
                </a:lnTo>
                <a:lnTo>
                  <a:pt x="56706" y="9653"/>
                </a:lnTo>
                <a:lnTo>
                  <a:pt x="56985" y="9761"/>
                </a:lnTo>
                <a:lnTo>
                  <a:pt x="57258" y="9876"/>
                </a:lnTo>
                <a:lnTo>
                  <a:pt x="57517" y="9991"/>
                </a:lnTo>
                <a:lnTo>
                  <a:pt x="57753" y="10113"/>
                </a:lnTo>
                <a:lnTo>
                  <a:pt x="57976" y="10235"/>
                </a:lnTo>
                <a:lnTo>
                  <a:pt x="58148" y="10285"/>
                </a:lnTo>
                <a:lnTo>
                  <a:pt x="58342" y="10349"/>
                </a:lnTo>
                <a:lnTo>
                  <a:pt x="58536" y="10414"/>
                </a:lnTo>
                <a:lnTo>
                  <a:pt x="58737" y="10486"/>
                </a:lnTo>
                <a:lnTo>
                  <a:pt x="59153" y="10658"/>
                </a:lnTo>
                <a:lnTo>
                  <a:pt x="59569" y="10845"/>
                </a:lnTo>
                <a:lnTo>
                  <a:pt x="60000" y="11031"/>
                </a:lnTo>
                <a:lnTo>
                  <a:pt x="60409" y="11211"/>
                </a:lnTo>
                <a:lnTo>
                  <a:pt x="60804" y="11390"/>
                </a:lnTo>
                <a:lnTo>
                  <a:pt x="61170" y="11541"/>
                </a:lnTo>
                <a:lnTo>
                  <a:pt x="61722" y="11771"/>
                </a:lnTo>
                <a:lnTo>
                  <a:pt x="62289" y="12007"/>
                </a:lnTo>
                <a:lnTo>
                  <a:pt x="62863" y="12251"/>
                </a:lnTo>
                <a:lnTo>
                  <a:pt x="63445" y="12510"/>
                </a:lnTo>
                <a:lnTo>
                  <a:pt x="64041" y="12775"/>
                </a:lnTo>
                <a:lnTo>
                  <a:pt x="64636" y="13034"/>
                </a:lnTo>
                <a:lnTo>
                  <a:pt x="65246" y="13314"/>
                </a:lnTo>
                <a:lnTo>
                  <a:pt x="65842" y="13586"/>
                </a:lnTo>
                <a:lnTo>
                  <a:pt x="66445" y="13866"/>
                </a:lnTo>
                <a:lnTo>
                  <a:pt x="67033" y="14146"/>
                </a:lnTo>
                <a:lnTo>
                  <a:pt x="67629" y="14426"/>
                </a:lnTo>
                <a:lnTo>
                  <a:pt x="68210" y="14692"/>
                </a:lnTo>
                <a:lnTo>
                  <a:pt x="68777" y="14971"/>
                </a:lnTo>
                <a:lnTo>
                  <a:pt x="69330" y="15244"/>
                </a:lnTo>
                <a:lnTo>
                  <a:pt x="69868" y="15517"/>
                </a:lnTo>
                <a:lnTo>
                  <a:pt x="70385" y="15775"/>
                </a:lnTo>
                <a:lnTo>
                  <a:pt x="71131" y="16156"/>
                </a:lnTo>
                <a:lnTo>
                  <a:pt x="71878" y="16543"/>
                </a:lnTo>
                <a:lnTo>
                  <a:pt x="72631" y="16931"/>
                </a:lnTo>
                <a:lnTo>
                  <a:pt x="73371" y="17318"/>
                </a:lnTo>
                <a:lnTo>
                  <a:pt x="74110" y="17713"/>
                </a:lnTo>
                <a:lnTo>
                  <a:pt x="74835" y="18108"/>
                </a:lnTo>
                <a:lnTo>
                  <a:pt x="75567" y="18510"/>
                </a:lnTo>
                <a:lnTo>
                  <a:pt x="76299" y="18912"/>
                </a:lnTo>
                <a:lnTo>
                  <a:pt x="77024" y="19321"/>
                </a:lnTo>
                <a:lnTo>
                  <a:pt x="77734" y="19730"/>
                </a:lnTo>
                <a:lnTo>
                  <a:pt x="78445" y="20139"/>
                </a:lnTo>
                <a:lnTo>
                  <a:pt x="79148" y="20548"/>
                </a:lnTo>
                <a:lnTo>
                  <a:pt x="79844" y="20957"/>
                </a:lnTo>
                <a:lnTo>
                  <a:pt x="80540" y="21381"/>
                </a:lnTo>
                <a:lnTo>
                  <a:pt x="81229" y="21797"/>
                </a:lnTo>
                <a:lnTo>
                  <a:pt x="81897" y="22227"/>
                </a:lnTo>
                <a:lnTo>
                  <a:pt x="82600" y="22665"/>
                </a:lnTo>
                <a:lnTo>
                  <a:pt x="83296" y="23103"/>
                </a:lnTo>
                <a:lnTo>
                  <a:pt x="83985" y="23541"/>
                </a:lnTo>
                <a:lnTo>
                  <a:pt x="84674" y="23972"/>
                </a:lnTo>
                <a:lnTo>
                  <a:pt x="85356" y="24416"/>
                </a:lnTo>
                <a:lnTo>
                  <a:pt x="86038" y="24854"/>
                </a:lnTo>
                <a:lnTo>
                  <a:pt x="86720" y="25299"/>
                </a:lnTo>
                <a:lnTo>
                  <a:pt x="87395" y="25759"/>
                </a:lnTo>
                <a:lnTo>
                  <a:pt x="88105" y="26232"/>
                </a:lnTo>
                <a:lnTo>
                  <a:pt x="88801" y="26713"/>
                </a:lnTo>
                <a:lnTo>
                  <a:pt x="89483" y="27180"/>
                </a:lnTo>
                <a:lnTo>
                  <a:pt x="90136" y="27646"/>
                </a:lnTo>
                <a:lnTo>
                  <a:pt x="90789" y="28105"/>
                </a:lnTo>
                <a:lnTo>
                  <a:pt x="91421" y="28565"/>
                </a:lnTo>
                <a:lnTo>
                  <a:pt x="92052" y="29017"/>
                </a:lnTo>
                <a:lnTo>
                  <a:pt x="92677" y="29476"/>
                </a:lnTo>
                <a:lnTo>
                  <a:pt x="93294" y="29928"/>
                </a:lnTo>
                <a:lnTo>
                  <a:pt x="93911" y="30388"/>
                </a:lnTo>
                <a:lnTo>
                  <a:pt x="94536" y="30854"/>
                </a:lnTo>
                <a:lnTo>
                  <a:pt x="95160" y="31321"/>
                </a:lnTo>
                <a:lnTo>
                  <a:pt x="95799" y="31795"/>
                </a:lnTo>
                <a:lnTo>
                  <a:pt x="96438" y="32268"/>
                </a:lnTo>
                <a:lnTo>
                  <a:pt x="97091" y="32763"/>
                </a:lnTo>
                <a:lnTo>
                  <a:pt x="97765" y="33259"/>
                </a:lnTo>
                <a:lnTo>
                  <a:pt x="98390" y="33732"/>
                </a:lnTo>
                <a:lnTo>
                  <a:pt x="99021" y="34228"/>
                </a:lnTo>
                <a:lnTo>
                  <a:pt x="99653" y="34737"/>
                </a:lnTo>
                <a:lnTo>
                  <a:pt x="100277" y="35247"/>
                </a:lnTo>
                <a:lnTo>
                  <a:pt x="100895" y="35749"/>
                </a:lnTo>
                <a:lnTo>
                  <a:pt x="101512" y="36259"/>
                </a:lnTo>
                <a:lnTo>
                  <a:pt x="102129" y="36754"/>
                </a:lnTo>
                <a:lnTo>
                  <a:pt x="102725" y="37220"/>
                </a:lnTo>
                <a:lnTo>
                  <a:pt x="114682" y="47742"/>
                </a:lnTo>
                <a:lnTo>
                  <a:pt x="114911" y="47964"/>
                </a:lnTo>
                <a:lnTo>
                  <a:pt x="115134" y="48194"/>
                </a:lnTo>
                <a:lnTo>
                  <a:pt x="115342" y="48424"/>
                </a:lnTo>
                <a:lnTo>
                  <a:pt x="115543" y="48653"/>
                </a:lnTo>
                <a:lnTo>
                  <a:pt x="115744" y="48883"/>
                </a:lnTo>
                <a:lnTo>
                  <a:pt x="115930" y="49106"/>
                </a:lnTo>
                <a:lnTo>
                  <a:pt x="116117" y="49321"/>
                </a:lnTo>
                <a:lnTo>
                  <a:pt x="116318" y="49515"/>
                </a:lnTo>
                <a:lnTo>
                  <a:pt x="116892" y="50082"/>
                </a:lnTo>
                <a:lnTo>
                  <a:pt x="117509" y="50706"/>
                </a:lnTo>
                <a:lnTo>
                  <a:pt x="118148" y="51366"/>
                </a:lnTo>
                <a:lnTo>
                  <a:pt x="118787" y="52055"/>
                </a:lnTo>
                <a:lnTo>
                  <a:pt x="119433" y="52752"/>
                </a:lnTo>
                <a:lnTo>
                  <a:pt x="120036" y="53441"/>
                </a:lnTo>
                <a:lnTo>
                  <a:pt x="120330" y="53778"/>
                </a:lnTo>
                <a:lnTo>
                  <a:pt x="120610" y="54115"/>
                </a:lnTo>
                <a:lnTo>
                  <a:pt x="120883" y="54438"/>
                </a:lnTo>
                <a:lnTo>
                  <a:pt x="121127" y="54740"/>
                </a:lnTo>
                <a:lnTo>
                  <a:pt x="121708" y="55457"/>
                </a:lnTo>
                <a:lnTo>
                  <a:pt x="122218" y="56096"/>
                </a:lnTo>
                <a:lnTo>
                  <a:pt x="122454" y="56397"/>
                </a:lnTo>
                <a:lnTo>
                  <a:pt x="122677" y="56699"/>
                </a:lnTo>
                <a:lnTo>
                  <a:pt x="122892" y="56993"/>
                </a:lnTo>
                <a:lnTo>
                  <a:pt x="123107" y="57280"/>
                </a:lnTo>
                <a:lnTo>
                  <a:pt x="123316" y="57582"/>
                </a:lnTo>
                <a:lnTo>
                  <a:pt x="123517" y="57890"/>
                </a:lnTo>
                <a:lnTo>
                  <a:pt x="123725" y="58199"/>
                </a:lnTo>
                <a:lnTo>
                  <a:pt x="123933" y="58529"/>
                </a:lnTo>
                <a:lnTo>
                  <a:pt x="124141" y="58874"/>
                </a:lnTo>
                <a:lnTo>
                  <a:pt x="124363" y="59240"/>
                </a:lnTo>
                <a:lnTo>
                  <a:pt x="124593" y="59642"/>
                </a:lnTo>
                <a:lnTo>
                  <a:pt x="124837" y="60065"/>
                </a:lnTo>
                <a:lnTo>
                  <a:pt x="124988" y="60345"/>
                </a:lnTo>
                <a:lnTo>
                  <a:pt x="125146" y="60682"/>
                </a:lnTo>
                <a:lnTo>
                  <a:pt x="125325" y="61048"/>
                </a:lnTo>
                <a:lnTo>
                  <a:pt x="125505" y="61457"/>
                </a:lnTo>
                <a:lnTo>
                  <a:pt x="125691" y="61895"/>
                </a:lnTo>
                <a:lnTo>
                  <a:pt x="125878" y="62362"/>
                </a:lnTo>
                <a:lnTo>
                  <a:pt x="126050" y="62850"/>
                </a:lnTo>
                <a:lnTo>
                  <a:pt x="126222" y="63338"/>
                </a:lnTo>
                <a:lnTo>
                  <a:pt x="126380" y="63840"/>
                </a:lnTo>
                <a:lnTo>
                  <a:pt x="126524" y="64342"/>
                </a:lnTo>
                <a:lnTo>
                  <a:pt x="126581" y="64587"/>
                </a:lnTo>
                <a:lnTo>
                  <a:pt x="126639" y="64838"/>
                </a:lnTo>
                <a:lnTo>
                  <a:pt x="126696" y="65082"/>
                </a:lnTo>
                <a:lnTo>
                  <a:pt x="126739" y="65319"/>
                </a:lnTo>
                <a:lnTo>
                  <a:pt x="126782" y="65548"/>
                </a:lnTo>
                <a:lnTo>
                  <a:pt x="126811" y="65778"/>
                </a:lnTo>
                <a:lnTo>
                  <a:pt x="126832" y="66000"/>
                </a:lnTo>
                <a:lnTo>
                  <a:pt x="126847" y="66216"/>
                </a:lnTo>
                <a:lnTo>
                  <a:pt x="126854" y="66424"/>
                </a:lnTo>
                <a:lnTo>
                  <a:pt x="126854" y="66625"/>
                </a:lnTo>
                <a:lnTo>
                  <a:pt x="126840" y="66811"/>
                </a:lnTo>
                <a:lnTo>
                  <a:pt x="126811" y="66991"/>
                </a:lnTo>
                <a:lnTo>
                  <a:pt x="126739" y="67400"/>
                </a:lnTo>
                <a:lnTo>
                  <a:pt x="126660" y="67795"/>
                </a:lnTo>
                <a:lnTo>
                  <a:pt x="126574" y="68189"/>
                </a:lnTo>
                <a:lnTo>
                  <a:pt x="126473" y="68563"/>
                </a:lnTo>
                <a:lnTo>
                  <a:pt x="126380" y="68943"/>
                </a:lnTo>
                <a:lnTo>
                  <a:pt x="126273" y="69309"/>
                </a:lnTo>
                <a:lnTo>
                  <a:pt x="126158" y="69675"/>
                </a:lnTo>
                <a:lnTo>
                  <a:pt x="126036" y="70027"/>
                </a:lnTo>
                <a:lnTo>
                  <a:pt x="125907" y="70371"/>
                </a:lnTo>
                <a:lnTo>
                  <a:pt x="125770" y="70716"/>
                </a:lnTo>
                <a:lnTo>
                  <a:pt x="125634" y="71053"/>
                </a:lnTo>
                <a:lnTo>
                  <a:pt x="125490" y="71383"/>
                </a:lnTo>
                <a:lnTo>
                  <a:pt x="125332" y="71713"/>
                </a:lnTo>
                <a:lnTo>
                  <a:pt x="125182" y="72036"/>
                </a:lnTo>
                <a:lnTo>
                  <a:pt x="125017" y="72352"/>
                </a:lnTo>
                <a:lnTo>
                  <a:pt x="124851" y="72668"/>
                </a:lnTo>
                <a:lnTo>
                  <a:pt x="124679" y="72984"/>
                </a:lnTo>
                <a:lnTo>
                  <a:pt x="124500" y="73285"/>
                </a:lnTo>
                <a:lnTo>
                  <a:pt x="124313" y="73594"/>
                </a:lnTo>
                <a:lnTo>
                  <a:pt x="124127" y="73895"/>
                </a:lnTo>
                <a:lnTo>
                  <a:pt x="123940" y="74189"/>
                </a:lnTo>
                <a:lnTo>
                  <a:pt x="123739" y="74491"/>
                </a:lnTo>
                <a:lnTo>
                  <a:pt x="123545" y="74792"/>
                </a:lnTo>
                <a:lnTo>
                  <a:pt x="123337" y="75087"/>
                </a:lnTo>
                <a:lnTo>
                  <a:pt x="122928" y="75668"/>
                </a:lnTo>
                <a:lnTo>
                  <a:pt x="122490" y="76264"/>
                </a:lnTo>
                <a:lnTo>
                  <a:pt x="122052" y="76845"/>
                </a:lnTo>
                <a:lnTo>
                  <a:pt x="121600" y="77433"/>
                </a:lnTo>
                <a:lnTo>
                  <a:pt x="121349" y="77749"/>
                </a:lnTo>
                <a:lnTo>
                  <a:pt x="121105" y="78051"/>
                </a:lnTo>
                <a:lnTo>
                  <a:pt x="120976" y="78201"/>
                </a:lnTo>
                <a:lnTo>
                  <a:pt x="120840" y="78338"/>
                </a:lnTo>
                <a:lnTo>
                  <a:pt x="120703" y="78481"/>
                </a:lnTo>
                <a:lnTo>
                  <a:pt x="120552" y="78610"/>
                </a:lnTo>
                <a:lnTo>
                  <a:pt x="120473" y="78725"/>
                </a:lnTo>
                <a:lnTo>
                  <a:pt x="120294" y="78926"/>
                </a:lnTo>
                <a:lnTo>
                  <a:pt x="120043" y="79206"/>
                </a:lnTo>
                <a:lnTo>
                  <a:pt x="119720" y="79551"/>
                </a:lnTo>
                <a:lnTo>
                  <a:pt x="119347" y="79953"/>
                </a:lnTo>
                <a:lnTo>
                  <a:pt x="118930" y="80398"/>
                </a:lnTo>
                <a:lnTo>
                  <a:pt x="118478" y="80871"/>
                </a:lnTo>
                <a:lnTo>
                  <a:pt x="118012" y="81352"/>
                </a:lnTo>
                <a:lnTo>
                  <a:pt x="117538" y="81840"/>
                </a:lnTo>
                <a:lnTo>
                  <a:pt x="117064" y="82321"/>
                </a:lnTo>
                <a:lnTo>
                  <a:pt x="116612" y="82788"/>
                </a:lnTo>
                <a:lnTo>
                  <a:pt x="116196" y="83218"/>
                </a:lnTo>
                <a:lnTo>
                  <a:pt x="115808" y="83606"/>
                </a:lnTo>
                <a:lnTo>
                  <a:pt x="115471" y="83943"/>
                </a:lnTo>
                <a:lnTo>
                  <a:pt x="115206" y="84209"/>
                </a:lnTo>
                <a:lnTo>
                  <a:pt x="115012" y="84388"/>
                </a:lnTo>
                <a:lnTo>
                  <a:pt x="114775" y="84618"/>
                </a:lnTo>
                <a:lnTo>
                  <a:pt x="114538" y="84855"/>
                </a:lnTo>
                <a:lnTo>
                  <a:pt x="114308" y="85070"/>
                </a:lnTo>
                <a:lnTo>
                  <a:pt x="114079" y="85292"/>
                </a:lnTo>
                <a:lnTo>
                  <a:pt x="113849" y="85515"/>
                </a:lnTo>
                <a:lnTo>
                  <a:pt x="113612" y="85744"/>
                </a:lnTo>
                <a:lnTo>
                  <a:pt x="113383" y="85974"/>
                </a:lnTo>
                <a:lnTo>
                  <a:pt x="113146" y="86218"/>
                </a:lnTo>
                <a:lnTo>
                  <a:pt x="111639" y="87560"/>
                </a:lnTo>
                <a:lnTo>
                  <a:pt x="111488" y="87704"/>
                </a:lnTo>
                <a:lnTo>
                  <a:pt x="111387" y="87797"/>
                </a:lnTo>
                <a:lnTo>
                  <a:pt x="111301" y="87883"/>
                </a:lnTo>
                <a:lnTo>
                  <a:pt x="111151" y="87998"/>
                </a:lnTo>
                <a:lnTo>
                  <a:pt x="110892" y="88213"/>
                </a:lnTo>
                <a:lnTo>
                  <a:pt x="110562" y="88479"/>
                </a:lnTo>
                <a:lnTo>
                  <a:pt x="110196" y="88795"/>
                </a:lnTo>
                <a:lnTo>
                  <a:pt x="109794" y="89146"/>
                </a:lnTo>
                <a:lnTo>
                  <a:pt x="109363" y="89534"/>
                </a:lnTo>
                <a:lnTo>
                  <a:pt x="108911" y="89929"/>
                </a:lnTo>
                <a:lnTo>
                  <a:pt x="108445" y="90338"/>
                </a:lnTo>
                <a:lnTo>
                  <a:pt x="107971" y="90754"/>
                </a:lnTo>
                <a:lnTo>
                  <a:pt x="107505" y="91156"/>
                </a:lnTo>
                <a:lnTo>
                  <a:pt x="107060" y="91551"/>
                </a:lnTo>
                <a:lnTo>
                  <a:pt x="106629" y="91917"/>
                </a:lnTo>
                <a:lnTo>
                  <a:pt x="106234" y="92254"/>
                </a:lnTo>
                <a:lnTo>
                  <a:pt x="105868" y="92548"/>
                </a:lnTo>
                <a:lnTo>
                  <a:pt x="105560" y="92785"/>
                </a:lnTo>
                <a:lnTo>
                  <a:pt x="105430" y="92886"/>
                </a:lnTo>
                <a:lnTo>
                  <a:pt x="105308" y="92972"/>
                </a:lnTo>
                <a:lnTo>
                  <a:pt x="105201" y="93036"/>
                </a:lnTo>
                <a:lnTo>
                  <a:pt x="105107" y="93087"/>
                </a:lnTo>
                <a:lnTo>
                  <a:pt x="105029" y="93173"/>
                </a:lnTo>
                <a:lnTo>
                  <a:pt x="104892" y="93302"/>
                </a:lnTo>
                <a:lnTo>
                  <a:pt x="104713" y="93460"/>
                </a:lnTo>
                <a:lnTo>
                  <a:pt x="104490" y="93646"/>
                </a:lnTo>
                <a:lnTo>
                  <a:pt x="103930" y="94106"/>
                </a:lnTo>
                <a:lnTo>
                  <a:pt x="103241" y="94666"/>
                </a:lnTo>
                <a:lnTo>
                  <a:pt x="102445" y="95297"/>
                </a:lnTo>
                <a:lnTo>
                  <a:pt x="101576" y="95986"/>
                </a:lnTo>
                <a:lnTo>
                  <a:pt x="100651" y="96711"/>
                </a:lnTo>
                <a:lnTo>
                  <a:pt x="99696" y="97450"/>
                </a:lnTo>
                <a:lnTo>
                  <a:pt x="98741" y="98182"/>
                </a:lnTo>
                <a:lnTo>
                  <a:pt x="97808" y="98893"/>
                </a:lnTo>
                <a:lnTo>
                  <a:pt x="96926" y="99568"/>
                </a:lnTo>
                <a:lnTo>
                  <a:pt x="96115" y="100178"/>
                </a:lnTo>
                <a:lnTo>
                  <a:pt x="95411" y="100694"/>
                </a:lnTo>
                <a:lnTo>
                  <a:pt x="94823" y="101111"/>
                </a:lnTo>
                <a:lnTo>
                  <a:pt x="94586" y="101283"/>
                </a:lnTo>
                <a:lnTo>
                  <a:pt x="94392" y="101419"/>
                </a:lnTo>
                <a:lnTo>
                  <a:pt x="94241" y="101505"/>
                </a:lnTo>
                <a:lnTo>
                  <a:pt x="94134" y="101570"/>
                </a:lnTo>
                <a:lnTo>
                  <a:pt x="93897" y="101764"/>
                </a:lnTo>
                <a:lnTo>
                  <a:pt x="93524" y="102044"/>
                </a:lnTo>
                <a:lnTo>
                  <a:pt x="93036" y="102395"/>
                </a:lnTo>
                <a:lnTo>
                  <a:pt x="92462" y="102804"/>
                </a:lnTo>
                <a:lnTo>
                  <a:pt x="91801" y="103264"/>
                </a:lnTo>
                <a:lnTo>
                  <a:pt x="91105" y="103759"/>
                </a:lnTo>
                <a:lnTo>
                  <a:pt x="90359" y="104268"/>
                </a:lnTo>
                <a:lnTo>
                  <a:pt x="89605" y="104785"/>
                </a:lnTo>
                <a:lnTo>
                  <a:pt x="88844" y="105302"/>
                </a:lnTo>
                <a:lnTo>
                  <a:pt x="88105" y="105797"/>
                </a:lnTo>
                <a:lnTo>
                  <a:pt x="87409" y="106264"/>
                </a:lnTo>
                <a:lnTo>
                  <a:pt x="86770" y="106680"/>
                </a:lnTo>
                <a:lnTo>
                  <a:pt x="86210" y="107032"/>
                </a:lnTo>
                <a:lnTo>
                  <a:pt x="85744" y="107326"/>
                </a:lnTo>
                <a:lnTo>
                  <a:pt x="85543" y="107441"/>
                </a:lnTo>
                <a:lnTo>
                  <a:pt x="85392" y="107527"/>
                </a:lnTo>
                <a:lnTo>
                  <a:pt x="85256" y="107591"/>
                </a:lnTo>
                <a:lnTo>
                  <a:pt x="85170" y="107635"/>
                </a:lnTo>
                <a:lnTo>
                  <a:pt x="85098" y="107706"/>
                </a:lnTo>
                <a:lnTo>
                  <a:pt x="84962" y="107807"/>
                </a:lnTo>
                <a:lnTo>
                  <a:pt x="84782" y="107929"/>
                </a:lnTo>
                <a:lnTo>
                  <a:pt x="84552" y="108087"/>
                </a:lnTo>
                <a:lnTo>
                  <a:pt x="83971" y="108453"/>
                </a:lnTo>
                <a:lnTo>
                  <a:pt x="83232" y="108919"/>
                </a:lnTo>
                <a:lnTo>
                  <a:pt x="82371" y="109443"/>
                </a:lnTo>
                <a:lnTo>
                  <a:pt x="81416" y="110010"/>
                </a:lnTo>
                <a:lnTo>
                  <a:pt x="80397" y="110606"/>
                </a:lnTo>
                <a:lnTo>
                  <a:pt x="79328" y="111230"/>
                </a:lnTo>
                <a:lnTo>
                  <a:pt x="78251" y="111847"/>
                </a:lnTo>
                <a:lnTo>
                  <a:pt x="77196" y="112458"/>
                </a:lnTo>
                <a:lnTo>
                  <a:pt x="76177" y="113024"/>
                </a:lnTo>
                <a:lnTo>
                  <a:pt x="75229" y="113548"/>
                </a:lnTo>
                <a:lnTo>
                  <a:pt x="74375" y="114015"/>
                </a:lnTo>
                <a:lnTo>
                  <a:pt x="73658" y="114395"/>
                </a:lnTo>
                <a:lnTo>
                  <a:pt x="73349" y="114560"/>
                </a:lnTo>
                <a:lnTo>
                  <a:pt x="73091" y="114682"/>
                </a:lnTo>
                <a:lnTo>
                  <a:pt x="72868" y="114790"/>
                </a:lnTo>
                <a:lnTo>
                  <a:pt x="72696" y="114862"/>
                </a:lnTo>
                <a:lnTo>
                  <a:pt x="72438" y="115020"/>
                </a:lnTo>
                <a:lnTo>
                  <a:pt x="72179" y="115178"/>
                </a:lnTo>
                <a:lnTo>
                  <a:pt x="71899" y="115328"/>
                </a:lnTo>
                <a:lnTo>
                  <a:pt x="71612" y="115486"/>
                </a:lnTo>
                <a:lnTo>
                  <a:pt x="71009" y="115780"/>
                </a:lnTo>
                <a:lnTo>
                  <a:pt x="70385" y="116075"/>
                </a:lnTo>
                <a:lnTo>
                  <a:pt x="69761" y="116369"/>
                </a:lnTo>
                <a:lnTo>
                  <a:pt x="69136" y="116656"/>
                </a:lnTo>
                <a:lnTo>
                  <a:pt x="68541" y="116929"/>
                </a:lnTo>
                <a:lnTo>
                  <a:pt x="67974" y="117209"/>
                </a:lnTo>
                <a:lnTo>
                  <a:pt x="67679" y="117359"/>
                </a:lnTo>
                <a:lnTo>
                  <a:pt x="67378" y="117496"/>
                </a:lnTo>
                <a:lnTo>
                  <a:pt x="67076" y="117639"/>
                </a:lnTo>
                <a:lnTo>
                  <a:pt x="66775" y="117769"/>
                </a:lnTo>
                <a:lnTo>
                  <a:pt x="66481" y="117912"/>
                </a:lnTo>
                <a:lnTo>
                  <a:pt x="66172" y="118041"/>
                </a:lnTo>
                <a:lnTo>
                  <a:pt x="65871" y="118170"/>
                </a:lnTo>
                <a:lnTo>
                  <a:pt x="65576" y="118314"/>
                </a:lnTo>
                <a:lnTo>
                  <a:pt x="65311" y="118436"/>
                </a:lnTo>
                <a:lnTo>
                  <a:pt x="65017" y="118580"/>
                </a:lnTo>
                <a:lnTo>
                  <a:pt x="64686" y="118730"/>
                </a:lnTo>
                <a:lnTo>
                  <a:pt x="64342" y="118888"/>
                </a:lnTo>
                <a:lnTo>
                  <a:pt x="64005" y="119046"/>
                </a:lnTo>
                <a:lnTo>
                  <a:pt x="63674" y="119175"/>
                </a:lnTo>
                <a:lnTo>
                  <a:pt x="63366" y="119290"/>
                </a:lnTo>
                <a:lnTo>
                  <a:pt x="63100" y="119376"/>
                </a:lnTo>
                <a:lnTo>
                  <a:pt x="62756" y="119556"/>
                </a:lnTo>
                <a:lnTo>
                  <a:pt x="62368" y="119728"/>
                </a:lnTo>
                <a:lnTo>
                  <a:pt x="61959" y="119907"/>
                </a:lnTo>
                <a:lnTo>
                  <a:pt x="61536" y="120080"/>
                </a:lnTo>
                <a:lnTo>
                  <a:pt x="61098" y="120252"/>
                </a:lnTo>
                <a:lnTo>
                  <a:pt x="60674" y="120417"/>
                </a:lnTo>
                <a:lnTo>
                  <a:pt x="60258" y="120568"/>
                </a:lnTo>
                <a:lnTo>
                  <a:pt x="59885" y="120725"/>
                </a:lnTo>
                <a:lnTo>
                  <a:pt x="59533" y="120869"/>
                </a:lnTo>
                <a:lnTo>
                  <a:pt x="59052" y="121056"/>
                </a:lnTo>
                <a:lnTo>
                  <a:pt x="58478" y="121285"/>
                </a:lnTo>
                <a:lnTo>
                  <a:pt x="57825" y="121558"/>
                </a:lnTo>
                <a:lnTo>
                  <a:pt x="57093" y="121845"/>
                </a:lnTo>
                <a:lnTo>
                  <a:pt x="56311" y="122161"/>
                </a:lnTo>
                <a:lnTo>
                  <a:pt x="55507" y="122484"/>
                </a:lnTo>
                <a:lnTo>
                  <a:pt x="54696" y="122814"/>
                </a:lnTo>
                <a:lnTo>
                  <a:pt x="53878" y="123130"/>
                </a:lnTo>
                <a:lnTo>
                  <a:pt x="53088" y="123446"/>
                </a:lnTo>
                <a:lnTo>
                  <a:pt x="52349" y="123733"/>
                </a:lnTo>
                <a:lnTo>
                  <a:pt x="51674" y="123998"/>
                </a:lnTo>
                <a:lnTo>
                  <a:pt x="51072" y="124221"/>
                </a:lnTo>
                <a:lnTo>
                  <a:pt x="50569" y="124400"/>
                </a:lnTo>
                <a:lnTo>
                  <a:pt x="50196" y="124529"/>
                </a:lnTo>
                <a:lnTo>
                  <a:pt x="49945" y="124601"/>
                </a:lnTo>
                <a:lnTo>
                  <a:pt x="49830" y="124659"/>
                </a:lnTo>
                <a:lnTo>
                  <a:pt x="49643" y="124752"/>
                </a:lnTo>
                <a:lnTo>
                  <a:pt x="49385" y="124867"/>
                </a:lnTo>
                <a:lnTo>
                  <a:pt x="49069" y="124989"/>
                </a:lnTo>
                <a:lnTo>
                  <a:pt x="48294" y="125283"/>
                </a:lnTo>
                <a:lnTo>
                  <a:pt x="47426" y="125606"/>
                </a:lnTo>
                <a:lnTo>
                  <a:pt x="46529" y="125914"/>
                </a:lnTo>
                <a:lnTo>
                  <a:pt x="45703" y="126216"/>
                </a:lnTo>
                <a:lnTo>
                  <a:pt x="45021" y="126453"/>
                </a:lnTo>
                <a:lnTo>
                  <a:pt x="44576" y="126596"/>
                </a:lnTo>
                <a:lnTo>
                  <a:pt x="43464" y="126970"/>
                </a:lnTo>
                <a:lnTo>
                  <a:pt x="42373" y="127328"/>
                </a:lnTo>
                <a:lnTo>
                  <a:pt x="41289" y="127673"/>
                </a:lnTo>
                <a:lnTo>
                  <a:pt x="40213" y="128010"/>
                </a:lnTo>
                <a:lnTo>
                  <a:pt x="39151" y="128340"/>
                </a:lnTo>
                <a:lnTo>
                  <a:pt x="38074" y="128663"/>
                </a:lnTo>
                <a:lnTo>
                  <a:pt x="37005" y="128965"/>
                </a:lnTo>
                <a:lnTo>
                  <a:pt x="35928" y="129252"/>
                </a:lnTo>
                <a:lnTo>
                  <a:pt x="35390" y="129388"/>
                </a:lnTo>
                <a:lnTo>
                  <a:pt x="34844" y="129532"/>
                </a:lnTo>
                <a:lnTo>
                  <a:pt x="34299" y="129661"/>
                </a:lnTo>
                <a:lnTo>
                  <a:pt x="33761" y="129783"/>
                </a:lnTo>
                <a:lnTo>
                  <a:pt x="33208" y="129912"/>
                </a:lnTo>
                <a:lnTo>
                  <a:pt x="32648" y="130034"/>
                </a:lnTo>
                <a:lnTo>
                  <a:pt x="32103" y="130149"/>
                </a:lnTo>
                <a:lnTo>
                  <a:pt x="31543" y="130264"/>
                </a:lnTo>
                <a:lnTo>
                  <a:pt x="30976" y="130371"/>
                </a:lnTo>
                <a:lnTo>
                  <a:pt x="30402" y="130465"/>
                </a:lnTo>
                <a:lnTo>
                  <a:pt x="29835" y="130565"/>
                </a:lnTo>
                <a:lnTo>
                  <a:pt x="29253" y="130666"/>
                </a:lnTo>
                <a:lnTo>
                  <a:pt x="28672" y="130752"/>
                </a:lnTo>
                <a:lnTo>
                  <a:pt x="28076" y="130838"/>
                </a:lnTo>
                <a:lnTo>
                  <a:pt x="27481" y="130910"/>
                </a:lnTo>
                <a:lnTo>
                  <a:pt x="26878" y="130982"/>
                </a:lnTo>
                <a:lnTo>
                  <a:pt x="26454" y="131032"/>
                </a:lnTo>
                <a:lnTo>
                  <a:pt x="26017" y="131082"/>
                </a:lnTo>
                <a:lnTo>
                  <a:pt x="25586" y="131132"/>
                </a:lnTo>
                <a:lnTo>
                  <a:pt x="25155" y="131175"/>
                </a:lnTo>
                <a:lnTo>
                  <a:pt x="24718" y="131218"/>
                </a:lnTo>
                <a:lnTo>
                  <a:pt x="24287" y="131247"/>
                </a:lnTo>
                <a:lnTo>
                  <a:pt x="23849" y="131283"/>
                </a:lnTo>
                <a:lnTo>
                  <a:pt x="23411" y="131312"/>
                </a:lnTo>
                <a:lnTo>
                  <a:pt x="22966" y="131340"/>
                </a:lnTo>
                <a:lnTo>
                  <a:pt x="22536" y="131362"/>
                </a:lnTo>
                <a:lnTo>
                  <a:pt x="22098" y="131376"/>
                </a:lnTo>
                <a:lnTo>
                  <a:pt x="21653" y="131398"/>
                </a:lnTo>
                <a:lnTo>
                  <a:pt x="21222" y="131405"/>
                </a:lnTo>
                <a:lnTo>
                  <a:pt x="20785" y="131412"/>
                </a:lnTo>
                <a:lnTo>
                  <a:pt x="20347" y="131412"/>
                </a:lnTo>
                <a:lnTo>
                  <a:pt x="19923" y="131405"/>
                </a:lnTo>
                <a:lnTo>
                  <a:pt x="19701" y="131405"/>
                </a:lnTo>
                <a:lnTo>
                  <a:pt x="19493" y="131398"/>
                </a:lnTo>
                <a:lnTo>
                  <a:pt x="19285" y="131376"/>
                </a:lnTo>
                <a:lnTo>
                  <a:pt x="19076" y="131362"/>
                </a:lnTo>
                <a:lnTo>
                  <a:pt x="18883" y="131340"/>
                </a:lnTo>
                <a:lnTo>
                  <a:pt x="18682" y="131312"/>
                </a:lnTo>
                <a:lnTo>
                  <a:pt x="18488" y="131283"/>
                </a:lnTo>
                <a:lnTo>
                  <a:pt x="18294" y="131247"/>
                </a:lnTo>
                <a:lnTo>
                  <a:pt x="17921" y="131175"/>
                </a:lnTo>
                <a:lnTo>
                  <a:pt x="17555" y="131082"/>
                </a:lnTo>
                <a:lnTo>
                  <a:pt x="17203" y="130974"/>
                </a:lnTo>
                <a:lnTo>
                  <a:pt x="16859" y="130852"/>
                </a:lnTo>
                <a:lnTo>
                  <a:pt x="16529" y="130723"/>
                </a:lnTo>
                <a:lnTo>
                  <a:pt x="16213" y="130580"/>
                </a:lnTo>
                <a:lnTo>
                  <a:pt x="15897" y="130436"/>
                </a:lnTo>
                <a:lnTo>
                  <a:pt x="15596" y="130271"/>
                </a:lnTo>
                <a:lnTo>
                  <a:pt x="15301" y="130099"/>
                </a:lnTo>
                <a:lnTo>
                  <a:pt x="15007" y="129919"/>
                </a:lnTo>
                <a:lnTo>
                  <a:pt x="14727" y="129726"/>
                </a:lnTo>
                <a:lnTo>
                  <a:pt x="14447" y="129532"/>
                </a:lnTo>
                <a:lnTo>
                  <a:pt x="14210" y="129352"/>
                </a:lnTo>
                <a:lnTo>
                  <a:pt x="13974" y="129173"/>
                </a:lnTo>
                <a:lnTo>
                  <a:pt x="13758" y="128972"/>
                </a:lnTo>
                <a:lnTo>
                  <a:pt x="13529" y="128778"/>
                </a:lnTo>
                <a:lnTo>
                  <a:pt x="13306" y="128570"/>
                </a:lnTo>
                <a:lnTo>
                  <a:pt x="13091" y="128355"/>
                </a:lnTo>
                <a:lnTo>
                  <a:pt x="12875" y="128132"/>
                </a:lnTo>
                <a:lnTo>
                  <a:pt x="12660" y="127910"/>
                </a:lnTo>
                <a:lnTo>
                  <a:pt x="12459" y="127673"/>
                </a:lnTo>
                <a:lnTo>
                  <a:pt x="12251" y="127436"/>
                </a:lnTo>
                <a:lnTo>
                  <a:pt x="12057" y="127192"/>
                </a:lnTo>
                <a:lnTo>
                  <a:pt x="11856" y="126941"/>
                </a:lnTo>
                <a:lnTo>
                  <a:pt x="11663" y="126682"/>
                </a:lnTo>
                <a:lnTo>
                  <a:pt x="11469" y="126417"/>
                </a:lnTo>
                <a:lnTo>
                  <a:pt x="11282" y="126144"/>
                </a:lnTo>
                <a:lnTo>
                  <a:pt x="11096" y="125871"/>
                </a:lnTo>
                <a:lnTo>
                  <a:pt x="10916" y="125592"/>
                </a:lnTo>
                <a:lnTo>
                  <a:pt x="10737" y="125304"/>
                </a:lnTo>
                <a:lnTo>
                  <a:pt x="10557" y="125003"/>
                </a:lnTo>
                <a:lnTo>
                  <a:pt x="10385" y="124709"/>
                </a:lnTo>
                <a:lnTo>
                  <a:pt x="10213" y="124407"/>
                </a:lnTo>
                <a:lnTo>
                  <a:pt x="10041" y="124092"/>
                </a:lnTo>
                <a:lnTo>
                  <a:pt x="9883" y="123783"/>
                </a:lnTo>
                <a:lnTo>
                  <a:pt x="9718" y="123460"/>
                </a:lnTo>
                <a:lnTo>
                  <a:pt x="9560" y="123130"/>
                </a:lnTo>
                <a:lnTo>
                  <a:pt x="9402" y="122807"/>
                </a:lnTo>
                <a:lnTo>
                  <a:pt x="9244" y="122470"/>
                </a:lnTo>
                <a:lnTo>
                  <a:pt x="9093" y="122132"/>
                </a:lnTo>
                <a:lnTo>
                  <a:pt x="8792" y="121436"/>
                </a:lnTo>
                <a:lnTo>
                  <a:pt x="8505" y="120725"/>
                </a:lnTo>
                <a:lnTo>
                  <a:pt x="8268" y="120108"/>
                </a:lnTo>
                <a:lnTo>
                  <a:pt x="8031" y="119469"/>
                </a:lnTo>
                <a:lnTo>
                  <a:pt x="7794" y="118824"/>
                </a:lnTo>
                <a:lnTo>
                  <a:pt x="7564" y="118142"/>
                </a:lnTo>
                <a:lnTo>
                  <a:pt x="7335" y="117453"/>
                </a:lnTo>
                <a:lnTo>
                  <a:pt x="7112" y="116742"/>
                </a:lnTo>
                <a:lnTo>
                  <a:pt x="6890" y="116017"/>
                </a:lnTo>
                <a:lnTo>
                  <a:pt x="6667" y="115292"/>
                </a:lnTo>
                <a:lnTo>
                  <a:pt x="6452" y="114539"/>
                </a:lnTo>
                <a:lnTo>
                  <a:pt x="6244" y="113785"/>
                </a:lnTo>
                <a:lnTo>
                  <a:pt x="6029" y="113017"/>
                </a:lnTo>
                <a:lnTo>
                  <a:pt x="5820" y="112242"/>
                </a:lnTo>
                <a:lnTo>
                  <a:pt x="5627" y="111460"/>
                </a:lnTo>
                <a:lnTo>
                  <a:pt x="5419" y="110670"/>
                </a:lnTo>
                <a:lnTo>
                  <a:pt x="5232" y="109888"/>
                </a:lnTo>
                <a:lnTo>
                  <a:pt x="5031" y="109091"/>
                </a:lnTo>
                <a:lnTo>
                  <a:pt x="4665" y="107505"/>
                </a:lnTo>
                <a:lnTo>
                  <a:pt x="4320" y="105912"/>
                </a:lnTo>
                <a:lnTo>
                  <a:pt x="3983" y="104340"/>
                </a:lnTo>
                <a:lnTo>
                  <a:pt x="3667" y="102790"/>
                </a:lnTo>
                <a:lnTo>
                  <a:pt x="3373" y="101268"/>
                </a:lnTo>
                <a:lnTo>
                  <a:pt x="3108" y="99797"/>
                </a:lnTo>
                <a:lnTo>
                  <a:pt x="2856" y="98376"/>
                </a:lnTo>
                <a:lnTo>
                  <a:pt x="2627" y="97027"/>
                </a:lnTo>
                <a:lnTo>
                  <a:pt x="2505" y="96216"/>
                </a:lnTo>
                <a:lnTo>
                  <a:pt x="2375" y="95405"/>
                </a:lnTo>
                <a:lnTo>
                  <a:pt x="2253" y="94594"/>
                </a:lnTo>
                <a:lnTo>
                  <a:pt x="2139" y="93776"/>
                </a:lnTo>
                <a:lnTo>
                  <a:pt x="2017" y="92965"/>
                </a:lnTo>
                <a:lnTo>
                  <a:pt x="1916" y="92146"/>
                </a:lnTo>
                <a:lnTo>
                  <a:pt x="1808" y="91328"/>
                </a:lnTo>
                <a:lnTo>
                  <a:pt x="1701" y="90510"/>
                </a:lnTo>
                <a:lnTo>
                  <a:pt x="1600" y="89699"/>
                </a:lnTo>
                <a:lnTo>
                  <a:pt x="1500" y="88874"/>
                </a:lnTo>
                <a:lnTo>
                  <a:pt x="1414" y="88055"/>
                </a:lnTo>
                <a:lnTo>
                  <a:pt x="1320" y="87230"/>
                </a:lnTo>
                <a:lnTo>
                  <a:pt x="1234" y="86412"/>
                </a:lnTo>
                <a:lnTo>
                  <a:pt x="1148" y="85594"/>
                </a:lnTo>
                <a:lnTo>
                  <a:pt x="1069" y="84768"/>
                </a:lnTo>
                <a:lnTo>
                  <a:pt x="990" y="83950"/>
                </a:lnTo>
                <a:lnTo>
                  <a:pt x="911" y="83075"/>
                </a:lnTo>
                <a:lnTo>
                  <a:pt x="840" y="82206"/>
                </a:lnTo>
                <a:lnTo>
                  <a:pt x="775" y="81338"/>
                </a:lnTo>
                <a:lnTo>
                  <a:pt x="703" y="80477"/>
                </a:lnTo>
                <a:lnTo>
                  <a:pt x="646" y="79601"/>
                </a:lnTo>
                <a:lnTo>
                  <a:pt x="588" y="78740"/>
                </a:lnTo>
                <a:lnTo>
                  <a:pt x="531" y="77878"/>
                </a:lnTo>
                <a:lnTo>
                  <a:pt x="488" y="77017"/>
                </a:lnTo>
                <a:lnTo>
                  <a:pt x="438" y="76156"/>
                </a:lnTo>
                <a:lnTo>
                  <a:pt x="387" y="75288"/>
                </a:lnTo>
                <a:lnTo>
                  <a:pt x="337" y="74419"/>
                </a:lnTo>
                <a:lnTo>
                  <a:pt x="294" y="73558"/>
                </a:lnTo>
                <a:lnTo>
                  <a:pt x="244" y="72689"/>
                </a:lnTo>
                <a:lnTo>
                  <a:pt x="194" y="71814"/>
                </a:lnTo>
                <a:lnTo>
                  <a:pt x="151" y="70945"/>
                </a:lnTo>
                <a:lnTo>
                  <a:pt x="100" y="70070"/>
                </a:lnTo>
                <a:lnTo>
                  <a:pt x="72" y="69481"/>
                </a:lnTo>
                <a:lnTo>
                  <a:pt x="50" y="68893"/>
                </a:lnTo>
                <a:lnTo>
                  <a:pt x="21" y="68311"/>
                </a:lnTo>
                <a:lnTo>
                  <a:pt x="14" y="67730"/>
                </a:lnTo>
                <a:lnTo>
                  <a:pt x="7" y="67134"/>
                </a:lnTo>
                <a:lnTo>
                  <a:pt x="0" y="66553"/>
                </a:lnTo>
                <a:lnTo>
                  <a:pt x="0" y="65957"/>
                </a:lnTo>
                <a:lnTo>
                  <a:pt x="0" y="65376"/>
                </a:lnTo>
                <a:lnTo>
                  <a:pt x="21" y="64206"/>
                </a:lnTo>
                <a:lnTo>
                  <a:pt x="57" y="63029"/>
                </a:lnTo>
                <a:lnTo>
                  <a:pt x="100" y="61859"/>
                </a:lnTo>
                <a:lnTo>
                  <a:pt x="158" y="60689"/>
                </a:lnTo>
                <a:lnTo>
                  <a:pt x="222" y="59519"/>
                </a:lnTo>
                <a:lnTo>
                  <a:pt x="301" y="58350"/>
                </a:lnTo>
                <a:lnTo>
                  <a:pt x="387" y="57180"/>
                </a:lnTo>
                <a:lnTo>
                  <a:pt x="466" y="56017"/>
                </a:lnTo>
                <a:lnTo>
                  <a:pt x="567" y="54854"/>
                </a:lnTo>
                <a:lnTo>
                  <a:pt x="660" y="53692"/>
                </a:lnTo>
                <a:lnTo>
                  <a:pt x="753" y="52529"/>
                </a:lnTo>
                <a:lnTo>
                  <a:pt x="854" y="51374"/>
                </a:lnTo>
                <a:lnTo>
                  <a:pt x="911" y="50541"/>
                </a:lnTo>
                <a:lnTo>
                  <a:pt x="983" y="49716"/>
                </a:lnTo>
                <a:lnTo>
                  <a:pt x="1062" y="48883"/>
                </a:lnTo>
                <a:lnTo>
                  <a:pt x="1148" y="48065"/>
                </a:lnTo>
                <a:lnTo>
                  <a:pt x="1242" y="47232"/>
                </a:lnTo>
                <a:lnTo>
                  <a:pt x="1328" y="46414"/>
                </a:lnTo>
                <a:lnTo>
                  <a:pt x="1428" y="45589"/>
                </a:lnTo>
                <a:lnTo>
                  <a:pt x="1536" y="44771"/>
                </a:lnTo>
                <a:lnTo>
                  <a:pt x="1643" y="43952"/>
                </a:lnTo>
                <a:lnTo>
                  <a:pt x="1751" y="43127"/>
                </a:lnTo>
                <a:lnTo>
                  <a:pt x="1859" y="42316"/>
                </a:lnTo>
                <a:lnTo>
                  <a:pt x="1974" y="41491"/>
                </a:lnTo>
                <a:lnTo>
                  <a:pt x="2074" y="40680"/>
                </a:lnTo>
                <a:lnTo>
                  <a:pt x="2182" y="39869"/>
                </a:lnTo>
                <a:lnTo>
                  <a:pt x="2297" y="39058"/>
                </a:lnTo>
                <a:lnTo>
                  <a:pt x="2404" y="38240"/>
                </a:lnTo>
                <a:lnTo>
                  <a:pt x="2483" y="37701"/>
                </a:lnTo>
                <a:lnTo>
                  <a:pt x="2555" y="37156"/>
                </a:lnTo>
                <a:lnTo>
                  <a:pt x="2634" y="36603"/>
                </a:lnTo>
                <a:lnTo>
                  <a:pt x="2727" y="36058"/>
                </a:lnTo>
                <a:lnTo>
                  <a:pt x="2813" y="35498"/>
                </a:lnTo>
                <a:lnTo>
                  <a:pt x="2907" y="34938"/>
                </a:lnTo>
                <a:lnTo>
                  <a:pt x="3007" y="34385"/>
                </a:lnTo>
                <a:lnTo>
                  <a:pt x="3108" y="33833"/>
                </a:lnTo>
                <a:lnTo>
                  <a:pt x="3208" y="33273"/>
                </a:lnTo>
                <a:lnTo>
                  <a:pt x="3308" y="32720"/>
                </a:lnTo>
                <a:lnTo>
                  <a:pt x="3416" y="32175"/>
                </a:lnTo>
                <a:lnTo>
                  <a:pt x="3524" y="31622"/>
                </a:lnTo>
                <a:lnTo>
                  <a:pt x="3631" y="31077"/>
                </a:lnTo>
                <a:lnTo>
                  <a:pt x="3746" y="30546"/>
                </a:lnTo>
                <a:lnTo>
                  <a:pt x="3854" y="30015"/>
                </a:lnTo>
                <a:lnTo>
                  <a:pt x="3969" y="29483"/>
                </a:lnTo>
                <a:lnTo>
                  <a:pt x="4084" y="28945"/>
                </a:lnTo>
                <a:lnTo>
                  <a:pt x="4198" y="28421"/>
                </a:lnTo>
                <a:lnTo>
                  <a:pt x="4313" y="27890"/>
                </a:lnTo>
                <a:lnTo>
                  <a:pt x="4428" y="27366"/>
                </a:lnTo>
                <a:lnTo>
                  <a:pt x="4543" y="26842"/>
                </a:lnTo>
                <a:lnTo>
                  <a:pt x="4658" y="26318"/>
                </a:lnTo>
                <a:lnTo>
                  <a:pt x="4780" y="25787"/>
                </a:lnTo>
                <a:lnTo>
                  <a:pt x="4902" y="25256"/>
                </a:lnTo>
                <a:lnTo>
                  <a:pt x="4995" y="24840"/>
                </a:lnTo>
                <a:lnTo>
                  <a:pt x="5110" y="24330"/>
                </a:lnTo>
                <a:lnTo>
                  <a:pt x="5239" y="23756"/>
                </a:lnTo>
                <a:lnTo>
                  <a:pt x="5375" y="23146"/>
                </a:lnTo>
                <a:lnTo>
                  <a:pt x="5526" y="22550"/>
                </a:lnTo>
                <a:lnTo>
                  <a:pt x="5670" y="22012"/>
                </a:lnTo>
                <a:lnTo>
                  <a:pt x="5741" y="21768"/>
                </a:lnTo>
                <a:lnTo>
                  <a:pt x="5806" y="21553"/>
                </a:lnTo>
                <a:lnTo>
                  <a:pt x="5871" y="21366"/>
                </a:lnTo>
                <a:lnTo>
                  <a:pt x="5935" y="21208"/>
                </a:lnTo>
                <a:lnTo>
                  <a:pt x="6000" y="20857"/>
                </a:lnTo>
                <a:lnTo>
                  <a:pt x="6093" y="20469"/>
                </a:lnTo>
                <a:lnTo>
                  <a:pt x="6201" y="20074"/>
                </a:lnTo>
                <a:lnTo>
                  <a:pt x="6316" y="19665"/>
                </a:lnTo>
                <a:lnTo>
                  <a:pt x="6430" y="19249"/>
                </a:lnTo>
                <a:lnTo>
                  <a:pt x="6553" y="18847"/>
                </a:lnTo>
                <a:lnTo>
                  <a:pt x="6667" y="18467"/>
                </a:lnTo>
                <a:lnTo>
                  <a:pt x="6775" y="18108"/>
                </a:lnTo>
                <a:lnTo>
                  <a:pt x="6890" y="17735"/>
                </a:lnTo>
                <a:lnTo>
                  <a:pt x="7005" y="17354"/>
                </a:lnTo>
                <a:lnTo>
                  <a:pt x="7119" y="16988"/>
                </a:lnTo>
                <a:lnTo>
                  <a:pt x="7234" y="16615"/>
                </a:lnTo>
                <a:lnTo>
                  <a:pt x="7342" y="16249"/>
                </a:lnTo>
                <a:lnTo>
                  <a:pt x="7457" y="15883"/>
                </a:lnTo>
                <a:lnTo>
                  <a:pt x="7572" y="15517"/>
                </a:lnTo>
                <a:lnTo>
                  <a:pt x="7686" y="15144"/>
                </a:lnTo>
                <a:lnTo>
                  <a:pt x="7902" y="14469"/>
                </a:lnTo>
                <a:lnTo>
                  <a:pt x="8131" y="13744"/>
                </a:lnTo>
                <a:lnTo>
                  <a:pt x="8375" y="12976"/>
                </a:lnTo>
                <a:lnTo>
                  <a:pt x="8641" y="12215"/>
                </a:lnTo>
                <a:lnTo>
                  <a:pt x="8770" y="11828"/>
                </a:lnTo>
                <a:lnTo>
                  <a:pt x="8907" y="11455"/>
                </a:lnTo>
                <a:lnTo>
                  <a:pt x="9050" y="11089"/>
                </a:lnTo>
                <a:lnTo>
                  <a:pt x="9186" y="10737"/>
                </a:lnTo>
                <a:lnTo>
                  <a:pt x="9330" y="10400"/>
                </a:lnTo>
                <a:lnTo>
                  <a:pt x="9474" y="10077"/>
                </a:lnTo>
                <a:lnTo>
                  <a:pt x="9617" y="9775"/>
                </a:lnTo>
                <a:lnTo>
                  <a:pt x="9753" y="9495"/>
                </a:lnTo>
                <a:lnTo>
                  <a:pt x="9811" y="9337"/>
                </a:lnTo>
                <a:lnTo>
                  <a:pt x="9883" y="9165"/>
                </a:lnTo>
                <a:lnTo>
                  <a:pt x="9954" y="8986"/>
                </a:lnTo>
                <a:lnTo>
                  <a:pt x="10033" y="8799"/>
                </a:lnTo>
                <a:lnTo>
                  <a:pt x="10227" y="8397"/>
                </a:lnTo>
                <a:lnTo>
                  <a:pt x="10435" y="7974"/>
                </a:lnTo>
                <a:lnTo>
                  <a:pt x="10679" y="7543"/>
                </a:lnTo>
                <a:lnTo>
                  <a:pt x="10938" y="7091"/>
                </a:lnTo>
                <a:lnTo>
                  <a:pt x="11203" y="6646"/>
                </a:lnTo>
                <a:lnTo>
                  <a:pt x="11483" y="6194"/>
                </a:lnTo>
                <a:lnTo>
                  <a:pt x="11763" y="5756"/>
                </a:lnTo>
                <a:lnTo>
                  <a:pt x="12050" y="5340"/>
                </a:lnTo>
                <a:lnTo>
                  <a:pt x="12323" y="4945"/>
                </a:lnTo>
                <a:lnTo>
                  <a:pt x="12588" y="4572"/>
                </a:lnTo>
                <a:lnTo>
                  <a:pt x="12847" y="4249"/>
                </a:lnTo>
                <a:lnTo>
                  <a:pt x="13084" y="3948"/>
                </a:lnTo>
                <a:lnTo>
                  <a:pt x="13191" y="3825"/>
                </a:lnTo>
                <a:lnTo>
                  <a:pt x="13299" y="3711"/>
                </a:lnTo>
                <a:lnTo>
                  <a:pt x="13392" y="3617"/>
                </a:lnTo>
                <a:lnTo>
                  <a:pt x="13478" y="3524"/>
                </a:lnTo>
                <a:lnTo>
                  <a:pt x="13830" y="3201"/>
                </a:lnTo>
                <a:lnTo>
                  <a:pt x="14124" y="2907"/>
                </a:lnTo>
                <a:lnTo>
                  <a:pt x="14404" y="2634"/>
                </a:lnTo>
                <a:lnTo>
                  <a:pt x="14684" y="2383"/>
                </a:lnTo>
                <a:lnTo>
                  <a:pt x="14820" y="2261"/>
                </a:lnTo>
                <a:lnTo>
                  <a:pt x="14971" y="2139"/>
                </a:lnTo>
                <a:lnTo>
                  <a:pt x="15129" y="2010"/>
                </a:lnTo>
                <a:lnTo>
                  <a:pt x="15301" y="1881"/>
                </a:lnTo>
                <a:lnTo>
                  <a:pt x="15488" y="1751"/>
                </a:lnTo>
                <a:lnTo>
                  <a:pt x="15696" y="1608"/>
                </a:lnTo>
                <a:lnTo>
                  <a:pt x="15919" y="1471"/>
                </a:lnTo>
                <a:lnTo>
                  <a:pt x="16163" y="1321"/>
                </a:lnTo>
                <a:lnTo>
                  <a:pt x="16349" y="1213"/>
                </a:lnTo>
                <a:lnTo>
                  <a:pt x="16550" y="1098"/>
                </a:lnTo>
                <a:lnTo>
                  <a:pt x="16744" y="991"/>
                </a:lnTo>
                <a:lnTo>
                  <a:pt x="16959" y="897"/>
                </a:lnTo>
                <a:lnTo>
                  <a:pt x="17175" y="797"/>
                </a:lnTo>
                <a:lnTo>
                  <a:pt x="17390" y="696"/>
                </a:lnTo>
                <a:lnTo>
                  <a:pt x="17612" y="610"/>
                </a:lnTo>
                <a:lnTo>
                  <a:pt x="17842" y="524"/>
                </a:lnTo>
                <a:lnTo>
                  <a:pt x="18072" y="452"/>
                </a:lnTo>
                <a:lnTo>
                  <a:pt x="18316" y="381"/>
                </a:lnTo>
                <a:lnTo>
                  <a:pt x="18560" y="309"/>
                </a:lnTo>
                <a:lnTo>
                  <a:pt x="18804" y="251"/>
                </a:lnTo>
                <a:lnTo>
                  <a:pt x="19055" y="208"/>
                </a:lnTo>
                <a:lnTo>
                  <a:pt x="19299" y="172"/>
                </a:lnTo>
                <a:lnTo>
                  <a:pt x="19550" y="136"/>
                </a:lnTo>
                <a:lnTo>
                  <a:pt x="19816" y="122"/>
                </a:lnTo>
                <a:lnTo>
                  <a:pt x="19952" y="79"/>
                </a:lnTo>
                <a:lnTo>
                  <a:pt x="20139" y="50"/>
                </a:lnTo>
                <a:lnTo>
                  <a:pt x="20340" y="22"/>
                </a:lnTo>
                <a:lnTo>
                  <a:pt x="20591" y="7"/>
                </a:lnTo>
                <a:close/>
              </a:path>
            </a:pathLst>
          </a:custGeom>
          <a:gradFill>
            <a:gsLst>
              <a:gs pos="0">
                <a:srgbClr val="FFFFFF">
                  <a:alpha val="50000"/>
                </a:srgbClr>
              </a:gs>
              <a:gs pos="60000">
                <a:srgbClr val="FFFFFF"/>
              </a:gs>
            </a:gsLst>
            <a:lin ang="2700000"/>
          </a:gradFill>
        </p:spPr>
        <p:txBody>
          <a:bodyPr vert="horz" wrap="square" lIns="91440" tIns="45720" rIns="91440" bIns="45720" anchor="t">
            <a:prstTxWarp prst="textNoShape">
              <a:avLst/>
            </a:prstTxWarp>
            <a:noAutofit/>
          </a:bodyPr>
          <a:lstStyle/>
          <a:p>
            <a:pPr marL="0" marR="0" indent="0" algn="l" fontAlgn="auto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/>
          </a:p>
        </p:txBody>
      </p:sp>
      <p:sp>
        <p:nvSpPr>
          <p:cNvPr id="8" name="TextBox 8"/>
          <p:cNvSpPr txBox="1"/>
          <p:nvPr/>
        </p:nvSpPr>
        <p:spPr>
          <a:xfrm>
            <a:off x="660400" y="128587"/>
            <a:ext cx="10858500" cy="90011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marL="0" algn="l">
              <a:lnSpc>
                <a:spcPct val="90000"/>
              </a:lnSpc>
              <a:spcBef>
                <a:spcPct val="0"/>
              </a:spcBef>
              <a:defRPr/>
            </a:pPr>
            <a:r>
              <a:rPr lang="zh-CN" altLang="en-US" sz="2800" b="1" i="0" u="none" baseline="0">
                <a:solidFill>
                  <a:srgbClr val="000000"/>
                </a:solidFill>
                <a:latin typeface="微软雅黑"/>
                <a:ea typeface="微软雅黑"/>
              </a:rPr>
              <a:t>Business Recommendations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10795000" y="6540500"/>
            <a:ext cx="1270000" cy="1905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rtlCol="0" anchor="t"/>
          <a:lstStyle/>
          <a:p>
            <a:pPr algn="r">
              <a:defRPr/>
            </a:pPr>
            <a:r>
              <a:rPr lang="en-US" sz="800" b="0" i="0" u="none" baseline="0">
                <a:solidFill>
                  <a:srgbClr val="808080"/>
                </a:solidFill>
                <a:latin typeface="Microsoft YaHei"/>
                <a:ea typeface="Microsoft YaHei"/>
              </a:rPr>
              <a:t>内容由AI生成</a:t>
            </a:r>
            <a:endParaRPr lang="en-US" sz="110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xmlns="" id="{6729B6E3-A134-D372-1746-7318A8518787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79136" y="113665"/>
            <a:ext cx="2185863" cy="625157"/>
          </a:xfrm>
          <a:prstGeom prst="rect">
            <a:avLst/>
          </a:prstGeom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FFC717">
                <a:lumMod val="40000"/>
                <a:lumOff val="60000"/>
              </a:srgbClr>
            </a:gs>
            <a:gs pos="100000">
              <a:srgbClr val="FFC717">
                <a:alpha val="0"/>
                <a:lumMod val="20000"/>
                <a:lumOff val="80000"/>
              </a:srgbClr>
            </a:gs>
          </a:gsLst>
          <a:lin ang="162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660400" y="2999530"/>
            <a:ext cx="10858500" cy="3134570"/>
          </a:xfrm>
          <a:prstGeom prst="rect">
            <a:avLst/>
          </a:prstGeom>
          <a:blipFill>
            <a:blip r:embed="rId2"/>
            <a:stretch>
              <a:fillRect t="-65691" b="-65160"/>
            </a:stretch>
          </a:blipFill>
          <a:ln cap="flat" cmpd="sng">
            <a:prstDash val="solid"/>
          </a:ln>
        </p:spPr>
        <p:txBody>
          <a:bodyPr rot="0" vert="horz" wrap="square" lIns="91440" tIns="45720" rIns="91440" bIns="45720" anchor="t">
            <a:noAutofit/>
          </a:bodyPr>
          <a:lstStyle/>
          <a:p>
            <a:pPr marL="0" algn="ctr"/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1198496" y="1379530"/>
            <a:ext cx="3468755" cy="3421069"/>
          </a:xfrm>
          <a:prstGeom prst="roundRect">
            <a:avLst>
              <a:gd name="adj" fmla="val 4077"/>
            </a:avLst>
          </a:prstGeom>
          <a:gradFill>
            <a:gsLst>
              <a:gs pos="0">
                <a:srgbClr val="F54E1A">
                  <a:lumMod val="60000"/>
                  <a:lumOff val="40000"/>
                </a:srgbClr>
              </a:gs>
              <a:gs pos="60000">
                <a:srgbClr val="F54E1A"/>
              </a:gs>
            </a:gsLst>
            <a:lin ang="2700000"/>
          </a:gradFill>
          <a:ln cap="rnd" cmpd="sng">
            <a:prstDash val="solid"/>
          </a:ln>
          <a:effectLst>
            <a:outerShdw blurRad="254000" dist="127000" dir="5400000" algn="ctr" rotWithShape="0">
              <a:schemeClr val="accent1">
                <a:alpha val="20000"/>
              </a:schemeClr>
            </a:outerShdw>
          </a:effectLst>
        </p:spPr>
        <p:txBody>
          <a:bodyPr rot="0" vert="horz" wrap="square" lIns="91440" tIns="45720" rIns="91440" bIns="45720" anchor="ctr">
            <a:noAutofit/>
          </a:bodyPr>
          <a:lstStyle/>
          <a:p>
            <a:pPr marL="342900" indent="-342900" algn="ctr"/>
            <a:endParaRPr/>
          </a:p>
        </p:txBody>
      </p:sp>
      <p:cxnSp>
        <p:nvCxnSpPr>
          <p:cNvPr id="4" name="Connector 4"/>
          <p:cNvCxnSpPr/>
          <p:nvPr/>
        </p:nvCxnSpPr>
        <p:spPr>
          <a:xfrm>
            <a:off x="2818496" y="2245947"/>
            <a:ext cx="360000" cy="0"/>
          </a:xfrm>
          <a:prstGeom prst="line">
            <a:avLst/>
          </a:prstGeom>
          <a:ln w="25400" cap="flat" cmpd="sng">
            <a:solidFill>
              <a:srgbClr val="FFFFFF"/>
            </a:solidFill>
            <a:prstDash val="solid"/>
          </a:ln>
        </p:spPr>
      </p:cxnSp>
      <p:sp>
        <p:nvSpPr>
          <p:cNvPr id="5" name="TextBox 5"/>
          <p:cNvSpPr txBox="1"/>
          <p:nvPr/>
        </p:nvSpPr>
        <p:spPr>
          <a:xfrm>
            <a:off x="1329743" y="1735248"/>
            <a:ext cx="3337508" cy="369332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b">
            <a:spAutoFit/>
          </a:bodyPr>
          <a:lstStyle/>
          <a:p>
            <a:pPr marL="0" algn="ctr">
              <a:defRPr/>
            </a:pPr>
            <a:r>
              <a:rPr lang="zh-CN" altLang="en-US" sz="1800" b="1" i="0" u="none" baseline="0">
                <a:solidFill>
                  <a:srgbClr val="FFFFFF"/>
                </a:solidFill>
                <a:latin typeface="微软雅黑"/>
                <a:ea typeface="微软雅黑"/>
              </a:rPr>
              <a:t>Measurable Value</a:t>
            </a:r>
            <a:endParaRPr lang="en-US" sz="1100"/>
          </a:p>
        </p:txBody>
      </p:sp>
      <p:sp>
        <p:nvSpPr>
          <p:cNvPr id="6" name="TextBox 6"/>
          <p:cNvSpPr txBox="1"/>
          <p:nvPr/>
        </p:nvSpPr>
        <p:spPr>
          <a:xfrm>
            <a:off x="1329743" y="2387373"/>
            <a:ext cx="3337508" cy="1337203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t">
            <a:spAutoFit/>
          </a:bodyPr>
          <a:lstStyle/>
          <a:p>
            <a:pPr marL="0" algn="ctr">
              <a:lnSpc>
                <a:spcPct val="150000"/>
              </a:lnSpc>
              <a:defRPr/>
            </a:pPr>
            <a:r>
              <a:rPr lang="zh-CN" altLang="en-US" sz="1400" b="0" i="0" u="none" baseline="0">
                <a:solidFill>
                  <a:srgbClr val="FFFFFF"/>
                </a:solidFill>
                <a:latin typeface="微软雅黑"/>
                <a:ea typeface="微软雅黑"/>
              </a:rPr>
              <a:t>Better decision-making
Improved sales visibility
Customer insights
Product optimization
Regional strategy
Executive reporting</a:t>
            </a:r>
            <a:endParaRPr lang="en-US" sz="1100"/>
          </a:p>
        </p:txBody>
      </p:sp>
      <p:sp>
        <p:nvSpPr>
          <p:cNvPr id="7" name="Freeform 7"/>
          <p:cNvSpPr/>
          <p:nvPr/>
        </p:nvSpPr>
        <p:spPr>
          <a:xfrm>
            <a:off x="2741465" y="4501108"/>
            <a:ext cx="514063" cy="131413"/>
          </a:xfrm>
          <a:custGeom>
            <a:avLst/>
            <a:gdLst/>
            <a:ahLst/>
            <a:cxnLst/>
            <a:rect l="l" t="t" r="r" b="b"/>
            <a:pathLst>
              <a:path w="514063" h="131413">
                <a:moveTo>
                  <a:pt x="408080" y="1"/>
                </a:moveTo>
                <a:lnTo>
                  <a:pt x="408374" y="1"/>
                </a:lnTo>
                <a:lnTo>
                  <a:pt x="408697" y="8"/>
                </a:lnTo>
                <a:lnTo>
                  <a:pt x="409049" y="15"/>
                </a:lnTo>
                <a:lnTo>
                  <a:pt x="409802" y="59"/>
                </a:lnTo>
                <a:lnTo>
                  <a:pt x="410621" y="123"/>
                </a:lnTo>
                <a:lnTo>
                  <a:pt x="411475" y="195"/>
                </a:lnTo>
                <a:lnTo>
                  <a:pt x="412357" y="288"/>
                </a:lnTo>
                <a:lnTo>
                  <a:pt x="413240" y="389"/>
                </a:lnTo>
                <a:lnTo>
                  <a:pt x="414116" y="496"/>
                </a:lnTo>
                <a:lnTo>
                  <a:pt x="414948" y="604"/>
                </a:lnTo>
                <a:lnTo>
                  <a:pt x="415738" y="704"/>
                </a:lnTo>
                <a:lnTo>
                  <a:pt x="416456" y="805"/>
                </a:lnTo>
                <a:lnTo>
                  <a:pt x="417080" y="898"/>
                </a:lnTo>
                <a:lnTo>
                  <a:pt x="417597" y="977"/>
                </a:lnTo>
                <a:lnTo>
                  <a:pt x="417977" y="1049"/>
                </a:lnTo>
                <a:lnTo>
                  <a:pt x="418788" y="1207"/>
                </a:lnTo>
                <a:lnTo>
                  <a:pt x="419585" y="1372"/>
                </a:lnTo>
                <a:lnTo>
                  <a:pt x="420389" y="1544"/>
                </a:lnTo>
                <a:lnTo>
                  <a:pt x="421192" y="1724"/>
                </a:lnTo>
                <a:lnTo>
                  <a:pt x="421989" y="1917"/>
                </a:lnTo>
                <a:lnTo>
                  <a:pt x="422793" y="2118"/>
                </a:lnTo>
                <a:lnTo>
                  <a:pt x="423589" y="2326"/>
                </a:lnTo>
                <a:lnTo>
                  <a:pt x="424393" y="2549"/>
                </a:lnTo>
                <a:lnTo>
                  <a:pt x="425190" y="2771"/>
                </a:lnTo>
                <a:lnTo>
                  <a:pt x="425994" y="3001"/>
                </a:lnTo>
                <a:lnTo>
                  <a:pt x="426790" y="3238"/>
                </a:lnTo>
                <a:lnTo>
                  <a:pt x="427587" y="3482"/>
                </a:lnTo>
                <a:lnTo>
                  <a:pt x="428384" y="3740"/>
                </a:lnTo>
                <a:lnTo>
                  <a:pt x="429180" y="3992"/>
                </a:lnTo>
                <a:lnTo>
                  <a:pt x="429977" y="4257"/>
                </a:lnTo>
                <a:lnTo>
                  <a:pt x="430774" y="4530"/>
                </a:lnTo>
                <a:lnTo>
                  <a:pt x="431563" y="4795"/>
                </a:lnTo>
                <a:lnTo>
                  <a:pt x="432353" y="5075"/>
                </a:lnTo>
                <a:lnTo>
                  <a:pt x="433142" y="5362"/>
                </a:lnTo>
                <a:lnTo>
                  <a:pt x="433917" y="5649"/>
                </a:lnTo>
                <a:lnTo>
                  <a:pt x="434707" y="5937"/>
                </a:lnTo>
                <a:lnTo>
                  <a:pt x="435489" y="6238"/>
                </a:lnTo>
                <a:lnTo>
                  <a:pt x="436271" y="6539"/>
                </a:lnTo>
                <a:lnTo>
                  <a:pt x="437039" y="6841"/>
                </a:lnTo>
                <a:lnTo>
                  <a:pt x="438582" y="7451"/>
                </a:lnTo>
                <a:lnTo>
                  <a:pt x="440111" y="8075"/>
                </a:lnTo>
                <a:lnTo>
                  <a:pt x="441633" y="8707"/>
                </a:lnTo>
                <a:lnTo>
                  <a:pt x="443125" y="9338"/>
                </a:lnTo>
                <a:lnTo>
                  <a:pt x="443369" y="9439"/>
                </a:lnTo>
                <a:lnTo>
                  <a:pt x="443635" y="9547"/>
                </a:lnTo>
                <a:lnTo>
                  <a:pt x="443915" y="9654"/>
                </a:lnTo>
                <a:lnTo>
                  <a:pt x="444195" y="9762"/>
                </a:lnTo>
                <a:lnTo>
                  <a:pt x="444467" y="9877"/>
                </a:lnTo>
                <a:lnTo>
                  <a:pt x="444726" y="9992"/>
                </a:lnTo>
                <a:lnTo>
                  <a:pt x="444963" y="10114"/>
                </a:lnTo>
                <a:lnTo>
                  <a:pt x="445185" y="10236"/>
                </a:lnTo>
                <a:lnTo>
                  <a:pt x="445357" y="10286"/>
                </a:lnTo>
                <a:lnTo>
                  <a:pt x="445551" y="10350"/>
                </a:lnTo>
                <a:lnTo>
                  <a:pt x="445745" y="10415"/>
                </a:lnTo>
                <a:lnTo>
                  <a:pt x="445946" y="10487"/>
                </a:lnTo>
                <a:lnTo>
                  <a:pt x="446362" y="10659"/>
                </a:lnTo>
                <a:lnTo>
                  <a:pt x="446778" y="10846"/>
                </a:lnTo>
                <a:lnTo>
                  <a:pt x="447209" y="11032"/>
                </a:lnTo>
                <a:lnTo>
                  <a:pt x="447618" y="11212"/>
                </a:lnTo>
                <a:lnTo>
                  <a:pt x="448013" y="11391"/>
                </a:lnTo>
                <a:lnTo>
                  <a:pt x="448379" y="11542"/>
                </a:lnTo>
                <a:lnTo>
                  <a:pt x="448932" y="11772"/>
                </a:lnTo>
                <a:lnTo>
                  <a:pt x="449499" y="12008"/>
                </a:lnTo>
                <a:lnTo>
                  <a:pt x="450073" y="12252"/>
                </a:lnTo>
                <a:lnTo>
                  <a:pt x="450654" y="12511"/>
                </a:lnTo>
                <a:lnTo>
                  <a:pt x="451250" y="12776"/>
                </a:lnTo>
                <a:lnTo>
                  <a:pt x="451845" y="13035"/>
                </a:lnTo>
                <a:lnTo>
                  <a:pt x="452456" y="13315"/>
                </a:lnTo>
                <a:lnTo>
                  <a:pt x="453051" y="13587"/>
                </a:lnTo>
                <a:lnTo>
                  <a:pt x="453654" y="13867"/>
                </a:lnTo>
                <a:lnTo>
                  <a:pt x="454243" y="14147"/>
                </a:lnTo>
                <a:lnTo>
                  <a:pt x="454838" y="14427"/>
                </a:lnTo>
                <a:lnTo>
                  <a:pt x="455420" y="14693"/>
                </a:lnTo>
                <a:lnTo>
                  <a:pt x="455987" y="14972"/>
                </a:lnTo>
                <a:lnTo>
                  <a:pt x="456539" y="15245"/>
                </a:lnTo>
                <a:lnTo>
                  <a:pt x="457078" y="15518"/>
                </a:lnTo>
                <a:lnTo>
                  <a:pt x="457594" y="15776"/>
                </a:lnTo>
                <a:lnTo>
                  <a:pt x="458341" y="16157"/>
                </a:lnTo>
                <a:lnTo>
                  <a:pt x="459087" y="16544"/>
                </a:lnTo>
                <a:lnTo>
                  <a:pt x="459841" y="16932"/>
                </a:lnTo>
                <a:lnTo>
                  <a:pt x="460580" y="17319"/>
                </a:lnTo>
                <a:lnTo>
                  <a:pt x="461319" y="17714"/>
                </a:lnTo>
                <a:lnTo>
                  <a:pt x="462044" y="18109"/>
                </a:lnTo>
                <a:lnTo>
                  <a:pt x="462776" y="18511"/>
                </a:lnTo>
                <a:lnTo>
                  <a:pt x="463508" y="18913"/>
                </a:lnTo>
                <a:lnTo>
                  <a:pt x="464233" y="19322"/>
                </a:lnTo>
                <a:lnTo>
                  <a:pt x="464944" y="19731"/>
                </a:lnTo>
                <a:lnTo>
                  <a:pt x="465654" y="20140"/>
                </a:lnTo>
                <a:lnTo>
                  <a:pt x="466357" y="20549"/>
                </a:lnTo>
                <a:lnTo>
                  <a:pt x="467054" y="20958"/>
                </a:lnTo>
                <a:lnTo>
                  <a:pt x="467750" y="21382"/>
                </a:lnTo>
                <a:lnTo>
                  <a:pt x="468439" y="21798"/>
                </a:lnTo>
                <a:lnTo>
                  <a:pt x="469106" y="22228"/>
                </a:lnTo>
                <a:lnTo>
                  <a:pt x="469810" y="22666"/>
                </a:lnTo>
                <a:lnTo>
                  <a:pt x="470506" y="23104"/>
                </a:lnTo>
                <a:lnTo>
                  <a:pt x="471195" y="23542"/>
                </a:lnTo>
                <a:lnTo>
                  <a:pt x="471884" y="23973"/>
                </a:lnTo>
                <a:lnTo>
                  <a:pt x="472566" y="24417"/>
                </a:lnTo>
                <a:lnTo>
                  <a:pt x="473247" y="24855"/>
                </a:lnTo>
                <a:lnTo>
                  <a:pt x="473929" y="25300"/>
                </a:lnTo>
                <a:lnTo>
                  <a:pt x="474604" y="25760"/>
                </a:lnTo>
                <a:lnTo>
                  <a:pt x="475314" y="26233"/>
                </a:lnTo>
                <a:lnTo>
                  <a:pt x="476011" y="26714"/>
                </a:lnTo>
                <a:lnTo>
                  <a:pt x="476692" y="27181"/>
                </a:lnTo>
                <a:lnTo>
                  <a:pt x="477345" y="27647"/>
                </a:lnTo>
                <a:lnTo>
                  <a:pt x="477999" y="28106"/>
                </a:lnTo>
                <a:lnTo>
                  <a:pt x="478630" y="28566"/>
                </a:lnTo>
                <a:lnTo>
                  <a:pt x="479262" y="29018"/>
                </a:lnTo>
                <a:lnTo>
                  <a:pt x="479886" y="29477"/>
                </a:lnTo>
                <a:lnTo>
                  <a:pt x="480503" y="29929"/>
                </a:lnTo>
                <a:lnTo>
                  <a:pt x="481121" y="30389"/>
                </a:lnTo>
                <a:lnTo>
                  <a:pt x="481745" y="30855"/>
                </a:lnTo>
                <a:lnTo>
                  <a:pt x="482369" y="31322"/>
                </a:lnTo>
                <a:lnTo>
                  <a:pt x="483008" y="31796"/>
                </a:lnTo>
                <a:lnTo>
                  <a:pt x="483647" y="32269"/>
                </a:lnTo>
                <a:lnTo>
                  <a:pt x="484300" y="32764"/>
                </a:lnTo>
                <a:lnTo>
                  <a:pt x="484975" y="33260"/>
                </a:lnTo>
                <a:lnTo>
                  <a:pt x="485599" y="33733"/>
                </a:lnTo>
                <a:lnTo>
                  <a:pt x="486231" y="34229"/>
                </a:lnTo>
                <a:lnTo>
                  <a:pt x="486862" y="34738"/>
                </a:lnTo>
                <a:lnTo>
                  <a:pt x="487487" y="35248"/>
                </a:lnTo>
                <a:lnTo>
                  <a:pt x="488104" y="35750"/>
                </a:lnTo>
                <a:lnTo>
                  <a:pt x="488721" y="36260"/>
                </a:lnTo>
                <a:lnTo>
                  <a:pt x="489338" y="36755"/>
                </a:lnTo>
                <a:lnTo>
                  <a:pt x="489934" y="37221"/>
                </a:lnTo>
                <a:lnTo>
                  <a:pt x="501891" y="47743"/>
                </a:lnTo>
                <a:lnTo>
                  <a:pt x="502121" y="47965"/>
                </a:lnTo>
                <a:lnTo>
                  <a:pt x="502343" y="48195"/>
                </a:lnTo>
                <a:lnTo>
                  <a:pt x="502551" y="48425"/>
                </a:lnTo>
                <a:lnTo>
                  <a:pt x="502752" y="48654"/>
                </a:lnTo>
                <a:lnTo>
                  <a:pt x="502953" y="48884"/>
                </a:lnTo>
                <a:lnTo>
                  <a:pt x="503140" y="49107"/>
                </a:lnTo>
                <a:lnTo>
                  <a:pt x="503326" y="49322"/>
                </a:lnTo>
                <a:lnTo>
                  <a:pt x="503527" y="49516"/>
                </a:lnTo>
                <a:lnTo>
                  <a:pt x="504101" y="50083"/>
                </a:lnTo>
                <a:lnTo>
                  <a:pt x="504719" y="50707"/>
                </a:lnTo>
                <a:lnTo>
                  <a:pt x="505357" y="51367"/>
                </a:lnTo>
                <a:lnTo>
                  <a:pt x="505996" y="52056"/>
                </a:lnTo>
                <a:lnTo>
                  <a:pt x="506642" y="52753"/>
                </a:lnTo>
                <a:lnTo>
                  <a:pt x="507245" y="53442"/>
                </a:lnTo>
                <a:lnTo>
                  <a:pt x="507539" y="53779"/>
                </a:lnTo>
                <a:lnTo>
                  <a:pt x="507819" y="54116"/>
                </a:lnTo>
                <a:lnTo>
                  <a:pt x="508092" y="54439"/>
                </a:lnTo>
                <a:lnTo>
                  <a:pt x="508336" y="54741"/>
                </a:lnTo>
                <a:lnTo>
                  <a:pt x="508917" y="55458"/>
                </a:lnTo>
                <a:lnTo>
                  <a:pt x="509427" y="56097"/>
                </a:lnTo>
                <a:lnTo>
                  <a:pt x="509664" y="56398"/>
                </a:lnTo>
                <a:lnTo>
                  <a:pt x="509886" y="56700"/>
                </a:lnTo>
                <a:lnTo>
                  <a:pt x="510101" y="56994"/>
                </a:lnTo>
                <a:lnTo>
                  <a:pt x="510317" y="57281"/>
                </a:lnTo>
                <a:lnTo>
                  <a:pt x="510525" y="57583"/>
                </a:lnTo>
                <a:lnTo>
                  <a:pt x="510726" y="57891"/>
                </a:lnTo>
                <a:lnTo>
                  <a:pt x="510934" y="58200"/>
                </a:lnTo>
                <a:lnTo>
                  <a:pt x="511142" y="58530"/>
                </a:lnTo>
                <a:lnTo>
                  <a:pt x="511350" y="58875"/>
                </a:lnTo>
                <a:lnTo>
                  <a:pt x="511573" y="59241"/>
                </a:lnTo>
                <a:lnTo>
                  <a:pt x="511802" y="59643"/>
                </a:lnTo>
                <a:lnTo>
                  <a:pt x="512046" y="60066"/>
                </a:lnTo>
                <a:lnTo>
                  <a:pt x="512197" y="60346"/>
                </a:lnTo>
                <a:lnTo>
                  <a:pt x="512355" y="60683"/>
                </a:lnTo>
                <a:lnTo>
                  <a:pt x="512534" y="61049"/>
                </a:lnTo>
                <a:lnTo>
                  <a:pt x="512714" y="61458"/>
                </a:lnTo>
                <a:lnTo>
                  <a:pt x="512900" y="61896"/>
                </a:lnTo>
                <a:lnTo>
                  <a:pt x="513087" y="62363"/>
                </a:lnTo>
                <a:lnTo>
                  <a:pt x="513259" y="62851"/>
                </a:lnTo>
                <a:lnTo>
                  <a:pt x="513432" y="63339"/>
                </a:lnTo>
                <a:lnTo>
                  <a:pt x="513589" y="63841"/>
                </a:lnTo>
                <a:lnTo>
                  <a:pt x="513733" y="64343"/>
                </a:lnTo>
                <a:lnTo>
                  <a:pt x="513790" y="64588"/>
                </a:lnTo>
                <a:lnTo>
                  <a:pt x="513848" y="64839"/>
                </a:lnTo>
                <a:lnTo>
                  <a:pt x="513905" y="65083"/>
                </a:lnTo>
                <a:lnTo>
                  <a:pt x="513948" y="65320"/>
                </a:lnTo>
                <a:lnTo>
                  <a:pt x="513991" y="65549"/>
                </a:lnTo>
                <a:lnTo>
                  <a:pt x="514020" y="65779"/>
                </a:lnTo>
                <a:lnTo>
                  <a:pt x="514042" y="66001"/>
                </a:lnTo>
                <a:lnTo>
                  <a:pt x="514056" y="66217"/>
                </a:lnTo>
                <a:lnTo>
                  <a:pt x="514063" y="66425"/>
                </a:lnTo>
                <a:lnTo>
                  <a:pt x="514063" y="66626"/>
                </a:lnTo>
                <a:lnTo>
                  <a:pt x="514049" y="66812"/>
                </a:lnTo>
                <a:lnTo>
                  <a:pt x="514020" y="66992"/>
                </a:lnTo>
                <a:lnTo>
                  <a:pt x="513948" y="67401"/>
                </a:lnTo>
                <a:lnTo>
                  <a:pt x="513869" y="67796"/>
                </a:lnTo>
                <a:lnTo>
                  <a:pt x="513783" y="68190"/>
                </a:lnTo>
                <a:lnTo>
                  <a:pt x="513683" y="68564"/>
                </a:lnTo>
                <a:lnTo>
                  <a:pt x="513589" y="68944"/>
                </a:lnTo>
                <a:lnTo>
                  <a:pt x="513482" y="69310"/>
                </a:lnTo>
                <a:lnTo>
                  <a:pt x="513367" y="69676"/>
                </a:lnTo>
                <a:lnTo>
                  <a:pt x="513245" y="70028"/>
                </a:lnTo>
                <a:lnTo>
                  <a:pt x="513116" y="70372"/>
                </a:lnTo>
                <a:lnTo>
                  <a:pt x="512979" y="70717"/>
                </a:lnTo>
                <a:lnTo>
                  <a:pt x="512843" y="71054"/>
                </a:lnTo>
                <a:lnTo>
                  <a:pt x="512699" y="71384"/>
                </a:lnTo>
                <a:lnTo>
                  <a:pt x="512542" y="71714"/>
                </a:lnTo>
                <a:lnTo>
                  <a:pt x="512391" y="72037"/>
                </a:lnTo>
                <a:lnTo>
                  <a:pt x="512226" y="72353"/>
                </a:lnTo>
                <a:lnTo>
                  <a:pt x="512061" y="72669"/>
                </a:lnTo>
                <a:lnTo>
                  <a:pt x="511888" y="72985"/>
                </a:lnTo>
                <a:lnTo>
                  <a:pt x="511709" y="73286"/>
                </a:lnTo>
                <a:lnTo>
                  <a:pt x="511522" y="73595"/>
                </a:lnTo>
                <a:lnTo>
                  <a:pt x="511336" y="73896"/>
                </a:lnTo>
                <a:lnTo>
                  <a:pt x="511149" y="74190"/>
                </a:lnTo>
                <a:lnTo>
                  <a:pt x="510948" y="74492"/>
                </a:lnTo>
                <a:lnTo>
                  <a:pt x="510755" y="74793"/>
                </a:lnTo>
                <a:lnTo>
                  <a:pt x="510546" y="75088"/>
                </a:lnTo>
                <a:lnTo>
                  <a:pt x="510137" y="75669"/>
                </a:lnTo>
                <a:lnTo>
                  <a:pt x="509699" y="76265"/>
                </a:lnTo>
                <a:lnTo>
                  <a:pt x="509262" y="76846"/>
                </a:lnTo>
                <a:lnTo>
                  <a:pt x="508810" y="77434"/>
                </a:lnTo>
                <a:lnTo>
                  <a:pt x="508558" y="77750"/>
                </a:lnTo>
                <a:lnTo>
                  <a:pt x="508314" y="78052"/>
                </a:lnTo>
                <a:lnTo>
                  <a:pt x="508185" y="78202"/>
                </a:lnTo>
                <a:lnTo>
                  <a:pt x="508049" y="78339"/>
                </a:lnTo>
                <a:lnTo>
                  <a:pt x="507912" y="78482"/>
                </a:lnTo>
                <a:lnTo>
                  <a:pt x="507762" y="78611"/>
                </a:lnTo>
                <a:lnTo>
                  <a:pt x="507683" y="78726"/>
                </a:lnTo>
                <a:lnTo>
                  <a:pt x="507503" y="78927"/>
                </a:lnTo>
                <a:lnTo>
                  <a:pt x="507252" y="79207"/>
                </a:lnTo>
                <a:lnTo>
                  <a:pt x="506929" y="79552"/>
                </a:lnTo>
                <a:lnTo>
                  <a:pt x="506556" y="79954"/>
                </a:lnTo>
                <a:lnTo>
                  <a:pt x="506140" y="80399"/>
                </a:lnTo>
                <a:lnTo>
                  <a:pt x="505688" y="80872"/>
                </a:lnTo>
                <a:lnTo>
                  <a:pt x="505221" y="81353"/>
                </a:lnTo>
                <a:lnTo>
                  <a:pt x="504747" y="81841"/>
                </a:lnTo>
                <a:lnTo>
                  <a:pt x="504274" y="82322"/>
                </a:lnTo>
                <a:lnTo>
                  <a:pt x="503822" y="82789"/>
                </a:lnTo>
                <a:lnTo>
                  <a:pt x="503405" y="83219"/>
                </a:lnTo>
                <a:lnTo>
                  <a:pt x="503018" y="83607"/>
                </a:lnTo>
                <a:lnTo>
                  <a:pt x="502680" y="83944"/>
                </a:lnTo>
                <a:lnTo>
                  <a:pt x="502415" y="84210"/>
                </a:lnTo>
                <a:lnTo>
                  <a:pt x="502221" y="84389"/>
                </a:lnTo>
                <a:lnTo>
                  <a:pt x="501984" y="84619"/>
                </a:lnTo>
                <a:lnTo>
                  <a:pt x="501747" y="84856"/>
                </a:lnTo>
                <a:lnTo>
                  <a:pt x="501518" y="85071"/>
                </a:lnTo>
                <a:lnTo>
                  <a:pt x="501288" y="85293"/>
                </a:lnTo>
                <a:lnTo>
                  <a:pt x="501058" y="85516"/>
                </a:lnTo>
                <a:lnTo>
                  <a:pt x="500822" y="85745"/>
                </a:lnTo>
                <a:lnTo>
                  <a:pt x="500592" y="85975"/>
                </a:lnTo>
                <a:lnTo>
                  <a:pt x="500355" y="86219"/>
                </a:lnTo>
                <a:lnTo>
                  <a:pt x="498848" y="87561"/>
                </a:lnTo>
                <a:lnTo>
                  <a:pt x="498697" y="87705"/>
                </a:lnTo>
                <a:lnTo>
                  <a:pt x="498597" y="87798"/>
                </a:lnTo>
                <a:lnTo>
                  <a:pt x="498511" y="87884"/>
                </a:lnTo>
                <a:lnTo>
                  <a:pt x="498360" y="87999"/>
                </a:lnTo>
                <a:lnTo>
                  <a:pt x="498101" y="88214"/>
                </a:lnTo>
                <a:lnTo>
                  <a:pt x="497771" y="88480"/>
                </a:lnTo>
                <a:lnTo>
                  <a:pt x="497405" y="88796"/>
                </a:lnTo>
                <a:lnTo>
                  <a:pt x="497003" y="89147"/>
                </a:lnTo>
                <a:lnTo>
                  <a:pt x="496573" y="89535"/>
                </a:lnTo>
                <a:lnTo>
                  <a:pt x="496121" y="89930"/>
                </a:lnTo>
                <a:lnTo>
                  <a:pt x="495654" y="90339"/>
                </a:lnTo>
                <a:lnTo>
                  <a:pt x="495180" y="90755"/>
                </a:lnTo>
                <a:lnTo>
                  <a:pt x="494714" y="91157"/>
                </a:lnTo>
                <a:lnTo>
                  <a:pt x="494269" y="91552"/>
                </a:lnTo>
                <a:lnTo>
                  <a:pt x="493838" y="91918"/>
                </a:lnTo>
                <a:lnTo>
                  <a:pt x="493444" y="92255"/>
                </a:lnTo>
                <a:lnTo>
                  <a:pt x="493077" y="92549"/>
                </a:lnTo>
                <a:lnTo>
                  <a:pt x="492769" y="92786"/>
                </a:lnTo>
                <a:lnTo>
                  <a:pt x="492640" y="92887"/>
                </a:lnTo>
                <a:lnTo>
                  <a:pt x="492518" y="92973"/>
                </a:lnTo>
                <a:lnTo>
                  <a:pt x="492410" y="93037"/>
                </a:lnTo>
                <a:lnTo>
                  <a:pt x="492317" y="93088"/>
                </a:lnTo>
                <a:lnTo>
                  <a:pt x="492238" y="93174"/>
                </a:lnTo>
                <a:lnTo>
                  <a:pt x="492101" y="93303"/>
                </a:lnTo>
                <a:lnTo>
                  <a:pt x="491922" y="93461"/>
                </a:lnTo>
                <a:lnTo>
                  <a:pt x="491700" y="93647"/>
                </a:lnTo>
                <a:lnTo>
                  <a:pt x="491140" y="94107"/>
                </a:lnTo>
                <a:lnTo>
                  <a:pt x="490451" y="94667"/>
                </a:lnTo>
                <a:lnTo>
                  <a:pt x="489654" y="95298"/>
                </a:lnTo>
                <a:lnTo>
                  <a:pt x="488786" y="95987"/>
                </a:lnTo>
                <a:lnTo>
                  <a:pt x="487860" y="96712"/>
                </a:lnTo>
                <a:lnTo>
                  <a:pt x="486905" y="97451"/>
                </a:lnTo>
                <a:lnTo>
                  <a:pt x="485951" y="98183"/>
                </a:lnTo>
                <a:lnTo>
                  <a:pt x="485018" y="98894"/>
                </a:lnTo>
                <a:lnTo>
                  <a:pt x="484135" y="99569"/>
                </a:lnTo>
                <a:lnTo>
                  <a:pt x="483324" y="100179"/>
                </a:lnTo>
                <a:lnTo>
                  <a:pt x="482621" y="100695"/>
                </a:lnTo>
                <a:lnTo>
                  <a:pt x="482032" y="101112"/>
                </a:lnTo>
                <a:lnTo>
                  <a:pt x="481795" y="101284"/>
                </a:lnTo>
                <a:lnTo>
                  <a:pt x="481601" y="101420"/>
                </a:lnTo>
                <a:lnTo>
                  <a:pt x="481451" y="101506"/>
                </a:lnTo>
                <a:lnTo>
                  <a:pt x="481343" y="101571"/>
                </a:lnTo>
                <a:lnTo>
                  <a:pt x="481106" y="101765"/>
                </a:lnTo>
                <a:lnTo>
                  <a:pt x="480733" y="102045"/>
                </a:lnTo>
                <a:lnTo>
                  <a:pt x="480245" y="102396"/>
                </a:lnTo>
                <a:lnTo>
                  <a:pt x="479671" y="102805"/>
                </a:lnTo>
                <a:lnTo>
                  <a:pt x="479011" y="103265"/>
                </a:lnTo>
                <a:lnTo>
                  <a:pt x="478314" y="103760"/>
                </a:lnTo>
                <a:lnTo>
                  <a:pt x="477568" y="104269"/>
                </a:lnTo>
                <a:lnTo>
                  <a:pt x="476814" y="104786"/>
                </a:lnTo>
                <a:lnTo>
                  <a:pt x="476054" y="105303"/>
                </a:lnTo>
                <a:lnTo>
                  <a:pt x="475314" y="105798"/>
                </a:lnTo>
                <a:lnTo>
                  <a:pt x="474618" y="106265"/>
                </a:lnTo>
                <a:lnTo>
                  <a:pt x="473979" y="106681"/>
                </a:lnTo>
                <a:lnTo>
                  <a:pt x="473420" y="107033"/>
                </a:lnTo>
                <a:lnTo>
                  <a:pt x="472953" y="107327"/>
                </a:lnTo>
                <a:lnTo>
                  <a:pt x="472752" y="107442"/>
                </a:lnTo>
                <a:lnTo>
                  <a:pt x="472601" y="107528"/>
                </a:lnTo>
                <a:lnTo>
                  <a:pt x="472465" y="107592"/>
                </a:lnTo>
                <a:lnTo>
                  <a:pt x="472379" y="107636"/>
                </a:lnTo>
                <a:lnTo>
                  <a:pt x="472307" y="107707"/>
                </a:lnTo>
                <a:lnTo>
                  <a:pt x="472171" y="107808"/>
                </a:lnTo>
                <a:lnTo>
                  <a:pt x="471991" y="107930"/>
                </a:lnTo>
                <a:lnTo>
                  <a:pt x="471762" y="108088"/>
                </a:lnTo>
                <a:lnTo>
                  <a:pt x="471180" y="108454"/>
                </a:lnTo>
                <a:lnTo>
                  <a:pt x="470441" y="108920"/>
                </a:lnTo>
                <a:lnTo>
                  <a:pt x="469580" y="109444"/>
                </a:lnTo>
                <a:lnTo>
                  <a:pt x="468625" y="110011"/>
                </a:lnTo>
                <a:lnTo>
                  <a:pt x="467606" y="110607"/>
                </a:lnTo>
                <a:lnTo>
                  <a:pt x="466537" y="111231"/>
                </a:lnTo>
                <a:lnTo>
                  <a:pt x="465460" y="111848"/>
                </a:lnTo>
                <a:lnTo>
                  <a:pt x="464405" y="112459"/>
                </a:lnTo>
                <a:lnTo>
                  <a:pt x="463386" y="113025"/>
                </a:lnTo>
                <a:lnTo>
                  <a:pt x="462439" y="113549"/>
                </a:lnTo>
                <a:lnTo>
                  <a:pt x="461585" y="114016"/>
                </a:lnTo>
                <a:lnTo>
                  <a:pt x="460867" y="114396"/>
                </a:lnTo>
                <a:lnTo>
                  <a:pt x="460558" y="114561"/>
                </a:lnTo>
                <a:lnTo>
                  <a:pt x="460300" y="114683"/>
                </a:lnTo>
                <a:lnTo>
                  <a:pt x="460078" y="114791"/>
                </a:lnTo>
                <a:lnTo>
                  <a:pt x="459905" y="114863"/>
                </a:lnTo>
                <a:lnTo>
                  <a:pt x="459647" y="115021"/>
                </a:lnTo>
                <a:lnTo>
                  <a:pt x="459389" y="115179"/>
                </a:lnTo>
                <a:lnTo>
                  <a:pt x="459109" y="115329"/>
                </a:lnTo>
                <a:lnTo>
                  <a:pt x="458822" y="115487"/>
                </a:lnTo>
                <a:lnTo>
                  <a:pt x="458219" y="115781"/>
                </a:lnTo>
                <a:lnTo>
                  <a:pt x="457594" y="116076"/>
                </a:lnTo>
                <a:lnTo>
                  <a:pt x="456970" y="116370"/>
                </a:lnTo>
                <a:lnTo>
                  <a:pt x="456345" y="116657"/>
                </a:lnTo>
                <a:lnTo>
                  <a:pt x="455750" y="116930"/>
                </a:lnTo>
                <a:lnTo>
                  <a:pt x="455183" y="117210"/>
                </a:lnTo>
                <a:lnTo>
                  <a:pt x="454889" y="117360"/>
                </a:lnTo>
                <a:lnTo>
                  <a:pt x="454587" y="117497"/>
                </a:lnTo>
                <a:lnTo>
                  <a:pt x="454286" y="117640"/>
                </a:lnTo>
                <a:lnTo>
                  <a:pt x="453984" y="117770"/>
                </a:lnTo>
                <a:lnTo>
                  <a:pt x="453690" y="117913"/>
                </a:lnTo>
                <a:lnTo>
                  <a:pt x="453381" y="118042"/>
                </a:lnTo>
                <a:lnTo>
                  <a:pt x="453080" y="118171"/>
                </a:lnTo>
                <a:lnTo>
                  <a:pt x="452786" y="118315"/>
                </a:lnTo>
                <a:lnTo>
                  <a:pt x="452520" y="118437"/>
                </a:lnTo>
                <a:lnTo>
                  <a:pt x="452226" y="118581"/>
                </a:lnTo>
                <a:lnTo>
                  <a:pt x="451896" y="118731"/>
                </a:lnTo>
                <a:lnTo>
                  <a:pt x="451551" y="118889"/>
                </a:lnTo>
                <a:lnTo>
                  <a:pt x="451214" y="119047"/>
                </a:lnTo>
                <a:lnTo>
                  <a:pt x="450884" y="119176"/>
                </a:lnTo>
                <a:lnTo>
                  <a:pt x="450575" y="119291"/>
                </a:lnTo>
                <a:lnTo>
                  <a:pt x="450310" y="119377"/>
                </a:lnTo>
                <a:lnTo>
                  <a:pt x="449965" y="119557"/>
                </a:lnTo>
                <a:lnTo>
                  <a:pt x="449578" y="119729"/>
                </a:lnTo>
                <a:lnTo>
                  <a:pt x="449168" y="119908"/>
                </a:lnTo>
                <a:lnTo>
                  <a:pt x="448745" y="120081"/>
                </a:lnTo>
                <a:lnTo>
                  <a:pt x="448307" y="120253"/>
                </a:lnTo>
                <a:lnTo>
                  <a:pt x="447884" y="120418"/>
                </a:lnTo>
                <a:lnTo>
                  <a:pt x="447467" y="120569"/>
                </a:lnTo>
                <a:lnTo>
                  <a:pt x="447094" y="120726"/>
                </a:lnTo>
                <a:lnTo>
                  <a:pt x="446743" y="120870"/>
                </a:lnTo>
                <a:lnTo>
                  <a:pt x="446262" y="121057"/>
                </a:lnTo>
                <a:lnTo>
                  <a:pt x="445688" y="121286"/>
                </a:lnTo>
                <a:lnTo>
                  <a:pt x="445034" y="121559"/>
                </a:lnTo>
                <a:lnTo>
                  <a:pt x="444302" y="121846"/>
                </a:lnTo>
                <a:lnTo>
                  <a:pt x="443520" y="122162"/>
                </a:lnTo>
                <a:lnTo>
                  <a:pt x="442716" y="122485"/>
                </a:lnTo>
                <a:lnTo>
                  <a:pt x="441905" y="122815"/>
                </a:lnTo>
                <a:lnTo>
                  <a:pt x="441087" y="123131"/>
                </a:lnTo>
                <a:lnTo>
                  <a:pt x="440298" y="123447"/>
                </a:lnTo>
                <a:lnTo>
                  <a:pt x="439558" y="123734"/>
                </a:lnTo>
                <a:lnTo>
                  <a:pt x="438884" y="123999"/>
                </a:lnTo>
                <a:lnTo>
                  <a:pt x="438281" y="124222"/>
                </a:lnTo>
                <a:lnTo>
                  <a:pt x="437778" y="124401"/>
                </a:lnTo>
                <a:lnTo>
                  <a:pt x="437405" y="124530"/>
                </a:lnTo>
                <a:lnTo>
                  <a:pt x="437154" y="124602"/>
                </a:lnTo>
                <a:lnTo>
                  <a:pt x="437039" y="124660"/>
                </a:lnTo>
                <a:lnTo>
                  <a:pt x="436853" y="124753"/>
                </a:lnTo>
                <a:lnTo>
                  <a:pt x="436594" y="124868"/>
                </a:lnTo>
                <a:lnTo>
                  <a:pt x="436278" y="124990"/>
                </a:lnTo>
                <a:lnTo>
                  <a:pt x="435503" y="125284"/>
                </a:lnTo>
                <a:lnTo>
                  <a:pt x="434635" y="125607"/>
                </a:lnTo>
                <a:lnTo>
                  <a:pt x="433738" y="125915"/>
                </a:lnTo>
                <a:lnTo>
                  <a:pt x="432912" y="126217"/>
                </a:lnTo>
                <a:lnTo>
                  <a:pt x="432231" y="126454"/>
                </a:lnTo>
                <a:lnTo>
                  <a:pt x="431786" y="126597"/>
                </a:lnTo>
                <a:lnTo>
                  <a:pt x="430673" y="126971"/>
                </a:lnTo>
                <a:lnTo>
                  <a:pt x="429582" y="127329"/>
                </a:lnTo>
                <a:lnTo>
                  <a:pt x="428499" y="127674"/>
                </a:lnTo>
                <a:lnTo>
                  <a:pt x="427422" y="128011"/>
                </a:lnTo>
                <a:lnTo>
                  <a:pt x="426360" y="128341"/>
                </a:lnTo>
                <a:lnTo>
                  <a:pt x="425283" y="128664"/>
                </a:lnTo>
                <a:lnTo>
                  <a:pt x="424214" y="128966"/>
                </a:lnTo>
                <a:lnTo>
                  <a:pt x="423137" y="129253"/>
                </a:lnTo>
                <a:lnTo>
                  <a:pt x="422599" y="129389"/>
                </a:lnTo>
                <a:lnTo>
                  <a:pt x="422054" y="129533"/>
                </a:lnTo>
                <a:lnTo>
                  <a:pt x="421508" y="129662"/>
                </a:lnTo>
                <a:lnTo>
                  <a:pt x="420970" y="129784"/>
                </a:lnTo>
                <a:lnTo>
                  <a:pt x="420417" y="129913"/>
                </a:lnTo>
                <a:lnTo>
                  <a:pt x="419857" y="130035"/>
                </a:lnTo>
                <a:lnTo>
                  <a:pt x="419312" y="130150"/>
                </a:lnTo>
                <a:lnTo>
                  <a:pt x="418752" y="130265"/>
                </a:lnTo>
                <a:lnTo>
                  <a:pt x="418185" y="130372"/>
                </a:lnTo>
                <a:lnTo>
                  <a:pt x="417611" y="130466"/>
                </a:lnTo>
                <a:lnTo>
                  <a:pt x="417044" y="130566"/>
                </a:lnTo>
                <a:lnTo>
                  <a:pt x="416463" y="130667"/>
                </a:lnTo>
                <a:lnTo>
                  <a:pt x="415881" y="130753"/>
                </a:lnTo>
                <a:lnTo>
                  <a:pt x="415286" y="130839"/>
                </a:lnTo>
                <a:lnTo>
                  <a:pt x="414690" y="130911"/>
                </a:lnTo>
                <a:lnTo>
                  <a:pt x="414087" y="130983"/>
                </a:lnTo>
                <a:lnTo>
                  <a:pt x="413664" y="131033"/>
                </a:lnTo>
                <a:lnTo>
                  <a:pt x="413226" y="131083"/>
                </a:lnTo>
                <a:lnTo>
                  <a:pt x="412795" y="131133"/>
                </a:lnTo>
                <a:lnTo>
                  <a:pt x="412365" y="131176"/>
                </a:lnTo>
                <a:lnTo>
                  <a:pt x="411927" y="131219"/>
                </a:lnTo>
                <a:lnTo>
                  <a:pt x="411496" y="131248"/>
                </a:lnTo>
                <a:lnTo>
                  <a:pt x="411058" y="131284"/>
                </a:lnTo>
                <a:lnTo>
                  <a:pt x="410621" y="131313"/>
                </a:lnTo>
                <a:lnTo>
                  <a:pt x="410176" y="131341"/>
                </a:lnTo>
                <a:lnTo>
                  <a:pt x="409745" y="131363"/>
                </a:lnTo>
                <a:lnTo>
                  <a:pt x="409307" y="131377"/>
                </a:lnTo>
                <a:lnTo>
                  <a:pt x="408862" y="131399"/>
                </a:lnTo>
                <a:lnTo>
                  <a:pt x="408432" y="131406"/>
                </a:lnTo>
                <a:lnTo>
                  <a:pt x="407994" y="131413"/>
                </a:lnTo>
                <a:lnTo>
                  <a:pt x="407556" y="131413"/>
                </a:lnTo>
                <a:lnTo>
                  <a:pt x="407133" y="131406"/>
                </a:lnTo>
                <a:lnTo>
                  <a:pt x="406910" y="131406"/>
                </a:lnTo>
                <a:lnTo>
                  <a:pt x="406702" y="131399"/>
                </a:lnTo>
                <a:lnTo>
                  <a:pt x="406494" y="131377"/>
                </a:lnTo>
                <a:lnTo>
                  <a:pt x="406286" y="131363"/>
                </a:lnTo>
                <a:lnTo>
                  <a:pt x="406092" y="131341"/>
                </a:lnTo>
                <a:lnTo>
                  <a:pt x="405891" y="131313"/>
                </a:lnTo>
                <a:lnTo>
                  <a:pt x="405697" y="131284"/>
                </a:lnTo>
                <a:lnTo>
                  <a:pt x="405503" y="131248"/>
                </a:lnTo>
                <a:lnTo>
                  <a:pt x="405130" y="131176"/>
                </a:lnTo>
                <a:lnTo>
                  <a:pt x="404764" y="131083"/>
                </a:lnTo>
                <a:lnTo>
                  <a:pt x="404412" y="130975"/>
                </a:lnTo>
                <a:lnTo>
                  <a:pt x="404068" y="130853"/>
                </a:lnTo>
                <a:lnTo>
                  <a:pt x="403738" y="130724"/>
                </a:lnTo>
                <a:lnTo>
                  <a:pt x="403422" y="130581"/>
                </a:lnTo>
                <a:lnTo>
                  <a:pt x="403106" y="130437"/>
                </a:lnTo>
                <a:lnTo>
                  <a:pt x="402805" y="130272"/>
                </a:lnTo>
                <a:lnTo>
                  <a:pt x="402511" y="130100"/>
                </a:lnTo>
                <a:lnTo>
                  <a:pt x="402216" y="129920"/>
                </a:lnTo>
                <a:lnTo>
                  <a:pt x="401936" y="129727"/>
                </a:lnTo>
                <a:lnTo>
                  <a:pt x="401656" y="129533"/>
                </a:lnTo>
                <a:lnTo>
                  <a:pt x="401420" y="129353"/>
                </a:lnTo>
                <a:lnTo>
                  <a:pt x="401183" y="129174"/>
                </a:lnTo>
                <a:lnTo>
                  <a:pt x="400967" y="128973"/>
                </a:lnTo>
                <a:lnTo>
                  <a:pt x="400738" y="128779"/>
                </a:lnTo>
                <a:lnTo>
                  <a:pt x="400515" y="128571"/>
                </a:lnTo>
                <a:lnTo>
                  <a:pt x="400300" y="128356"/>
                </a:lnTo>
                <a:lnTo>
                  <a:pt x="400085" y="128133"/>
                </a:lnTo>
                <a:lnTo>
                  <a:pt x="399869" y="127911"/>
                </a:lnTo>
                <a:lnTo>
                  <a:pt x="399668" y="127674"/>
                </a:lnTo>
                <a:lnTo>
                  <a:pt x="399460" y="127437"/>
                </a:lnTo>
                <a:lnTo>
                  <a:pt x="399267" y="127193"/>
                </a:lnTo>
                <a:lnTo>
                  <a:pt x="399066" y="126942"/>
                </a:lnTo>
                <a:lnTo>
                  <a:pt x="398872" y="126683"/>
                </a:lnTo>
                <a:lnTo>
                  <a:pt x="398678" y="126418"/>
                </a:lnTo>
                <a:lnTo>
                  <a:pt x="398491" y="126145"/>
                </a:lnTo>
                <a:lnTo>
                  <a:pt x="398305" y="125872"/>
                </a:lnTo>
                <a:lnTo>
                  <a:pt x="398125" y="125593"/>
                </a:lnTo>
                <a:lnTo>
                  <a:pt x="397946" y="125305"/>
                </a:lnTo>
                <a:lnTo>
                  <a:pt x="397767" y="125004"/>
                </a:lnTo>
                <a:lnTo>
                  <a:pt x="397594" y="124710"/>
                </a:lnTo>
                <a:lnTo>
                  <a:pt x="397422" y="124408"/>
                </a:lnTo>
                <a:lnTo>
                  <a:pt x="397250" y="124093"/>
                </a:lnTo>
                <a:lnTo>
                  <a:pt x="397092" y="123784"/>
                </a:lnTo>
                <a:lnTo>
                  <a:pt x="396927" y="123461"/>
                </a:lnTo>
                <a:lnTo>
                  <a:pt x="396769" y="123131"/>
                </a:lnTo>
                <a:lnTo>
                  <a:pt x="396611" y="122808"/>
                </a:lnTo>
                <a:lnTo>
                  <a:pt x="396453" y="122471"/>
                </a:lnTo>
                <a:lnTo>
                  <a:pt x="396302" y="122133"/>
                </a:lnTo>
                <a:lnTo>
                  <a:pt x="396001" y="121437"/>
                </a:lnTo>
                <a:lnTo>
                  <a:pt x="395714" y="120726"/>
                </a:lnTo>
                <a:lnTo>
                  <a:pt x="395477" y="120109"/>
                </a:lnTo>
                <a:lnTo>
                  <a:pt x="395240" y="119470"/>
                </a:lnTo>
                <a:lnTo>
                  <a:pt x="395003" y="118825"/>
                </a:lnTo>
                <a:lnTo>
                  <a:pt x="394774" y="118143"/>
                </a:lnTo>
                <a:lnTo>
                  <a:pt x="394544" y="117454"/>
                </a:lnTo>
                <a:lnTo>
                  <a:pt x="394322" y="116743"/>
                </a:lnTo>
                <a:lnTo>
                  <a:pt x="394099" y="116018"/>
                </a:lnTo>
                <a:lnTo>
                  <a:pt x="393877" y="115293"/>
                </a:lnTo>
                <a:lnTo>
                  <a:pt x="393661" y="114540"/>
                </a:lnTo>
                <a:lnTo>
                  <a:pt x="393453" y="113786"/>
                </a:lnTo>
                <a:lnTo>
                  <a:pt x="393238" y="113018"/>
                </a:lnTo>
                <a:lnTo>
                  <a:pt x="393030" y="112243"/>
                </a:lnTo>
                <a:lnTo>
                  <a:pt x="392836" y="111461"/>
                </a:lnTo>
                <a:lnTo>
                  <a:pt x="392628" y="110671"/>
                </a:lnTo>
                <a:lnTo>
                  <a:pt x="392441" y="109889"/>
                </a:lnTo>
                <a:lnTo>
                  <a:pt x="392240" y="109092"/>
                </a:lnTo>
                <a:lnTo>
                  <a:pt x="391874" y="107506"/>
                </a:lnTo>
                <a:lnTo>
                  <a:pt x="391530" y="105913"/>
                </a:lnTo>
                <a:lnTo>
                  <a:pt x="391192" y="104341"/>
                </a:lnTo>
                <a:lnTo>
                  <a:pt x="390877" y="102791"/>
                </a:lnTo>
                <a:lnTo>
                  <a:pt x="390582" y="101269"/>
                </a:lnTo>
                <a:lnTo>
                  <a:pt x="390317" y="99798"/>
                </a:lnTo>
                <a:lnTo>
                  <a:pt x="390066" y="98377"/>
                </a:lnTo>
                <a:lnTo>
                  <a:pt x="389836" y="97028"/>
                </a:lnTo>
                <a:lnTo>
                  <a:pt x="389714" y="96217"/>
                </a:lnTo>
                <a:lnTo>
                  <a:pt x="389585" y="95406"/>
                </a:lnTo>
                <a:lnTo>
                  <a:pt x="389463" y="94595"/>
                </a:lnTo>
                <a:lnTo>
                  <a:pt x="389348" y="93777"/>
                </a:lnTo>
                <a:lnTo>
                  <a:pt x="389226" y="92966"/>
                </a:lnTo>
                <a:lnTo>
                  <a:pt x="389125" y="92147"/>
                </a:lnTo>
                <a:lnTo>
                  <a:pt x="389018" y="91329"/>
                </a:lnTo>
                <a:lnTo>
                  <a:pt x="388910" y="90511"/>
                </a:lnTo>
                <a:lnTo>
                  <a:pt x="388810" y="89700"/>
                </a:lnTo>
                <a:lnTo>
                  <a:pt x="388709" y="88875"/>
                </a:lnTo>
                <a:lnTo>
                  <a:pt x="388623" y="88056"/>
                </a:lnTo>
                <a:lnTo>
                  <a:pt x="388530" y="87231"/>
                </a:lnTo>
                <a:lnTo>
                  <a:pt x="388444" y="86413"/>
                </a:lnTo>
                <a:lnTo>
                  <a:pt x="388357" y="85595"/>
                </a:lnTo>
                <a:lnTo>
                  <a:pt x="388279" y="84769"/>
                </a:lnTo>
                <a:lnTo>
                  <a:pt x="388200" y="83951"/>
                </a:lnTo>
                <a:lnTo>
                  <a:pt x="388121" y="83076"/>
                </a:lnTo>
                <a:lnTo>
                  <a:pt x="388049" y="82207"/>
                </a:lnTo>
                <a:lnTo>
                  <a:pt x="387984" y="81339"/>
                </a:lnTo>
                <a:lnTo>
                  <a:pt x="387912" y="80478"/>
                </a:lnTo>
                <a:lnTo>
                  <a:pt x="387855" y="79602"/>
                </a:lnTo>
                <a:lnTo>
                  <a:pt x="387798" y="78741"/>
                </a:lnTo>
                <a:lnTo>
                  <a:pt x="387740" y="77879"/>
                </a:lnTo>
                <a:lnTo>
                  <a:pt x="387697" y="77018"/>
                </a:lnTo>
                <a:lnTo>
                  <a:pt x="387647" y="76157"/>
                </a:lnTo>
                <a:lnTo>
                  <a:pt x="387597" y="75289"/>
                </a:lnTo>
                <a:lnTo>
                  <a:pt x="387546" y="74420"/>
                </a:lnTo>
                <a:lnTo>
                  <a:pt x="387503" y="73559"/>
                </a:lnTo>
                <a:lnTo>
                  <a:pt x="387453" y="72690"/>
                </a:lnTo>
                <a:lnTo>
                  <a:pt x="387403" y="71815"/>
                </a:lnTo>
                <a:lnTo>
                  <a:pt x="387360" y="70946"/>
                </a:lnTo>
                <a:lnTo>
                  <a:pt x="387310" y="70071"/>
                </a:lnTo>
                <a:lnTo>
                  <a:pt x="387281" y="69482"/>
                </a:lnTo>
                <a:lnTo>
                  <a:pt x="387259" y="68894"/>
                </a:lnTo>
                <a:lnTo>
                  <a:pt x="387231" y="68312"/>
                </a:lnTo>
                <a:lnTo>
                  <a:pt x="387223" y="67731"/>
                </a:lnTo>
                <a:lnTo>
                  <a:pt x="387216" y="67135"/>
                </a:lnTo>
                <a:lnTo>
                  <a:pt x="387209" y="66554"/>
                </a:lnTo>
                <a:lnTo>
                  <a:pt x="387209" y="65958"/>
                </a:lnTo>
                <a:lnTo>
                  <a:pt x="387209" y="65377"/>
                </a:lnTo>
                <a:lnTo>
                  <a:pt x="387231" y="64207"/>
                </a:lnTo>
                <a:lnTo>
                  <a:pt x="387267" y="63030"/>
                </a:lnTo>
                <a:lnTo>
                  <a:pt x="387310" y="61860"/>
                </a:lnTo>
                <a:lnTo>
                  <a:pt x="387367" y="60690"/>
                </a:lnTo>
                <a:lnTo>
                  <a:pt x="387432" y="59520"/>
                </a:lnTo>
                <a:lnTo>
                  <a:pt x="387511" y="58351"/>
                </a:lnTo>
                <a:lnTo>
                  <a:pt x="387597" y="57181"/>
                </a:lnTo>
                <a:lnTo>
                  <a:pt x="387676" y="56018"/>
                </a:lnTo>
                <a:lnTo>
                  <a:pt x="387776" y="54855"/>
                </a:lnTo>
                <a:lnTo>
                  <a:pt x="387869" y="53693"/>
                </a:lnTo>
                <a:lnTo>
                  <a:pt x="387963" y="52530"/>
                </a:lnTo>
                <a:lnTo>
                  <a:pt x="388063" y="51375"/>
                </a:lnTo>
                <a:lnTo>
                  <a:pt x="388121" y="50542"/>
                </a:lnTo>
                <a:lnTo>
                  <a:pt x="388192" y="49717"/>
                </a:lnTo>
                <a:lnTo>
                  <a:pt x="388271" y="48884"/>
                </a:lnTo>
                <a:lnTo>
                  <a:pt x="388357" y="48066"/>
                </a:lnTo>
                <a:lnTo>
                  <a:pt x="388451" y="47233"/>
                </a:lnTo>
                <a:lnTo>
                  <a:pt x="388537" y="46415"/>
                </a:lnTo>
                <a:lnTo>
                  <a:pt x="388637" y="45590"/>
                </a:lnTo>
                <a:lnTo>
                  <a:pt x="388745" y="44772"/>
                </a:lnTo>
                <a:lnTo>
                  <a:pt x="388853" y="43953"/>
                </a:lnTo>
                <a:lnTo>
                  <a:pt x="388960" y="43128"/>
                </a:lnTo>
                <a:lnTo>
                  <a:pt x="389068" y="42317"/>
                </a:lnTo>
                <a:lnTo>
                  <a:pt x="389183" y="41492"/>
                </a:lnTo>
                <a:lnTo>
                  <a:pt x="389283" y="40681"/>
                </a:lnTo>
                <a:lnTo>
                  <a:pt x="389391" y="39870"/>
                </a:lnTo>
                <a:lnTo>
                  <a:pt x="389506" y="39059"/>
                </a:lnTo>
                <a:lnTo>
                  <a:pt x="389613" y="38241"/>
                </a:lnTo>
                <a:lnTo>
                  <a:pt x="389692" y="37702"/>
                </a:lnTo>
                <a:lnTo>
                  <a:pt x="389764" y="37157"/>
                </a:lnTo>
                <a:lnTo>
                  <a:pt x="389843" y="36604"/>
                </a:lnTo>
                <a:lnTo>
                  <a:pt x="389936" y="36059"/>
                </a:lnTo>
                <a:lnTo>
                  <a:pt x="390023" y="35499"/>
                </a:lnTo>
                <a:lnTo>
                  <a:pt x="390116" y="34939"/>
                </a:lnTo>
                <a:lnTo>
                  <a:pt x="390216" y="34386"/>
                </a:lnTo>
                <a:lnTo>
                  <a:pt x="390317" y="33834"/>
                </a:lnTo>
                <a:lnTo>
                  <a:pt x="390417" y="33274"/>
                </a:lnTo>
                <a:lnTo>
                  <a:pt x="390518" y="32721"/>
                </a:lnTo>
                <a:lnTo>
                  <a:pt x="390625" y="32176"/>
                </a:lnTo>
                <a:lnTo>
                  <a:pt x="390733" y="31623"/>
                </a:lnTo>
                <a:lnTo>
                  <a:pt x="390841" y="31078"/>
                </a:lnTo>
                <a:lnTo>
                  <a:pt x="390956" y="30547"/>
                </a:lnTo>
                <a:lnTo>
                  <a:pt x="391063" y="30016"/>
                </a:lnTo>
                <a:lnTo>
                  <a:pt x="391178" y="29484"/>
                </a:lnTo>
                <a:lnTo>
                  <a:pt x="391293" y="28946"/>
                </a:lnTo>
                <a:lnTo>
                  <a:pt x="391408" y="28422"/>
                </a:lnTo>
                <a:lnTo>
                  <a:pt x="391523" y="27891"/>
                </a:lnTo>
                <a:lnTo>
                  <a:pt x="391637" y="27367"/>
                </a:lnTo>
                <a:lnTo>
                  <a:pt x="391752" y="26843"/>
                </a:lnTo>
                <a:lnTo>
                  <a:pt x="391867" y="26319"/>
                </a:lnTo>
                <a:lnTo>
                  <a:pt x="391989" y="25788"/>
                </a:lnTo>
                <a:lnTo>
                  <a:pt x="392111" y="25257"/>
                </a:lnTo>
                <a:lnTo>
                  <a:pt x="392204" y="24841"/>
                </a:lnTo>
                <a:lnTo>
                  <a:pt x="392319" y="24331"/>
                </a:lnTo>
                <a:lnTo>
                  <a:pt x="392448" y="23757"/>
                </a:lnTo>
                <a:lnTo>
                  <a:pt x="392585" y="23147"/>
                </a:lnTo>
                <a:lnTo>
                  <a:pt x="392735" y="22551"/>
                </a:lnTo>
                <a:lnTo>
                  <a:pt x="392879" y="22013"/>
                </a:lnTo>
                <a:lnTo>
                  <a:pt x="392951" y="21769"/>
                </a:lnTo>
                <a:lnTo>
                  <a:pt x="393015" y="21554"/>
                </a:lnTo>
                <a:lnTo>
                  <a:pt x="393080" y="21367"/>
                </a:lnTo>
                <a:lnTo>
                  <a:pt x="393145" y="21209"/>
                </a:lnTo>
                <a:lnTo>
                  <a:pt x="393209" y="20858"/>
                </a:lnTo>
                <a:lnTo>
                  <a:pt x="393302" y="20470"/>
                </a:lnTo>
                <a:lnTo>
                  <a:pt x="393410" y="20075"/>
                </a:lnTo>
                <a:lnTo>
                  <a:pt x="393525" y="19666"/>
                </a:lnTo>
                <a:lnTo>
                  <a:pt x="393640" y="19250"/>
                </a:lnTo>
                <a:lnTo>
                  <a:pt x="393762" y="18848"/>
                </a:lnTo>
                <a:lnTo>
                  <a:pt x="393877" y="18468"/>
                </a:lnTo>
                <a:lnTo>
                  <a:pt x="393984" y="18109"/>
                </a:lnTo>
                <a:lnTo>
                  <a:pt x="394099" y="17736"/>
                </a:lnTo>
                <a:lnTo>
                  <a:pt x="394214" y="17355"/>
                </a:lnTo>
                <a:lnTo>
                  <a:pt x="394329" y="16989"/>
                </a:lnTo>
                <a:lnTo>
                  <a:pt x="394444" y="16616"/>
                </a:lnTo>
                <a:lnTo>
                  <a:pt x="394551" y="16250"/>
                </a:lnTo>
                <a:lnTo>
                  <a:pt x="394666" y="15884"/>
                </a:lnTo>
                <a:lnTo>
                  <a:pt x="394781" y="15518"/>
                </a:lnTo>
                <a:lnTo>
                  <a:pt x="394896" y="15145"/>
                </a:lnTo>
                <a:lnTo>
                  <a:pt x="395111" y="14470"/>
                </a:lnTo>
                <a:lnTo>
                  <a:pt x="395341" y="13745"/>
                </a:lnTo>
                <a:lnTo>
                  <a:pt x="395585" y="12977"/>
                </a:lnTo>
                <a:lnTo>
                  <a:pt x="395850" y="12216"/>
                </a:lnTo>
                <a:lnTo>
                  <a:pt x="395979" y="11829"/>
                </a:lnTo>
                <a:lnTo>
                  <a:pt x="396116" y="11456"/>
                </a:lnTo>
                <a:lnTo>
                  <a:pt x="396259" y="11090"/>
                </a:lnTo>
                <a:lnTo>
                  <a:pt x="396396" y="10738"/>
                </a:lnTo>
                <a:lnTo>
                  <a:pt x="396539" y="10401"/>
                </a:lnTo>
                <a:lnTo>
                  <a:pt x="396683" y="10078"/>
                </a:lnTo>
                <a:lnTo>
                  <a:pt x="396826" y="9776"/>
                </a:lnTo>
                <a:lnTo>
                  <a:pt x="396963" y="9496"/>
                </a:lnTo>
                <a:lnTo>
                  <a:pt x="397020" y="9338"/>
                </a:lnTo>
                <a:lnTo>
                  <a:pt x="397092" y="9166"/>
                </a:lnTo>
                <a:lnTo>
                  <a:pt x="397164" y="8987"/>
                </a:lnTo>
                <a:lnTo>
                  <a:pt x="397243" y="8800"/>
                </a:lnTo>
                <a:lnTo>
                  <a:pt x="397436" y="8398"/>
                </a:lnTo>
                <a:lnTo>
                  <a:pt x="397645" y="7975"/>
                </a:lnTo>
                <a:lnTo>
                  <a:pt x="397889" y="7544"/>
                </a:lnTo>
                <a:lnTo>
                  <a:pt x="398147" y="7092"/>
                </a:lnTo>
                <a:lnTo>
                  <a:pt x="398412" y="6647"/>
                </a:lnTo>
                <a:lnTo>
                  <a:pt x="398692" y="6195"/>
                </a:lnTo>
                <a:lnTo>
                  <a:pt x="398972" y="5757"/>
                </a:lnTo>
                <a:lnTo>
                  <a:pt x="399259" y="5341"/>
                </a:lnTo>
                <a:lnTo>
                  <a:pt x="399532" y="4946"/>
                </a:lnTo>
                <a:lnTo>
                  <a:pt x="399798" y="4573"/>
                </a:lnTo>
                <a:lnTo>
                  <a:pt x="400056" y="4250"/>
                </a:lnTo>
                <a:lnTo>
                  <a:pt x="400293" y="3949"/>
                </a:lnTo>
                <a:lnTo>
                  <a:pt x="400401" y="3826"/>
                </a:lnTo>
                <a:lnTo>
                  <a:pt x="400508" y="3712"/>
                </a:lnTo>
                <a:lnTo>
                  <a:pt x="400601" y="3618"/>
                </a:lnTo>
                <a:lnTo>
                  <a:pt x="400688" y="3525"/>
                </a:lnTo>
                <a:lnTo>
                  <a:pt x="401039" y="3202"/>
                </a:lnTo>
                <a:lnTo>
                  <a:pt x="401334" y="2908"/>
                </a:lnTo>
                <a:lnTo>
                  <a:pt x="401613" y="2635"/>
                </a:lnTo>
                <a:lnTo>
                  <a:pt x="401893" y="2384"/>
                </a:lnTo>
                <a:lnTo>
                  <a:pt x="402030" y="2262"/>
                </a:lnTo>
                <a:lnTo>
                  <a:pt x="402180" y="2140"/>
                </a:lnTo>
                <a:lnTo>
                  <a:pt x="402338" y="2011"/>
                </a:lnTo>
                <a:lnTo>
                  <a:pt x="402511" y="1882"/>
                </a:lnTo>
                <a:lnTo>
                  <a:pt x="402697" y="1752"/>
                </a:lnTo>
                <a:lnTo>
                  <a:pt x="402905" y="1609"/>
                </a:lnTo>
                <a:lnTo>
                  <a:pt x="403128" y="1472"/>
                </a:lnTo>
                <a:lnTo>
                  <a:pt x="403372" y="1322"/>
                </a:lnTo>
                <a:lnTo>
                  <a:pt x="403558" y="1214"/>
                </a:lnTo>
                <a:lnTo>
                  <a:pt x="403759" y="1099"/>
                </a:lnTo>
                <a:lnTo>
                  <a:pt x="403953" y="992"/>
                </a:lnTo>
                <a:lnTo>
                  <a:pt x="404168" y="898"/>
                </a:lnTo>
                <a:lnTo>
                  <a:pt x="404384" y="798"/>
                </a:lnTo>
                <a:lnTo>
                  <a:pt x="404599" y="697"/>
                </a:lnTo>
                <a:lnTo>
                  <a:pt x="404822" y="611"/>
                </a:lnTo>
                <a:lnTo>
                  <a:pt x="405051" y="525"/>
                </a:lnTo>
                <a:lnTo>
                  <a:pt x="405281" y="453"/>
                </a:lnTo>
                <a:lnTo>
                  <a:pt x="405525" y="382"/>
                </a:lnTo>
                <a:lnTo>
                  <a:pt x="405769" y="310"/>
                </a:lnTo>
                <a:lnTo>
                  <a:pt x="406013" y="252"/>
                </a:lnTo>
                <a:lnTo>
                  <a:pt x="406264" y="209"/>
                </a:lnTo>
                <a:lnTo>
                  <a:pt x="406508" y="173"/>
                </a:lnTo>
                <a:lnTo>
                  <a:pt x="406759" y="137"/>
                </a:lnTo>
                <a:lnTo>
                  <a:pt x="407025" y="123"/>
                </a:lnTo>
                <a:lnTo>
                  <a:pt x="407161" y="80"/>
                </a:lnTo>
                <a:lnTo>
                  <a:pt x="407348" y="51"/>
                </a:lnTo>
                <a:lnTo>
                  <a:pt x="407549" y="23"/>
                </a:lnTo>
                <a:lnTo>
                  <a:pt x="407800" y="8"/>
                </a:lnTo>
                <a:close/>
                <a:moveTo>
                  <a:pt x="214476" y="1"/>
                </a:moveTo>
                <a:lnTo>
                  <a:pt x="214770" y="1"/>
                </a:lnTo>
                <a:lnTo>
                  <a:pt x="215093" y="8"/>
                </a:lnTo>
                <a:lnTo>
                  <a:pt x="215445" y="15"/>
                </a:lnTo>
                <a:lnTo>
                  <a:pt x="216198" y="59"/>
                </a:lnTo>
                <a:lnTo>
                  <a:pt x="217016" y="123"/>
                </a:lnTo>
                <a:lnTo>
                  <a:pt x="217870" y="195"/>
                </a:lnTo>
                <a:lnTo>
                  <a:pt x="218753" y="288"/>
                </a:lnTo>
                <a:lnTo>
                  <a:pt x="219636" y="389"/>
                </a:lnTo>
                <a:lnTo>
                  <a:pt x="220512" y="496"/>
                </a:lnTo>
                <a:lnTo>
                  <a:pt x="221344" y="604"/>
                </a:lnTo>
                <a:lnTo>
                  <a:pt x="222134" y="704"/>
                </a:lnTo>
                <a:lnTo>
                  <a:pt x="222851" y="805"/>
                </a:lnTo>
                <a:lnTo>
                  <a:pt x="223476" y="898"/>
                </a:lnTo>
                <a:lnTo>
                  <a:pt x="223992" y="977"/>
                </a:lnTo>
                <a:lnTo>
                  <a:pt x="224373" y="1049"/>
                </a:lnTo>
                <a:lnTo>
                  <a:pt x="225184" y="1207"/>
                </a:lnTo>
                <a:lnTo>
                  <a:pt x="225980" y="1372"/>
                </a:lnTo>
                <a:lnTo>
                  <a:pt x="226784" y="1544"/>
                </a:lnTo>
                <a:lnTo>
                  <a:pt x="227588" y="1724"/>
                </a:lnTo>
                <a:lnTo>
                  <a:pt x="228385" y="1917"/>
                </a:lnTo>
                <a:lnTo>
                  <a:pt x="229189" y="2118"/>
                </a:lnTo>
                <a:lnTo>
                  <a:pt x="229985" y="2326"/>
                </a:lnTo>
                <a:lnTo>
                  <a:pt x="230789" y="2549"/>
                </a:lnTo>
                <a:lnTo>
                  <a:pt x="231586" y="2771"/>
                </a:lnTo>
                <a:lnTo>
                  <a:pt x="232390" y="3001"/>
                </a:lnTo>
                <a:lnTo>
                  <a:pt x="233186" y="3238"/>
                </a:lnTo>
                <a:lnTo>
                  <a:pt x="233983" y="3482"/>
                </a:lnTo>
                <a:lnTo>
                  <a:pt x="234779" y="3740"/>
                </a:lnTo>
                <a:lnTo>
                  <a:pt x="235576" y="3992"/>
                </a:lnTo>
                <a:lnTo>
                  <a:pt x="236373" y="4257"/>
                </a:lnTo>
                <a:lnTo>
                  <a:pt x="237169" y="4530"/>
                </a:lnTo>
                <a:lnTo>
                  <a:pt x="237959" y="4795"/>
                </a:lnTo>
                <a:lnTo>
                  <a:pt x="238748" y="5075"/>
                </a:lnTo>
                <a:lnTo>
                  <a:pt x="239538" y="5362"/>
                </a:lnTo>
                <a:lnTo>
                  <a:pt x="240313" y="5649"/>
                </a:lnTo>
                <a:lnTo>
                  <a:pt x="241102" y="5937"/>
                </a:lnTo>
                <a:lnTo>
                  <a:pt x="241885" y="6238"/>
                </a:lnTo>
                <a:lnTo>
                  <a:pt x="242667" y="6539"/>
                </a:lnTo>
                <a:lnTo>
                  <a:pt x="243435" y="6841"/>
                </a:lnTo>
                <a:lnTo>
                  <a:pt x="244978" y="7451"/>
                </a:lnTo>
                <a:lnTo>
                  <a:pt x="246507" y="8075"/>
                </a:lnTo>
                <a:lnTo>
                  <a:pt x="248028" y="8707"/>
                </a:lnTo>
                <a:lnTo>
                  <a:pt x="249521" y="9338"/>
                </a:lnTo>
                <a:lnTo>
                  <a:pt x="249765" y="9439"/>
                </a:lnTo>
                <a:lnTo>
                  <a:pt x="250031" y="9547"/>
                </a:lnTo>
                <a:lnTo>
                  <a:pt x="250311" y="9654"/>
                </a:lnTo>
                <a:lnTo>
                  <a:pt x="250590" y="9762"/>
                </a:lnTo>
                <a:lnTo>
                  <a:pt x="250863" y="9877"/>
                </a:lnTo>
                <a:lnTo>
                  <a:pt x="251122" y="9992"/>
                </a:lnTo>
                <a:lnTo>
                  <a:pt x="251358" y="10114"/>
                </a:lnTo>
                <a:lnTo>
                  <a:pt x="251581" y="10236"/>
                </a:lnTo>
                <a:lnTo>
                  <a:pt x="251753" y="10286"/>
                </a:lnTo>
                <a:lnTo>
                  <a:pt x="251947" y="10350"/>
                </a:lnTo>
                <a:lnTo>
                  <a:pt x="252141" y="10415"/>
                </a:lnTo>
                <a:lnTo>
                  <a:pt x="252342" y="10487"/>
                </a:lnTo>
                <a:lnTo>
                  <a:pt x="252758" y="10659"/>
                </a:lnTo>
                <a:lnTo>
                  <a:pt x="253174" y="10846"/>
                </a:lnTo>
                <a:lnTo>
                  <a:pt x="253605" y="11032"/>
                </a:lnTo>
                <a:lnTo>
                  <a:pt x="254014" y="11212"/>
                </a:lnTo>
                <a:lnTo>
                  <a:pt x="254409" y="11391"/>
                </a:lnTo>
                <a:lnTo>
                  <a:pt x="254775" y="11542"/>
                </a:lnTo>
                <a:lnTo>
                  <a:pt x="255327" y="11772"/>
                </a:lnTo>
                <a:lnTo>
                  <a:pt x="255894" y="12008"/>
                </a:lnTo>
                <a:lnTo>
                  <a:pt x="256468" y="12252"/>
                </a:lnTo>
                <a:lnTo>
                  <a:pt x="257050" y="12511"/>
                </a:lnTo>
                <a:lnTo>
                  <a:pt x="257646" y="12776"/>
                </a:lnTo>
                <a:lnTo>
                  <a:pt x="258241" y="13035"/>
                </a:lnTo>
                <a:lnTo>
                  <a:pt x="258851" y="13315"/>
                </a:lnTo>
                <a:lnTo>
                  <a:pt x="259447" y="13587"/>
                </a:lnTo>
                <a:lnTo>
                  <a:pt x="260050" y="13867"/>
                </a:lnTo>
                <a:lnTo>
                  <a:pt x="260638" y="14147"/>
                </a:lnTo>
                <a:lnTo>
                  <a:pt x="261234" y="14427"/>
                </a:lnTo>
                <a:lnTo>
                  <a:pt x="261815" y="14693"/>
                </a:lnTo>
                <a:lnTo>
                  <a:pt x="262382" y="14972"/>
                </a:lnTo>
                <a:lnTo>
                  <a:pt x="262935" y="15245"/>
                </a:lnTo>
                <a:lnTo>
                  <a:pt x="263473" y="15518"/>
                </a:lnTo>
                <a:lnTo>
                  <a:pt x="263990" y="15776"/>
                </a:lnTo>
                <a:lnTo>
                  <a:pt x="264736" y="16157"/>
                </a:lnTo>
                <a:lnTo>
                  <a:pt x="265483" y="16544"/>
                </a:lnTo>
                <a:lnTo>
                  <a:pt x="266236" y="16932"/>
                </a:lnTo>
                <a:lnTo>
                  <a:pt x="266976" y="17319"/>
                </a:lnTo>
                <a:lnTo>
                  <a:pt x="267715" y="17714"/>
                </a:lnTo>
                <a:lnTo>
                  <a:pt x="268440" y="18109"/>
                </a:lnTo>
                <a:lnTo>
                  <a:pt x="269172" y="18511"/>
                </a:lnTo>
                <a:lnTo>
                  <a:pt x="269904" y="18913"/>
                </a:lnTo>
                <a:lnTo>
                  <a:pt x="270629" y="19322"/>
                </a:lnTo>
                <a:lnTo>
                  <a:pt x="271339" y="19731"/>
                </a:lnTo>
                <a:lnTo>
                  <a:pt x="272050" y="20140"/>
                </a:lnTo>
                <a:lnTo>
                  <a:pt x="272753" y="20549"/>
                </a:lnTo>
                <a:lnTo>
                  <a:pt x="273449" y="20958"/>
                </a:lnTo>
                <a:lnTo>
                  <a:pt x="274145" y="21382"/>
                </a:lnTo>
                <a:lnTo>
                  <a:pt x="274834" y="21798"/>
                </a:lnTo>
                <a:lnTo>
                  <a:pt x="275502" y="22228"/>
                </a:lnTo>
                <a:lnTo>
                  <a:pt x="276205" y="22666"/>
                </a:lnTo>
                <a:lnTo>
                  <a:pt x="276901" y="23104"/>
                </a:lnTo>
                <a:lnTo>
                  <a:pt x="277590" y="23542"/>
                </a:lnTo>
                <a:lnTo>
                  <a:pt x="278279" y="23973"/>
                </a:lnTo>
                <a:lnTo>
                  <a:pt x="278961" y="24417"/>
                </a:lnTo>
                <a:lnTo>
                  <a:pt x="279643" y="24855"/>
                </a:lnTo>
                <a:lnTo>
                  <a:pt x="280325" y="25300"/>
                </a:lnTo>
                <a:lnTo>
                  <a:pt x="281000" y="25760"/>
                </a:lnTo>
                <a:lnTo>
                  <a:pt x="281710" y="26233"/>
                </a:lnTo>
                <a:lnTo>
                  <a:pt x="282406" y="26714"/>
                </a:lnTo>
                <a:lnTo>
                  <a:pt x="283088" y="27181"/>
                </a:lnTo>
                <a:lnTo>
                  <a:pt x="283741" y="27647"/>
                </a:lnTo>
                <a:lnTo>
                  <a:pt x="284394" y="28106"/>
                </a:lnTo>
                <a:lnTo>
                  <a:pt x="285026" y="28566"/>
                </a:lnTo>
                <a:lnTo>
                  <a:pt x="285657" y="29018"/>
                </a:lnTo>
                <a:lnTo>
                  <a:pt x="286282" y="29477"/>
                </a:lnTo>
                <a:lnTo>
                  <a:pt x="286899" y="29929"/>
                </a:lnTo>
                <a:lnTo>
                  <a:pt x="287516" y="30389"/>
                </a:lnTo>
                <a:lnTo>
                  <a:pt x="288141" y="30855"/>
                </a:lnTo>
                <a:lnTo>
                  <a:pt x="288765" y="31322"/>
                </a:lnTo>
                <a:lnTo>
                  <a:pt x="289404" y="31796"/>
                </a:lnTo>
                <a:lnTo>
                  <a:pt x="290043" y="32269"/>
                </a:lnTo>
                <a:lnTo>
                  <a:pt x="290696" y="32764"/>
                </a:lnTo>
                <a:lnTo>
                  <a:pt x="291370" y="33260"/>
                </a:lnTo>
                <a:lnTo>
                  <a:pt x="291995" y="33733"/>
                </a:lnTo>
                <a:lnTo>
                  <a:pt x="292626" y="34229"/>
                </a:lnTo>
                <a:lnTo>
                  <a:pt x="293258" y="34738"/>
                </a:lnTo>
                <a:lnTo>
                  <a:pt x="293882" y="35248"/>
                </a:lnTo>
                <a:lnTo>
                  <a:pt x="294500" y="35750"/>
                </a:lnTo>
                <a:lnTo>
                  <a:pt x="295117" y="36260"/>
                </a:lnTo>
                <a:lnTo>
                  <a:pt x="295734" y="36755"/>
                </a:lnTo>
                <a:lnTo>
                  <a:pt x="296330" y="37221"/>
                </a:lnTo>
                <a:lnTo>
                  <a:pt x="308287" y="47743"/>
                </a:lnTo>
                <a:lnTo>
                  <a:pt x="308516" y="47965"/>
                </a:lnTo>
                <a:lnTo>
                  <a:pt x="308739" y="48195"/>
                </a:lnTo>
                <a:lnTo>
                  <a:pt x="308947" y="48425"/>
                </a:lnTo>
                <a:lnTo>
                  <a:pt x="309148" y="48654"/>
                </a:lnTo>
                <a:lnTo>
                  <a:pt x="309349" y="48884"/>
                </a:lnTo>
                <a:lnTo>
                  <a:pt x="309535" y="49107"/>
                </a:lnTo>
                <a:lnTo>
                  <a:pt x="309722" y="49322"/>
                </a:lnTo>
                <a:lnTo>
                  <a:pt x="309923" y="49516"/>
                </a:lnTo>
                <a:lnTo>
                  <a:pt x="310497" y="50083"/>
                </a:lnTo>
                <a:lnTo>
                  <a:pt x="311114" y="50707"/>
                </a:lnTo>
                <a:lnTo>
                  <a:pt x="311753" y="51367"/>
                </a:lnTo>
                <a:lnTo>
                  <a:pt x="312392" y="52056"/>
                </a:lnTo>
                <a:lnTo>
                  <a:pt x="313038" y="52753"/>
                </a:lnTo>
                <a:lnTo>
                  <a:pt x="313641" y="53442"/>
                </a:lnTo>
                <a:lnTo>
                  <a:pt x="313935" y="53779"/>
                </a:lnTo>
                <a:lnTo>
                  <a:pt x="314215" y="54116"/>
                </a:lnTo>
                <a:lnTo>
                  <a:pt x="314488" y="54439"/>
                </a:lnTo>
                <a:lnTo>
                  <a:pt x="314732" y="54741"/>
                </a:lnTo>
                <a:lnTo>
                  <a:pt x="315313" y="55458"/>
                </a:lnTo>
                <a:lnTo>
                  <a:pt x="315823" y="56097"/>
                </a:lnTo>
                <a:lnTo>
                  <a:pt x="316059" y="56398"/>
                </a:lnTo>
                <a:lnTo>
                  <a:pt x="316282" y="56700"/>
                </a:lnTo>
                <a:lnTo>
                  <a:pt x="316497" y="56994"/>
                </a:lnTo>
                <a:lnTo>
                  <a:pt x="316712" y="57281"/>
                </a:lnTo>
                <a:lnTo>
                  <a:pt x="316921" y="57583"/>
                </a:lnTo>
                <a:lnTo>
                  <a:pt x="317122" y="57891"/>
                </a:lnTo>
                <a:lnTo>
                  <a:pt x="317330" y="58200"/>
                </a:lnTo>
                <a:lnTo>
                  <a:pt x="317538" y="58530"/>
                </a:lnTo>
                <a:lnTo>
                  <a:pt x="317746" y="58875"/>
                </a:lnTo>
                <a:lnTo>
                  <a:pt x="317968" y="59241"/>
                </a:lnTo>
                <a:lnTo>
                  <a:pt x="318198" y="59643"/>
                </a:lnTo>
                <a:lnTo>
                  <a:pt x="318442" y="60066"/>
                </a:lnTo>
                <a:lnTo>
                  <a:pt x="318593" y="60346"/>
                </a:lnTo>
                <a:lnTo>
                  <a:pt x="318751" y="60683"/>
                </a:lnTo>
                <a:lnTo>
                  <a:pt x="318930" y="61049"/>
                </a:lnTo>
                <a:lnTo>
                  <a:pt x="319110" y="61458"/>
                </a:lnTo>
                <a:lnTo>
                  <a:pt x="319296" y="61896"/>
                </a:lnTo>
                <a:lnTo>
                  <a:pt x="319483" y="62363"/>
                </a:lnTo>
                <a:lnTo>
                  <a:pt x="319655" y="62851"/>
                </a:lnTo>
                <a:lnTo>
                  <a:pt x="319827" y="63339"/>
                </a:lnTo>
                <a:lnTo>
                  <a:pt x="319985" y="63841"/>
                </a:lnTo>
                <a:lnTo>
                  <a:pt x="320129" y="64343"/>
                </a:lnTo>
                <a:lnTo>
                  <a:pt x="320186" y="64588"/>
                </a:lnTo>
                <a:lnTo>
                  <a:pt x="320244" y="64839"/>
                </a:lnTo>
                <a:lnTo>
                  <a:pt x="320301" y="65083"/>
                </a:lnTo>
                <a:lnTo>
                  <a:pt x="320344" y="65320"/>
                </a:lnTo>
                <a:lnTo>
                  <a:pt x="320387" y="65549"/>
                </a:lnTo>
                <a:lnTo>
                  <a:pt x="320416" y="65779"/>
                </a:lnTo>
                <a:lnTo>
                  <a:pt x="320437" y="66001"/>
                </a:lnTo>
                <a:lnTo>
                  <a:pt x="320452" y="66217"/>
                </a:lnTo>
                <a:lnTo>
                  <a:pt x="320459" y="66425"/>
                </a:lnTo>
                <a:lnTo>
                  <a:pt x="320459" y="66626"/>
                </a:lnTo>
                <a:lnTo>
                  <a:pt x="320445" y="66812"/>
                </a:lnTo>
                <a:lnTo>
                  <a:pt x="320416" y="66992"/>
                </a:lnTo>
                <a:lnTo>
                  <a:pt x="320344" y="67401"/>
                </a:lnTo>
                <a:lnTo>
                  <a:pt x="320265" y="67796"/>
                </a:lnTo>
                <a:lnTo>
                  <a:pt x="320179" y="68190"/>
                </a:lnTo>
                <a:lnTo>
                  <a:pt x="320078" y="68564"/>
                </a:lnTo>
                <a:lnTo>
                  <a:pt x="319985" y="68944"/>
                </a:lnTo>
                <a:lnTo>
                  <a:pt x="319878" y="69310"/>
                </a:lnTo>
                <a:lnTo>
                  <a:pt x="319763" y="69676"/>
                </a:lnTo>
                <a:lnTo>
                  <a:pt x="319641" y="70028"/>
                </a:lnTo>
                <a:lnTo>
                  <a:pt x="319512" y="70372"/>
                </a:lnTo>
                <a:lnTo>
                  <a:pt x="319375" y="70717"/>
                </a:lnTo>
                <a:lnTo>
                  <a:pt x="319239" y="71054"/>
                </a:lnTo>
                <a:lnTo>
                  <a:pt x="319095" y="71384"/>
                </a:lnTo>
                <a:lnTo>
                  <a:pt x="318937" y="71714"/>
                </a:lnTo>
                <a:lnTo>
                  <a:pt x="318787" y="72037"/>
                </a:lnTo>
                <a:lnTo>
                  <a:pt x="318622" y="72353"/>
                </a:lnTo>
                <a:lnTo>
                  <a:pt x="318456" y="72669"/>
                </a:lnTo>
                <a:lnTo>
                  <a:pt x="318284" y="72985"/>
                </a:lnTo>
                <a:lnTo>
                  <a:pt x="318105" y="73286"/>
                </a:lnTo>
                <a:lnTo>
                  <a:pt x="317918" y="73595"/>
                </a:lnTo>
                <a:lnTo>
                  <a:pt x="317732" y="73896"/>
                </a:lnTo>
                <a:lnTo>
                  <a:pt x="317545" y="74190"/>
                </a:lnTo>
                <a:lnTo>
                  <a:pt x="317344" y="74492"/>
                </a:lnTo>
                <a:lnTo>
                  <a:pt x="317150" y="74793"/>
                </a:lnTo>
                <a:lnTo>
                  <a:pt x="316942" y="75088"/>
                </a:lnTo>
                <a:lnTo>
                  <a:pt x="316533" y="75669"/>
                </a:lnTo>
                <a:lnTo>
                  <a:pt x="316095" y="76265"/>
                </a:lnTo>
                <a:lnTo>
                  <a:pt x="315657" y="76846"/>
                </a:lnTo>
                <a:lnTo>
                  <a:pt x="315205" y="77434"/>
                </a:lnTo>
                <a:lnTo>
                  <a:pt x="314954" y="77750"/>
                </a:lnTo>
                <a:lnTo>
                  <a:pt x="314710" y="78052"/>
                </a:lnTo>
                <a:lnTo>
                  <a:pt x="314581" y="78202"/>
                </a:lnTo>
                <a:lnTo>
                  <a:pt x="314445" y="78339"/>
                </a:lnTo>
                <a:lnTo>
                  <a:pt x="314308" y="78482"/>
                </a:lnTo>
                <a:lnTo>
                  <a:pt x="314157" y="78611"/>
                </a:lnTo>
                <a:lnTo>
                  <a:pt x="314078" y="78726"/>
                </a:lnTo>
                <a:lnTo>
                  <a:pt x="313899" y="78927"/>
                </a:lnTo>
                <a:lnTo>
                  <a:pt x="313648" y="79207"/>
                </a:lnTo>
                <a:lnTo>
                  <a:pt x="313325" y="79552"/>
                </a:lnTo>
                <a:lnTo>
                  <a:pt x="312952" y="79954"/>
                </a:lnTo>
                <a:lnTo>
                  <a:pt x="312535" y="80399"/>
                </a:lnTo>
                <a:lnTo>
                  <a:pt x="312083" y="80872"/>
                </a:lnTo>
                <a:lnTo>
                  <a:pt x="311617" y="81353"/>
                </a:lnTo>
                <a:lnTo>
                  <a:pt x="311143" y="81841"/>
                </a:lnTo>
                <a:lnTo>
                  <a:pt x="310669" y="82322"/>
                </a:lnTo>
                <a:lnTo>
                  <a:pt x="310217" y="82789"/>
                </a:lnTo>
                <a:lnTo>
                  <a:pt x="309801" y="83219"/>
                </a:lnTo>
                <a:lnTo>
                  <a:pt x="309413" y="83607"/>
                </a:lnTo>
                <a:lnTo>
                  <a:pt x="309076" y="83944"/>
                </a:lnTo>
                <a:lnTo>
                  <a:pt x="308811" y="84210"/>
                </a:lnTo>
                <a:lnTo>
                  <a:pt x="308617" y="84389"/>
                </a:lnTo>
                <a:lnTo>
                  <a:pt x="308380" y="84619"/>
                </a:lnTo>
                <a:lnTo>
                  <a:pt x="308143" y="84856"/>
                </a:lnTo>
                <a:lnTo>
                  <a:pt x="307913" y="85071"/>
                </a:lnTo>
                <a:lnTo>
                  <a:pt x="307684" y="85293"/>
                </a:lnTo>
                <a:lnTo>
                  <a:pt x="307454" y="85516"/>
                </a:lnTo>
                <a:lnTo>
                  <a:pt x="307217" y="85745"/>
                </a:lnTo>
                <a:lnTo>
                  <a:pt x="306988" y="85975"/>
                </a:lnTo>
                <a:lnTo>
                  <a:pt x="306751" y="86219"/>
                </a:lnTo>
                <a:lnTo>
                  <a:pt x="305244" y="87561"/>
                </a:lnTo>
                <a:lnTo>
                  <a:pt x="305093" y="87705"/>
                </a:lnTo>
                <a:lnTo>
                  <a:pt x="304992" y="87798"/>
                </a:lnTo>
                <a:lnTo>
                  <a:pt x="304906" y="87884"/>
                </a:lnTo>
                <a:lnTo>
                  <a:pt x="304756" y="87999"/>
                </a:lnTo>
                <a:lnTo>
                  <a:pt x="304497" y="88214"/>
                </a:lnTo>
                <a:lnTo>
                  <a:pt x="304167" y="88480"/>
                </a:lnTo>
                <a:lnTo>
                  <a:pt x="303801" y="88796"/>
                </a:lnTo>
                <a:lnTo>
                  <a:pt x="303399" y="89147"/>
                </a:lnTo>
                <a:lnTo>
                  <a:pt x="302968" y="89535"/>
                </a:lnTo>
                <a:lnTo>
                  <a:pt x="302516" y="89930"/>
                </a:lnTo>
                <a:lnTo>
                  <a:pt x="302050" y="90339"/>
                </a:lnTo>
                <a:lnTo>
                  <a:pt x="301576" y="90755"/>
                </a:lnTo>
                <a:lnTo>
                  <a:pt x="301110" y="91157"/>
                </a:lnTo>
                <a:lnTo>
                  <a:pt x="300665" y="91552"/>
                </a:lnTo>
                <a:lnTo>
                  <a:pt x="300234" y="91918"/>
                </a:lnTo>
                <a:lnTo>
                  <a:pt x="299839" y="92255"/>
                </a:lnTo>
                <a:lnTo>
                  <a:pt x="299473" y="92549"/>
                </a:lnTo>
                <a:lnTo>
                  <a:pt x="299165" y="92786"/>
                </a:lnTo>
                <a:lnTo>
                  <a:pt x="299035" y="92887"/>
                </a:lnTo>
                <a:lnTo>
                  <a:pt x="298913" y="92973"/>
                </a:lnTo>
                <a:lnTo>
                  <a:pt x="298806" y="93037"/>
                </a:lnTo>
                <a:lnTo>
                  <a:pt x="298712" y="93088"/>
                </a:lnTo>
                <a:lnTo>
                  <a:pt x="298634" y="93174"/>
                </a:lnTo>
                <a:lnTo>
                  <a:pt x="298497" y="93303"/>
                </a:lnTo>
                <a:lnTo>
                  <a:pt x="298318" y="93461"/>
                </a:lnTo>
                <a:lnTo>
                  <a:pt x="298095" y="93647"/>
                </a:lnTo>
                <a:lnTo>
                  <a:pt x="297535" y="94107"/>
                </a:lnTo>
                <a:lnTo>
                  <a:pt x="296846" y="94667"/>
                </a:lnTo>
                <a:lnTo>
                  <a:pt x="296050" y="95298"/>
                </a:lnTo>
                <a:lnTo>
                  <a:pt x="295181" y="95987"/>
                </a:lnTo>
                <a:lnTo>
                  <a:pt x="294256" y="96712"/>
                </a:lnTo>
                <a:lnTo>
                  <a:pt x="293301" y="97451"/>
                </a:lnTo>
                <a:lnTo>
                  <a:pt x="292346" y="98183"/>
                </a:lnTo>
                <a:lnTo>
                  <a:pt x="291413" y="98894"/>
                </a:lnTo>
                <a:lnTo>
                  <a:pt x="290531" y="99569"/>
                </a:lnTo>
                <a:lnTo>
                  <a:pt x="289720" y="100179"/>
                </a:lnTo>
                <a:lnTo>
                  <a:pt x="289016" y="100695"/>
                </a:lnTo>
                <a:lnTo>
                  <a:pt x="288428" y="101112"/>
                </a:lnTo>
                <a:lnTo>
                  <a:pt x="288191" y="101284"/>
                </a:lnTo>
                <a:lnTo>
                  <a:pt x="287997" y="101420"/>
                </a:lnTo>
                <a:lnTo>
                  <a:pt x="287846" y="101506"/>
                </a:lnTo>
                <a:lnTo>
                  <a:pt x="287739" y="101571"/>
                </a:lnTo>
                <a:lnTo>
                  <a:pt x="287502" y="101765"/>
                </a:lnTo>
                <a:lnTo>
                  <a:pt x="287129" y="102045"/>
                </a:lnTo>
                <a:lnTo>
                  <a:pt x="286641" y="102396"/>
                </a:lnTo>
                <a:lnTo>
                  <a:pt x="286067" y="102805"/>
                </a:lnTo>
                <a:lnTo>
                  <a:pt x="285406" y="103265"/>
                </a:lnTo>
                <a:lnTo>
                  <a:pt x="284710" y="103760"/>
                </a:lnTo>
                <a:lnTo>
                  <a:pt x="283964" y="104269"/>
                </a:lnTo>
                <a:lnTo>
                  <a:pt x="283210" y="104786"/>
                </a:lnTo>
                <a:lnTo>
                  <a:pt x="282449" y="105303"/>
                </a:lnTo>
                <a:lnTo>
                  <a:pt x="281710" y="105798"/>
                </a:lnTo>
                <a:lnTo>
                  <a:pt x="281014" y="106265"/>
                </a:lnTo>
                <a:lnTo>
                  <a:pt x="280375" y="106681"/>
                </a:lnTo>
                <a:lnTo>
                  <a:pt x="279815" y="107033"/>
                </a:lnTo>
                <a:lnTo>
                  <a:pt x="279349" y="107327"/>
                </a:lnTo>
                <a:lnTo>
                  <a:pt x="279148" y="107442"/>
                </a:lnTo>
                <a:lnTo>
                  <a:pt x="278997" y="107528"/>
                </a:lnTo>
                <a:lnTo>
                  <a:pt x="278861" y="107592"/>
                </a:lnTo>
                <a:lnTo>
                  <a:pt x="278775" y="107636"/>
                </a:lnTo>
                <a:lnTo>
                  <a:pt x="278703" y="107707"/>
                </a:lnTo>
                <a:lnTo>
                  <a:pt x="278567" y="107808"/>
                </a:lnTo>
                <a:lnTo>
                  <a:pt x="278387" y="107930"/>
                </a:lnTo>
                <a:lnTo>
                  <a:pt x="278157" y="108088"/>
                </a:lnTo>
                <a:lnTo>
                  <a:pt x="277576" y="108454"/>
                </a:lnTo>
                <a:lnTo>
                  <a:pt x="276837" y="108920"/>
                </a:lnTo>
                <a:lnTo>
                  <a:pt x="275976" y="109444"/>
                </a:lnTo>
                <a:lnTo>
                  <a:pt x="275021" y="110011"/>
                </a:lnTo>
                <a:lnTo>
                  <a:pt x="274002" y="110607"/>
                </a:lnTo>
                <a:lnTo>
                  <a:pt x="272933" y="111231"/>
                </a:lnTo>
                <a:lnTo>
                  <a:pt x="271856" y="111848"/>
                </a:lnTo>
                <a:lnTo>
                  <a:pt x="270801" y="112459"/>
                </a:lnTo>
                <a:lnTo>
                  <a:pt x="269782" y="113025"/>
                </a:lnTo>
                <a:lnTo>
                  <a:pt x="268834" y="113549"/>
                </a:lnTo>
                <a:lnTo>
                  <a:pt x="267980" y="114016"/>
                </a:lnTo>
                <a:lnTo>
                  <a:pt x="267263" y="114396"/>
                </a:lnTo>
                <a:lnTo>
                  <a:pt x="266954" y="114561"/>
                </a:lnTo>
                <a:lnTo>
                  <a:pt x="266696" y="114683"/>
                </a:lnTo>
                <a:lnTo>
                  <a:pt x="266473" y="114791"/>
                </a:lnTo>
                <a:lnTo>
                  <a:pt x="266301" y="114863"/>
                </a:lnTo>
                <a:lnTo>
                  <a:pt x="266043" y="115021"/>
                </a:lnTo>
                <a:lnTo>
                  <a:pt x="265784" y="115179"/>
                </a:lnTo>
                <a:lnTo>
                  <a:pt x="265504" y="115329"/>
                </a:lnTo>
                <a:lnTo>
                  <a:pt x="265217" y="115487"/>
                </a:lnTo>
                <a:lnTo>
                  <a:pt x="264614" y="115781"/>
                </a:lnTo>
                <a:lnTo>
                  <a:pt x="263990" y="116076"/>
                </a:lnTo>
                <a:lnTo>
                  <a:pt x="263366" y="116370"/>
                </a:lnTo>
                <a:lnTo>
                  <a:pt x="262741" y="116657"/>
                </a:lnTo>
                <a:lnTo>
                  <a:pt x="262146" y="116930"/>
                </a:lnTo>
                <a:lnTo>
                  <a:pt x="261579" y="117210"/>
                </a:lnTo>
                <a:lnTo>
                  <a:pt x="261284" y="117360"/>
                </a:lnTo>
                <a:lnTo>
                  <a:pt x="260983" y="117497"/>
                </a:lnTo>
                <a:lnTo>
                  <a:pt x="260681" y="117640"/>
                </a:lnTo>
                <a:lnTo>
                  <a:pt x="260380" y="117770"/>
                </a:lnTo>
                <a:lnTo>
                  <a:pt x="260086" y="117913"/>
                </a:lnTo>
                <a:lnTo>
                  <a:pt x="259777" y="118042"/>
                </a:lnTo>
                <a:lnTo>
                  <a:pt x="259476" y="118171"/>
                </a:lnTo>
                <a:lnTo>
                  <a:pt x="259181" y="118315"/>
                </a:lnTo>
                <a:lnTo>
                  <a:pt x="258916" y="118437"/>
                </a:lnTo>
                <a:lnTo>
                  <a:pt x="258622" y="118581"/>
                </a:lnTo>
                <a:lnTo>
                  <a:pt x="258291" y="118731"/>
                </a:lnTo>
                <a:lnTo>
                  <a:pt x="257947" y="118889"/>
                </a:lnTo>
                <a:lnTo>
                  <a:pt x="257610" y="119047"/>
                </a:lnTo>
                <a:lnTo>
                  <a:pt x="257279" y="119176"/>
                </a:lnTo>
                <a:lnTo>
                  <a:pt x="256971" y="119291"/>
                </a:lnTo>
                <a:lnTo>
                  <a:pt x="256705" y="119377"/>
                </a:lnTo>
                <a:lnTo>
                  <a:pt x="256361" y="119557"/>
                </a:lnTo>
                <a:lnTo>
                  <a:pt x="255973" y="119729"/>
                </a:lnTo>
                <a:lnTo>
                  <a:pt x="255564" y="119908"/>
                </a:lnTo>
                <a:lnTo>
                  <a:pt x="255141" y="120081"/>
                </a:lnTo>
                <a:lnTo>
                  <a:pt x="254703" y="120253"/>
                </a:lnTo>
                <a:lnTo>
                  <a:pt x="254279" y="120418"/>
                </a:lnTo>
                <a:lnTo>
                  <a:pt x="253863" y="120569"/>
                </a:lnTo>
                <a:lnTo>
                  <a:pt x="253490" y="120726"/>
                </a:lnTo>
                <a:lnTo>
                  <a:pt x="253138" y="120870"/>
                </a:lnTo>
                <a:lnTo>
                  <a:pt x="252657" y="121057"/>
                </a:lnTo>
                <a:lnTo>
                  <a:pt x="252083" y="121286"/>
                </a:lnTo>
                <a:lnTo>
                  <a:pt x="251430" y="121559"/>
                </a:lnTo>
                <a:lnTo>
                  <a:pt x="250698" y="121846"/>
                </a:lnTo>
                <a:lnTo>
                  <a:pt x="249916" y="122162"/>
                </a:lnTo>
                <a:lnTo>
                  <a:pt x="249112" y="122485"/>
                </a:lnTo>
                <a:lnTo>
                  <a:pt x="248301" y="122815"/>
                </a:lnTo>
                <a:lnTo>
                  <a:pt x="247483" y="123131"/>
                </a:lnTo>
                <a:lnTo>
                  <a:pt x="246693" y="123447"/>
                </a:lnTo>
                <a:lnTo>
                  <a:pt x="245954" y="123734"/>
                </a:lnTo>
                <a:lnTo>
                  <a:pt x="245279" y="123999"/>
                </a:lnTo>
                <a:lnTo>
                  <a:pt x="244677" y="124222"/>
                </a:lnTo>
                <a:lnTo>
                  <a:pt x="244174" y="124401"/>
                </a:lnTo>
                <a:lnTo>
                  <a:pt x="243801" y="124530"/>
                </a:lnTo>
                <a:lnTo>
                  <a:pt x="243550" y="124602"/>
                </a:lnTo>
                <a:lnTo>
                  <a:pt x="243435" y="124660"/>
                </a:lnTo>
                <a:lnTo>
                  <a:pt x="243248" y="124753"/>
                </a:lnTo>
                <a:lnTo>
                  <a:pt x="242990" y="124868"/>
                </a:lnTo>
                <a:lnTo>
                  <a:pt x="242674" y="124990"/>
                </a:lnTo>
                <a:lnTo>
                  <a:pt x="241899" y="125284"/>
                </a:lnTo>
                <a:lnTo>
                  <a:pt x="241031" y="125607"/>
                </a:lnTo>
                <a:lnTo>
                  <a:pt x="240134" y="125915"/>
                </a:lnTo>
                <a:lnTo>
                  <a:pt x="239308" y="126217"/>
                </a:lnTo>
                <a:lnTo>
                  <a:pt x="238626" y="126454"/>
                </a:lnTo>
                <a:lnTo>
                  <a:pt x="238181" y="126597"/>
                </a:lnTo>
                <a:lnTo>
                  <a:pt x="237069" y="126971"/>
                </a:lnTo>
                <a:lnTo>
                  <a:pt x="235978" y="127329"/>
                </a:lnTo>
                <a:lnTo>
                  <a:pt x="234894" y="127674"/>
                </a:lnTo>
                <a:lnTo>
                  <a:pt x="233818" y="128011"/>
                </a:lnTo>
                <a:lnTo>
                  <a:pt x="232756" y="128341"/>
                </a:lnTo>
                <a:lnTo>
                  <a:pt x="231679" y="128664"/>
                </a:lnTo>
                <a:lnTo>
                  <a:pt x="230610" y="128966"/>
                </a:lnTo>
                <a:lnTo>
                  <a:pt x="229533" y="129253"/>
                </a:lnTo>
                <a:lnTo>
                  <a:pt x="228995" y="129389"/>
                </a:lnTo>
                <a:lnTo>
                  <a:pt x="228449" y="129533"/>
                </a:lnTo>
                <a:lnTo>
                  <a:pt x="227904" y="129662"/>
                </a:lnTo>
                <a:lnTo>
                  <a:pt x="227366" y="129784"/>
                </a:lnTo>
                <a:lnTo>
                  <a:pt x="226813" y="129913"/>
                </a:lnTo>
                <a:lnTo>
                  <a:pt x="226253" y="130035"/>
                </a:lnTo>
                <a:lnTo>
                  <a:pt x="225708" y="130150"/>
                </a:lnTo>
                <a:lnTo>
                  <a:pt x="225148" y="130265"/>
                </a:lnTo>
                <a:lnTo>
                  <a:pt x="224581" y="130372"/>
                </a:lnTo>
                <a:lnTo>
                  <a:pt x="224007" y="130466"/>
                </a:lnTo>
                <a:lnTo>
                  <a:pt x="223440" y="130566"/>
                </a:lnTo>
                <a:lnTo>
                  <a:pt x="222858" y="130667"/>
                </a:lnTo>
                <a:lnTo>
                  <a:pt x="222277" y="130753"/>
                </a:lnTo>
                <a:lnTo>
                  <a:pt x="221681" y="130839"/>
                </a:lnTo>
                <a:lnTo>
                  <a:pt x="221086" y="130911"/>
                </a:lnTo>
                <a:lnTo>
                  <a:pt x="220483" y="130983"/>
                </a:lnTo>
                <a:lnTo>
                  <a:pt x="220059" y="131033"/>
                </a:lnTo>
                <a:lnTo>
                  <a:pt x="219622" y="131083"/>
                </a:lnTo>
                <a:lnTo>
                  <a:pt x="219191" y="131133"/>
                </a:lnTo>
                <a:lnTo>
                  <a:pt x="218760" y="131176"/>
                </a:lnTo>
                <a:lnTo>
                  <a:pt x="218323" y="131219"/>
                </a:lnTo>
                <a:lnTo>
                  <a:pt x="217892" y="131248"/>
                </a:lnTo>
                <a:lnTo>
                  <a:pt x="217454" y="131284"/>
                </a:lnTo>
                <a:lnTo>
                  <a:pt x="217016" y="131313"/>
                </a:lnTo>
                <a:lnTo>
                  <a:pt x="216571" y="131341"/>
                </a:lnTo>
                <a:lnTo>
                  <a:pt x="216141" y="131363"/>
                </a:lnTo>
                <a:lnTo>
                  <a:pt x="215703" y="131377"/>
                </a:lnTo>
                <a:lnTo>
                  <a:pt x="215258" y="131399"/>
                </a:lnTo>
                <a:lnTo>
                  <a:pt x="214827" y="131406"/>
                </a:lnTo>
                <a:lnTo>
                  <a:pt x="214390" y="131413"/>
                </a:lnTo>
                <a:lnTo>
                  <a:pt x="213952" y="131413"/>
                </a:lnTo>
                <a:lnTo>
                  <a:pt x="213528" y="131406"/>
                </a:lnTo>
                <a:lnTo>
                  <a:pt x="213306" y="131406"/>
                </a:lnTo>
                <a:lnTo>
                  <a:pt x="213098" y="131399"/>
                </a:lnTo>
                <a:lnTo>
                  <a:pt x="212890" y="131377"/>
                </a:lnTo>
                <a:lnTo>
                  <a:pt x="212681" y="131363"/>
                </a:lnTo>
                <a:lnTo>
                  <a:pt x="212488" y="131341"/>
                </a:lnTo>
                <a:lnTo>
                  <a:pt x="212287" y="131313"/>
                </a:lnTo>
                <a:lnTo>
                  <a:pt x="212093" y="131284"/>
                </a:lnTo>
                <a:lnTo>
                  <a:pt x="211899" y="131248"/>
                </a:lnTo>
                <a:lnTo>
                  <a:pt x="211526" y="131176"/>
                </a:lnTo>
                <a:lnTo>
                  <a:pt x="211160" y="131083"/>
                </a:lnTo>
                <a:lnTo>
                  <a:pt x="210808" y="130975"/>
                </a:lnTo>
                <a:lnTo>
                  <a:pt x="210464" y="130853"/>
                </a:lnTo>
                <a:lnTo>
                  <a:pt x="210134" y="130724"/>
                </a:lnTo>
                <a:lnTo>
                  <a:pt x="209818" y="130581"/>
                </a:lnTo>
                <a:lnTo>
                  <a:pt x="209502" y="130437"/>
                </a:lnTo>
                <a:lnTo>
                  <a:pt x="209201" y="130272"/>
                </a:lnTo>
                <a:lnTo>
                  <a:pt x="208906" y="130100"/>
                </a:lnTo>
                <a:lnTo>
                  <a:pt x="208612" y="129920"/>
                </a:lnTo>
                <a:lnTo>
                  <a:pt x="208332" y="129727"/>
                </a:lnTo>
                <a:lnTo>
                  <a:pt x="208052" y="129533"/>
                </a:lnTo>
                <a:lnTo>
                  <a:pt x="207815" y="129353"/>
                </a:lnTo>
                <a:lnTo>
                  <a:pt x="207579" y="129174"/>
                </a:lnTo>
                <a:lnTo>
                  <a:pt x="207363" y="128973"/>
                </a:lnTo>
                <a:lnTo>
                  <a:pt x="207134" y="128779"/>
                </a:lnTo>
                <a:lnTo>
                  <a:pt x="206911" y="128571"/>
                </a:lnTo>
                <a:lnTo>
                  <a:pt x="206696" y="128356"/>
                </a:lnTo>
                <a:lnTo>
                  <a:pt x="206480" y="128133"/>
                </a:lnTo>
                <a:lnTo>
                  <a:pt x="206265" y="127911"/>
                </a:lnTo>
                <a:lnTo>
                  <a:pt x="206064" y="127674"/>
                </a:lnTo>
                <a:lnTo>
                  <a:pt x="205856" y="127437"/>
                </a:lnTo>
                <a:lnTo>
                  <a:pt x="205662" y="127193"/>
                </a:lnTo>
                <a:lnTo>
                  <a:pt x="205461" y="126942"/>
                </a:lnTo>
                <a:lnTo>
                  <a:pt x="205268" y="126683"/>
                </a:lnTo>
                <a:lnTo>
                  <a:pt x="205074" y="126418"/>
                </a:lnTo>
                <a:lnTo>
                  <a:pt x="204887" y="126145"/>
                </a:lnTo>
                <a:lnTo>
                  <a:pt x="204701" y="125872"/>
                </a:lnTo>
                <a:lnTo>
                  <a:pt x="204521" y="125593"/>
                </a:lnTo>
                <a:lnTo>
                  <a:pt x="204342" y="125305"/>
                </a:lnTo>
                <a:lnTo>
                  <a:pt x="204162" y="125004"/>
                </a:lnTo>
                <a:lnTo>
                  <a:pt x="203990" y="124710"/>
                </a:lnTo>
                <a:lnTo>
                  <a:pt x="203818" y="124408"/>
                </a:lnTo>
                <a:lnTo>
                  <a:pt x="203646" y="124093"/>
                </a:lnTo>
                <a:lnTo>
                  <a:pt x="203488" y="123784"/>
                </a:lnTo>
                <a:lnTo>
                  <a:pt x="203323" y="123461"/>
                </a:lnTo>
                <a:lnTo>
                  <a:pt x="203165" y="123131"/>
                </a:lnTo>
                <a:lnTo>
                  <a:pt x="203007" y="122808"/>
                </a:lnTo>
                <a:lnTo>
                  <a:pt x="202849" y="122471"/>
                </a:lnTo>
                <a:lnTo>
                  <a:pt x="202698" y="122133"/>
                </a:lnTo>
                <a:lnTo>
                  <a:pt x="202397" y="121437"/>
                </a:lnTo>
                <a:lnTo>
                  <a:pt x="202110" y="120726"/>
                </a:lnTo>
                <a:lnTo>
                  <a:pt x="201873" y="120109"/>
                </a:lnTo>
                <a:lnTo>
                  <a:pt x="201636" y="119470"/>
                </a:lnTo>
                <a:lnTo>
                  <a:pt x="201399" y="118825"/>
                </a:lnTo>
                <a:lnTo>
                  <a:pt x="201169" y="118143"/>
                </a:lnTo>
                <a:lnTo>
                  <a:pt x="200940" y="117454"/>
                </a:lnTo>
                <a:lnTo>
                  <a:pt x="200717" y="116743"/>
                </a:lnTo>
                <a:lnTo>
                  <a:pt x="200495" y="116018"/>
                </a:lnTo>
                <a:lnTo>
                  <a:pt x="200272" y="115293"/>
                </a:lnTo>
                <a:lnTo>
                  <a:pt x="200057" y="114540"/>
                </a:lnTo>
                <a:lnTo>
                  <a:pt x="199849" y="113786"/>
                </a:lnTo>
                <a:lnTo>
                  <a:pt x="199634" y="113018"/>
                </a:lnTo>
                <a:lnTo>
                  <a:pt x="199425" y="112243"/>
                </a:lnTo>
                <a:lnTo>
                  <a:pt x="199232" y="111461"/>
                </a:lnTo>
                <a:lnTo>
                  <a:pt x="199024" y="110671"/>
                </a:lnTo>
                <a:lnTo>
                  <a:pt x="198837" y="109889"/>
                </a:lnTo>
                <a:lnTo>
                  <a:pt x="198636" y="109092"/>
                </a:lnTo>
                <a:lnTo>
                  <a:pt x="198270" y="107506"/>
                </a:lnTo>
                <a:lnTo>
                  <a:pt x="197925" y="105913"/>
                </a:lnTo>
                <a:lnTo>
                  <a:pt x="197588" y="104341"/>
                </a:lnTo>
                <a:lnTo>
                  <a:pt x="197272" y="102791"/>
                </a:lnTo>
                <a:lnTo>
                  <a:pt x="196978" y="101269"/>
                </a:lnTo>
                <a:lnTo>
                  <a:pt x="196713" y="99798"/>
                </a:lnTo>
                <a:lnTo>
                  <a:pt x="196461" y="98377"/>
                </a:lnTo>
                <a:lnTo>
                  <a:pt x="196232" y="97028"/>
                </a:lnTo>
                <a:lnTo>
                  <a:pt x="196110" y="96217"/>
                </a:lnTo>
                <a:lnTo>
                  <a:pt x="195980" y="95406"/>
                </a:lnTo>
                <a:lnTo>
                  <a:pt x="195858" y="94595"/>
                </a:lnTo>
                <a:lnTo>
                  <a:pt x="195744" y="93777"/>
                </a:lnTo>
                <a:lnTo>
                  <a:pt x="195622" y="92966"/>
                </a:lnTo>
                <a:lnTo>
                  <a:pt x="195521" y="92147"/>
                </a:lnTo>
                <a:lnTo>
                  <a:pt x="195413" y="91329"/>
                </a:lnTo>
                <a:lnTo>
                  <a:pt x="195306" y="90511"/>
                </a:lnTo>
                <a:lnTo>
                  <a:pt x="195205" y="89700"/>
                </a:lnTo>
                <a:lnTo>
                  <a:pt x="195105" y="88875"/>
                </a:lnTo>
                <a:lnTo>
                  <a:pt x="195019" y="88056"/>
                </a:lnTo>
                <a:lnTo>
                  <a:pt x="194925" y="87231"/>
                </a:lnTo>
                <a:lnTo>
                  <a:pt x="194839" y="86413"/>
                </a:lnTo>
                <a:lnTo>
                  <a:pt x="194753" y="85595"/>
                </a:lnTo>
                <a:lnTo>
                  <a:pt x="194674" y="84769"/>
                </a:lnTo>
                <a:lnTo>
                  <a:pt x="194595" y="83951"/>
                </a:lnTo>
                <a:lnTo>
                  <a:pt x="194516" y="83076"/>
                </a:lnTo>
                <a:lnTo>
                  <a:pt x="194445" y="82207"/>
                </a:lnTo>
                <a:lnTo>
                  <a:pt x="194380" y="81339"/>
                </a:lnTo>
                <a:lnTo>
                  <a:pt x="194308" y="80478"/>
                </a:lnTo>
                <a:lnTo>
                  <a:pt x="194251" y="79602"/>
                </a:lnTo>
                <a:lnTo>
                  <a:pt x="194193" y="78741"/>
                </a:lnTo>
                <a:lnTo>
                  <a:pt x="194136" y="77879"/>
                </a:lnTo>
                <a:lnTo>
                  <a:pt x="194093" y="77018"/>
                </a:lnTo>
                <a:lnTo>
                  <a:pt x="194043" y="76157"/>
                </a:lnTo>
                <a:lnTo>
                  <a:pt x="193992" y="75289"/>
                </a:lnTo>
                <a:lnTo>
                  <a:pt x="193942" y="74420"/>
                </a:lnTo>
                <a:lnTo>
                  <a:pt x="193899" y="73559"/>
                </a:lnTo>
                <a:lnTo>
                  <a:pt x="193849" y="72690"/>
                </a:lnTo>
                <a:lnTo>
                  <a:pt x="193799" y="71815"/>
                </a:lnTo>
                <a:lnTo>
                  <a:pt x="193756" y="70946"/>
                </a:lnTo>
                <a:lnTo>
                  <a:pt x="193705" y="70071"/>
                </a:lnTo>
                <a:lnTo>
                  <a:pt x="193677" y="69482"/>
                </a:lnTo>
                <a:lnTo>
                  <a:pt x="193655" y="68894"/>
                </a:lnTo>
                <a:lnTo>
                  <a:pt x="193626" y="68312"/>
                </a:lnTo>
                <a:lnTo>
                  <a:pt x="193619" y="67731"/>
                </a:lnTo>
                <a:lnTo>
                  <a:pt x="193612" y="67135"/>
                </a:lnTo>
                <a:lnTo>
                  <a:pt x="193605" y="66554"/>
                </a:lnTo>
                <a:lnTo>
                  <a:pt x="193605" y="65958"/>
                </a:lnTo>
                <a:lnTo>
                  <a:pt x="193605" y="65377"/>
                </a:lnTo>
                <a:lnTo>
                  <a:pt x="193626" y="64207"/>
                </a:lnTo>
                <a:lnTo>
                  <a:pt x="193662" y="63030"/>
                </a:lnTo>
                <a:lnTo>
                  <a:pt x="193705" y="61860"/>
                </a:lnTo>
                <a:lnTo>
                  <a:pt x="193763" y="60690"/>
                </a:lnTo>
                <a:lnTo>
                  <a:pt x="193827" y="59520"/>
                </a:lnTo>
                <a:lnTo>
                  <a:pt x="193906" y="58351"/>
                </a:lnTo>
                <a:lnTo>
                  <a:pt x="193992" y="57181"/>
                </a:lnTo>
                <a:lnTo>
                  <a:pt x="194071" y="56018"/>
                </a:lnTo>
                <a:lnTo>
                  <a:pt x="194172" y="54855"/>
                </a:lnTo>
                <a:lnTo>
                  <a:pt x="194265" y="53693"/>
                </a:lnTo>
                <a:lnTo>
                  <a:pt x="194358" y="52530"/>
                </a:lnTo>
                <a:lnTo>
                  <a:pt x="194459" y="51375"/>
                </a:lnTo>
                <a:lnTo>
                  <a:pt x="194516" y="50542"/>
                </a:lnTo>
                <a:lnTo>
                  <a:pt x="194588" y="49717"/>
                </a:lnTo>
                <a:lnTo>
                  <a:pt x="194667" y="48884"/>
                </a:lnTo>
                <a:lnTo>
                  <a:pt x="194753" y="48066"/>
                </a:lnTo>
                <a:lnTo>
                  <a:pt x="194847" y="47233"/>
                </a:lnTo>
                <a:lnTo>
                  <a:pt x="194933" y="46415"/>
                </a:lnTo>
                <a:lnTo>
                  <a:pt x="195033" y="45590"/>
                </a:lnTo>
                <a:lnTo>
                  <a:pt x="195141" y="44772"/>
                </a:lnTo>
                <a:lnTo>
                  <a:pt x="195248" y="43953"/>
                </a:lnTo>
                <a:lnTo>
                  <a:pt x="195356" y="43128"/>
                </a:lnTo>
                <a:lnTo>
                  <a:pt x="195464" y="42317"/>
                </a:lnTo>
                <a:lnTo>
                  <a:pt x="195579" y="41492"/>
                </a:lnTo>
                <a:lnTo>
                  <a:pt x="195679" y="40681"/>
                </a:lnTo>
                <a:lnTo>
                  <a:pt x="195787" y="39870"/>
                </a:lnTo>
                <a:lnTo>
                  <a:pt x="195902" y="39059"/>
                </a:lnTo>
                <a:lnTo>
                  <a:pt x="196009" y="38241"/>
                </a:lnTo>
                <a:lnTo>
                  <a:pt x="196088" y="37702"/>
                </a:lnTo>
                <a:lnTo>
                  <a:pt x="196160" y="37157"/>
                </a:lnTo>
                <a:lnTo>
                  <a:pt x="196239" y="36604"/>
                </a:lnTo>
                <a:lnTo>
                  <a:pt x="196332" y="36059"/>
                </a:lnTo>
                <a:lnTo>
                  <a:pt x="196418" y="35499"/>
                </a:lnTo>
                <a:lnTo>
                  <a:pt x="196512" y="34939"/>
                </a:lnTo>
                <a:lnTo>
                  <a:pt x="196612" y="34386"/>
                </a:lnTo>
                <a:lnTo>
                  <a:pt x="196713" y="33834"/>
                </a:lnTo>
                <a:lnTo>
                  <a:pt x="196813" y="33274"/>
                </a:lnTo>
                <a:lnTo>
                  <a:pt x="196913" y="32721"/>
                </a:lnTo>
                <a:lnTo>
                  <a:pt x="197021" y="32176"/>
                </a:lnTo>
                <a:lnTo>
                  <a:pt x="197129" y="31623"/>
                </a:lnTo>
                <a:lnTo>
                  <a:pt x="197236" y="31078"/>
                </a:lnTo>
                <a:lnTo>
                  <a:pt x="197351" y="30547"/>
                </a:lnTo>
                <a:lnTo>
                  <a:pt x="197459" y="30016"/>
                </a:lnTo>
                <a:lnTo>
                  <a:pt x="197574" y="29484"/>
                </a:lnTo>
                <a:lnTo>
                  <a:pt x="197689" y="28946"/>
                </a:lnTo>
                <a:lnTo>
                  <a:pt x="197803" y="28422"/>
                </a:lnTo>
                <a:lnTo>
                  <a:pt x="197918" y="27891"/>
                </a:lnTo>
                <a:lnTo>
                  <a:pt x="198033" y="27367"/>
                </a:lnTo>
                <a:lnTo>
                  <a:pt x="198148" y="26843"/>
                </a:lnTo>
                <a:lnTo>
                  <a:pt x="198263" y="26319"/>
                </a:lnTo>
                <a:lnTo>
                  <a:pt x="198385" y="25788"/>
                </a:lnTo>
                <a:lnTo>
                  <a:pt x="198507" y="25257"/>
                </a:lnTo>
                <a:lnTo>
                  <a:pt x="198600" y="24841"/>
                </a:lnTo>
                <a:lnTo>
                  <a:pt x="198715" y="24331"/>
                </a:lnTo>
                <a:lnTo>
                  <a:pt x="198844" y="23757"/>
                </a:lnTo>
                <a:lnTo>
                  <a:pt x="198980" y="23147"/>
                </a:lnTo>
                <a:lnTo>
                  <a:pt x="199131" y="22551"/>
                </a:lnTo>
                <a:lnTo>
                  <a:pt x="199275" y="22013"/>
                </a:lnTo>
                <a:lnTo>
                  <a:pt x="199346" y="21769"/>
                </a:lnTo>
                <a:lnTo>
                  <a:pt x="199411" y="21554"/>
                </a:lnTo>
                <a:lnTo>
                  <a:pt x="199476" y="21367"/>
                </a:lnTo>
                <a:lnTo>
                  <a:pt x="199540" y="21209"/>
                </a:lnTo>
                <a:lnTo>
                  <a:pt x="199605" y="20858"/>
                </a:lnTo>
                <a:lnTo>
                  <a:pt x="199698" y="20470"/>
                </a:lnTo>
                <a:lnTo>
                  <a:pt x="199806" y="20075"/>
                </a:lnTo>
                <a:lnTo>
                  <a:pt x="199921" y="19666"/>
                </a:lnTo>
                <a:lnTo>
                  <a:pt x="200035" y="19250"/>
                </a:lnTo>
                <a:lnTo>
                  <a:pt x="200158" y="18848"/>
                </a:lnTo>
                <a:lnTo>
                  <a:pt x="200272" y="18468"/>
                </a:lnTo>
                <a:lnTo>
                  <a:pt x="200380" y="18109"/>
                </a:lnTo>
                <a:lnTo>
                  <a:pt x="200495" y="17736"/>
                </a:lnTo>
                <a:lnTo>
                  <a:pt x="200610" y="17355"/>
                </a:lnTo>
                <a:lnTo>
                  <a:pt x="200724" y="16989"/>
                </a:lnTo>
                <a:lnTo>
                  <a:pt x="200839" y="16616"/>
                </a:lnTo>
                <a:lnTo>
                  <a:pt x="200947" y="16250"/>
                </a:lnTo>
                <a:lnTo>
                  <a:pt x="201062" y="15884"/>
                </a:lnTo>
                <a:lnTo>
                  <a:pt x="201177" y="15518"/>
                </a:lnTo>
                <a:lnTo>
                  <a:pt x="201291" y="15145"/>
                </a:lnTo>
                <a:lnTo>
                  <a:pt x="201507" y="14470"/>
                </a:lnTo>
                <a:lnTo>
                  <a:pt x="201736" y="13745"/>
                </a:lnTo>
                <a:lnTo>
                  <a:pt x="201980" y="12977"/>
                </a:lnTo>
                <a:lnTo>
                  <a:pt x="202246" y="12216"/>
                </a:lnTo>
                <a:lnTo>
                  <a:pt x="202375" y="11829"/>
                </a:lnTo>
                <a:lnTo>
                  <a:pt x="202512" y="11456"/>
                </a:lnTo>
                <a:lnTo>
                  <a:pt x="202655" y="11090"/>
                </a:lnTo>
                <a:lnTo>
                  <a:pt x="202791" y="10738"/>
                </a:lnTo>
                <a:lnTo>
                  <a:pt x="202935" y="10401"/>
                </a:lnTo>
                <a:lnTo>
                  <a:pt x="203079" y="10078"/>
                </a:lnTo>
                <a:lnTo>
                  <a:pt x="203222" y="9776"/>
                </a:lnTo>
                <a:lnTo>
                  <a:pt x="203358" y="9496"/>
                </a:lnTo>
                <a:lnTo>
                  <a:pt x="203416" y="9338"/>
                </a:lnTo>
                <a:lnTo>
                  <a:pt x="203488" y="9166"/>
                </a:lnTo>
                <a:lnTo>
                  <a:pt x="203559" y="8987"/>
                </a:lnTo>
                <a:lnTo>
                  <a:pt x="203638" y="8800"/>
                </a:lnTo>
                <a:lnTo>
                  <a:pt x="203832" y="8398"/>
                </a:lnTo>
                <a:lnTo>
                  <a:pt x="204040" y="7975"/>
                </a:lnTo>
                <a:lnTo>
                  <a:pt x="204284" y="7544"/>
                </a:lnTo>
                <a:lnTo>
                  <a:pt x="204543" y="7092"/>
                </a:lnTo>
                <a:lnTo>
                  <a:pt x="204808" y="6647"/>
                </a:lnTo>
                <a:lnTo>
                  <a:pt x="205088" y="6195"/>
                </a:lnTo>
                <a:lnTo>
                  <a:pt x="205368" y="5757"/>
                </a:lnTo>
                <a:lnTo>
                  <a:pt x="205655" y="5341"/>
                </a:lnTo>
                <a:lnTo>
                  <a:pt x="205928" y="4946"/>
                </a:lnTo>
                <a:lnTo>
                  <a:pt x="206193" y="4573"/>
                </a:lnTo>
                <a:lnTo>
                  <a:pt x="206452" y="4250"/>
                </a:lnTo>
                <a:lnTo>
                  <a:pt x="206689" y="3949"/>
                </a:lnTo>
                <a:lnTo>
                  <a:pt x="206796" y="3826"/>
                </a:lnTo>
                <a:lnTo>
                  <a:pt x="206904" y="3712"/>
                </a:lnTo>
                <a:lnTo>
                  <a:pt x="206997" y="3618"/>
                </a:lnTo>
                <a:lnTo>
                  <a:pt x="207083" y="3525"/>
                </a:lnTo>
                <a:lnTo>
                  <a:pt x="207435" y="3202"/>
                </a:lnTo>
                <a:lnTo>
                  <a:pt x="207729" y="2908"/>
                </a:lnTo>
                <a:lnTo>
                  <a:pt x="208009" y="2635"/>
                </a:lnTo>
                <a:lnTo>
                  <a:pt x="208289" y="2384"/>
                </a:lnTo>
                <a:lnTo>
                  <a:pt x="208425" y="2262"/>
                </a:lnTo>
                <a:lnTo>
                  <a:pt x="208576" y="2140"/>
                </a:lnTo>
                <a:lnTo>
                  <a:pt x="208734" y="2011"/>
                </a:lnTo>
                <a:lnTo>
                  <a:pt x="208906" y="1882"/>
                </a:lnTo>
                <a:lnTo>
                  <a:pt x="209093" y="1752"/>
                </a:lnTo>
                <a:lnTo>
                  <a:pt x="209301" y="1609"/>
                </a:lnTo>
                <a:lnTo>
                  <a:pt x="209524" y="1472"/>
                </a:lnTo>
                <a:lnTo>
                  <a:pt x="209768" y="1322"/>
                </a:lnTo>
                <a:lnTo>
                  <a:pt x="209954" y="1214"/>
                </a:lnTo>
                <a:lnTo>
                  <a:pt x="210155" y="1099"/>
                </a:lnTo>
                <a:lnTo>
                  <a:pt x="210349" y="992"/>
                </a:lnTo>
                <a:lnTo>
                  <a:pt x="210564" y="898"/>
                </a:lnTo>
                <a:lnTo>
                  <a:pt x="210780" y="798"/>
                </a:lnTo>
                <a:lnTo>
                  <a:pt x="210995" y="697"/>
                </a:lnTo>
                <a:lnTo>
                  <a:pt x="211217" y="611"/>
                </a:lnTo>
                <a:lnTo>
                  <a:pt x="211447" y="525"/>
                </a:lnTo>
                <a:lnTo>
                  <a:pt x="211677" y="453"/>
                </a:lnTo>
                <a:lnTo>
                  <a:pt x="211921" y="382"/>
                </a:lnTo>
                <a:lnTo>
                  <a:pt x="212165" y="310"/>
                </a:lnTo>
                <a:lnTo>
                  <a:pt x="212409" y="252"/>
                </a:lnTo>
                <a:lnTo>
                  <a:pt x="212660" y="209"/>
                </a:lnTo>
                <a:lnTo>
                  <a:pt x="212904" y="173"/>
                </a:lnTo>
                <a:lnTo>
                  <a:pt x="213155" y="137"/>
                </a:lnTo>
                <a:lnTo>
                  <a:pt x="213421" y="123"/>
                </a:lnTo>
                <a:lnTo>
                  <a:pt x="213557" y="80"/>
                </a:lnTo>
                <a:lnTo>
                  <a:pt x="213744" y="51"/>
                </a:lnTo>
                <a:lnTo>
                  <a:pt x="213945" y="23"/>
                </a:lnTo>
                <a:lnTo>
                  <a:pt x="214196" y="8"/>
                </a:lnTo>
                <a:close/>
                <a:moveTo>
                  <a:pt x="20871" y="0"/>
                </a:moveTo>
                <a:lnTo>
                  <a:pt x="21165" y="0"/>
                </a:lnTo>
                <a:lnTo>
                  <a:pt x="21488" y="7"/>
                </a:lnTo>
                <a:lnTo>
                  <a:pt x="21840" y="14"/>
                </a:lnTo>
                <a:lnTo>
                  <a:pt x="22593" y="58"/>
                </a:lnTo>
                <a:lnTo>
                  <a:pt x="23411" y="122"/>
                </a:lnTo>
                <a:lnTo>
                  <a:pt x="24265" y="194"/>
                </a:lnTo>
                <a:lnTo>
                  <a:pt x="25148" y="287"/>
                </a:lnTo>
                <a:lnTo>
                  <a:pt x="26031" y="388"/>
                </a:lnTo>
                <a:lnTo>
                  <a:pt x="26907" y="495"/>
                </a:lnTo>
                <a:lnTo>
                  <a:pt x="27739" y="603"/>
                </a:lnTo>
                <a:lnTo>
                  <a:pt x="28529" y="703"/>
                </a:lnTo>
                <a:lnTo>
                  <a:pt x="29246" y="804"/>
                </a:lnTo>
                <a:lnTo>
                  <a:pt x="29871" y="897"/>
                </a:lnTo>
                <a:lnTo>
                  <a:pt x="30387" y="976"/>
                </a:lnTo>
                <a:lnTo>
                  <a:pt x="30768" y="1048"/>
                </a:lnTo>
                <a:lnTo>
                  <a:pt x="31579" y="1206"/>
                </a:lnTo>
                <a:lnTo>
                  <a:pt x="32375" y="1371"/>
                </a:lnTo>
                <a:lnTo>
                  <a:pt x="33179" y="1543"/>
                </a:lnTo>
                <a:lnTo>
                  <a:pt x="33983" y="1723"/>
                </a:lnTo>
                <a:lnTo>
                  <a:pt x="34780" y="1916"/>
                </a:lnTo>
                <a:lnTo>
                  <a:pt x="35584" y="2117"/>
                </a:lnTo>
                <a:lnTo>
                  <a:pt x="36380" y="2325"/>
                </a:lnTo>
                <a:lnTo>
                  <a:pt x="37184" y="2548"/>
                </a:lnTo>
                <a:lnTo>
                  <a:pt x="37981" y="2770"/>
                </a:lnTo>
                <a:lnTo>
                  <a:pt x="38785" y="3000"/>
                </a:lnTo>
                <a:lnTo>
                  <a:pt x="39581" y="3237"/>
                </a:lnTo>
                <a:lnTo>
                  <a:pt x="40378" y="3481"/>
                </a:lnTo>
                <a:lnTo>
                  <a:pt x="41174" y="3739"/>
                </a:lnTo>
                <a:lnTo>
                  <a:pt x="41971" y="3991"/>
                </a:lnTo>
                <a:lnTo>
                  <a:pt x="42768" y="4256"/>
                </a:lnTo>
                <a:lnTo>
                  <a:pt x="43564" y="4529"/>
                </a:lnTo>
                <a:lnTo>
                  <a:pt x="44354" y="4794"/>
                </a:lnTo>
                <a:lnTo>
                  <a:pt x="45143" y="5074"/>
                </a:lnTo>
                <a:lnTo>
                  <a:pt x="45933" y="5361"/>
                </a:lnTo>
                <a:lnTo>
                  <a:pt x="46708" y="5648"/>
                </a:lnTo>
                <a:lnTo>
                  <a:pt x="47497" y="5936"/>
                </a:lnTo>
                <a:lnTo>
                  <a:pt x="48280" y="6237"/>
                </a:lnTo>
                <a:lnTo>
                  <a:pt x="49062" y="6538"/>
                </a:lnTo>
                <a:lnTo>
                  <a:pt x="49830" y="6840"/>
                </a:lnTo>
                <a:lnTo>
                  <a:pt x="51373" y="7450"/>
                </a:lnTo>
                <a:lnTo>
                  <a:pt x="52902" y="8074"/>
                </a:lnTo>
                <a:lnTo>
                  <a:pt x="54423" y="8706"/>
                </a:lnTo>
                <a:lnTo>
                  <a:pt x="55916" y="9337"/>
                </a:lnTo>
                <a:lnTo>
                  <a:pt x="56160" y="9438"/>
                </a:lnTo>
                <a:lnTo>
                  <a:pt x="56426" y="9546"/>
                </a:lnTo>
                <a:lnTo>
                  <a:pt x="56706" y="9653"/>
                </a:lnTo>
                <a:lnTo>
                  <a:pt x="56985" y="9761"/>
                </a:lnTo>
                <a:lnTo>
                  <a:pt x="57258" y="9876"/>
                </a:lnTo>
                <a:lnTo>
                  <a:pt x="57517" y="9991"/>
                </a:lnTo>
                <a:lnTo>
                  <a:pt x="57753" y="10113"/>
                </a:lnTo>
                <a:lnTo>
                  <a:pt x="57976" y="10235"/>
                </a:lnTo>
                <a:lnTo>
                  <a:pt x="58148" y="10285"/>
                </a:lnTo>
                <a:lnTo>
                  <a:pt x="58342" y="10349"/>
                </a:lnTo>
                <a:lnTo>
                  <a:pt x="58536" y="10414"/>
                </a:lnTo>
                <a:lnTo>
                  <a:pt x="58737" y="10486"/>
                </a:lnTo>
                <a:lnTo>
                  <a:pt x="59153" y="10658"/>
                </a:lnTo>
                <a:lnTo>
                  <a:pt x="59569" y="10845"/>
                </a:lnTo>
                <a:lnTo>
                  <a:pt x="60000" y="11031"/>
                </a:lnTo>
                <a:lnTo>
                  <a:pt x="60409" y="11211"/>
                </a:lnTo>
                <a:lnTo>
                  <a:pt x="60804" y="11390"/>
                </a:lnTo>
                <a:lnTo>
                  <a:pt x="61170" y="11541"/>
                </a:lnTo>
                <a:lnTo>
                  <a:pt x="61722" y="11771"/>
                </a:lnTo>
                <a:lnTo>
                  <a:pt x="62289" y="12007"/>
                </a:lnTo>
                <a:lnTo>
                  <a:pt x="62863" y="12251"/>
                </a:lnTo>
                <a:lnTo>
                  <a:pt x="63445" y="12510"/>
                </a:lnTo>
                <a:lnTo>
                  <a:pt x="64041" y="12775"/>
                </a:lnTo>
                <a:lnTo>
                  <a:pt x="64636" y="13034"/>
                </a:lnTo>
                <a:lnTo>
                  <a:pt x="65246" y="13314"/>
                </a:lnTo>
                <a:lnTo>
                  <a:pt x="65842" y="13586"/>
                </a:lnTo>
                <a:lnTo>
                  <a:pt x="66445" y="13866"/>
                </a:lnTo>
                <a:lnTo>
                  <a:pt x="67033" y="14146"/>
                </a:lnTo>
                <a:lnTo>
                  <a:pt x="67629" y="14426"/>
                </a:lnTo>
                <a:lnTo>
                  <a:pt x="68210" y="14692"/>
                </a:lnTo>
                <a:lnTo>
                  <a:pt x="68777" y="14971"/>
                </a:lnTo>
                <a:lnTo>
                  <a:pt x="69330" y="15244"/>
                </a:lnTo>
                <a:lnTo>
                  <a:pt x="69868" y="15517"/>
                </a:lnTo>
                <a:lnTo>
                  <a:pt x="70385" y="15775"/>
                </a:lnTo>
                <a:lnTo>
                  <a:pt x="71131" y="16156"/>
                </a:lnTo>
                <a:lnTo>
                  <a:pt x="71878" y="16543"/>
                </a:lnTo>
                <a:lnTo>
                  <a:pt x="72631" y="16931"/>
                </a:lnTo>
                <a:lnTo>
                  <a:pt x="73371" y="17318"/>
                </a:lnTo>
                <a:lnTo>
                  <a:pt x="74110" y="17713"/>
                </a:lnTo>
                <a:lnTo>
                  <a:pt x="74835" y="18108"/>
                </a:lnTo>
                <a:lnTo>
                  <a:pt x="75567" y="18510"/>
                </a:lnTo>
                <a:lnTo>
                  <a:pt x="76299" y="18912"/>
                </a:lnTo>
                <a:lnTo>
                  <a:pt x="77024" y="19321"/>
                </a:lnTo>
                <a:lnTo>
                  <a:pt x="77734" y="19730"/>
                </a:lnTo>
                <a:lnTo>
                  <a:pt x="78445" y="20139"/>
                </a:lnTo>
                <a:lnTo>
                  <a:pt x="79148" y="20548"/>
                </a:lnTo>
                <a:lnTo>
                  <a:pt x="79844" y="20957"/>
                </a:lnTo>
                <a:lnTo>
                  <a:pt x="80540" y="21381"/>
                </a:lnTo>
                <a:lnTo>
                  <a:pt x="81229" y="21797"/>
                </a:lnTo>
                <a:lnTo>
                  <a:pt x="81897" y="22227"/>
                </a:lnTo>
                <a:lnTo>
                  <a:pt x="82600" y="22665"/>
                </a:lnTo>
                <a:lnTo>
                  <a:pt x="83296" y="23103"/>
                </a:lnTo>
                <a:lnTo>
                  <a:pt x="83985" y="23541"/>
                </a:lnTo>
                <a:lnTo>
                  <a:pt x="84674" y="23972"/>
                </a:lnTo>
                <a:lnTo>
                  <a:pt x="85356" y="24416"/>
                </a:lnTo>
                <a:lnTo>
                  <a:pt x="86038" y="24854"/>
                </a:lnTo>
                <a:lnTo>
                  <a:pt x="86720" y="25299"/>
                </a:lnTo>
                <a:lnTo>
                  <a:pt x="87395" y="25759"/>
                </a:lnTo>
                <a:lnTo>
                  <a:pt x="88105" y="26232"/>
                </a:lnTo>
                <a:lnTo>
                  <a:pt x="88801" y="26713"/>
                </a:lnTo>
                <a:lnTo>
                  <a:pt x="89483" y="27180"/>
                </a:lnTo>
                <a:lnTo>
                  <a:pt x="90136" y="27646"/>
                </a:lnTo>
                <a:lnTo>
                  <a:pt x="90789" y="28105"/>
                </a:lnTo>
                <a:lnTo>
                  <a:pt x="91421" y="28565"/>
                </a:lnTo>
                <a:lnTo>
                  <a:pt x="92052" y="29017"/>
                </a:lnTo>
                <a:lnTo>
                  <a:pt x="92677" y="29476"/>
                </a:lnTo>
                <a:lnTo>
                  <a:pt x="93294" y="29928"/>
                </a:lnTo>
                <a:lnTo>
                  <a:pt x="93911" y="30388"/>
                </a:lnTo>
                <a:lnTo>
                  <a:pt x="94536" y="30854"/>
                </a:lnTo>
                <a:lnTo>
                  <a:pt x="95160" y="31321"/>
                </a:lnTo>
                <a:lnTo>
                  <a:pt x="95799" y="31795"/>
                </a:lnTo>
                <a:lnTo>
                  <a:pt x="96438" y="32268"/>
                </a:lnTo>
                <a:lnTo>
                  <a:pt x="97091" y="32763"/>
                </a:lnTo>
                <a:lnTo>
                  <a:pt x="97765" y="33259"/>
                </a:lnTo>
                <a:lnTo>
                  <a:pt x="98390" y="33732"/>
                </a:lnTo>
                <a:lnTo>
                  <a:pt x="99021" y="34228"/>
                </a:lnTo>
                <a:lnTo>
                  <a:pt x="99653" y="34737"/>
                </a:lnTo>
                <a:lnTo>
                  <a:pt x="100277" y="35247"/>
                </a:lnTo>
                <a:lnTo>
                  <a:pt x="100895" y="35749"/>
                </a:lnTo>
                <a:lnTo>
                  <a:pt x="101512" y="36259"/>
                </a:lnTo>
                <a:lnTo>
                  <a:pt x="102129" y="36754"/>
                </a:lnTo>
                <a:lnTo>
                  <a:pt x="102725" y="37220"/>
                </a:lnTo>
                <a:lnTo>
                  <a:pt x="114682" y="47742"/>
                </a:lnTo>
                <a:lnTo>
                  <a:pt x="114911" y="47964"/>
                </a:lnTo>
                <a:lnTo>
                  <a:pt x="115134" y="48194"/>
                </a:lnTo>
                <a:lnTo>
                  <a:pt x="115342" y="48424"/>
                </a:lnTo>
                <a:lnTo>
                  <a:pt x="115543" y="48653"/>
                </a:lnTo>
                <a:lnTo>
                  <a:pt x="115744" y="48883"/>
                </a:lnTo>
                <a:lnTo>
                  <a:pt x="115930" y="49106"/>
                </a:lnTo>
                <a:lnTo>
                  <a:pt x="116117" y="49321"/>
                </a:lnTo>
                <a:lnTo>
                  <a:pt x="116318" y="49515"/>
                </a:lnTo>
                <a:lnTo>
                  <a:pt x="116892" y="50082"/>
                </a:lnTo>
                <a:lnTo>
                  <a:pt x="117509" y="50706"/>
                </a:lnTo>
                <a:lnTo>
                  <a:pt x="118148" y="51366"/>
                </a:lnTo>
                <a:lnTo>
                  <a:pt x="118787" y="52055"/>
                </a:lnTo>
                <a:lnTo>
                  <a:pt x="119433" y="52752"/>
                </a:lnTo>
                <a:lnTo>
                  <a:pt x="120036" y="53441"/>
                </a:lnTo>
                <a:lnTo>
                  <a:pt x="120330" y="53778"/>
                </a:lnTo>
                <a:lnTo>
                  <a:pt x="120610" y="54115"/>
                </a:lnTo>
                <a:lnTo>
                  <a:pt x="120883" y="54438"/>
                </a:lnTo>
                <a:lnTo>
                  <a:pt x="121127" y="54740"/>
                </a:lnTo>
                <a:lnTo>
                  <a:pt x="121708" y="55457"/>
                </a:lnTo>
                <a:lnTo>
                  <a:pt x="122218" y="56096"/>
                </a:lnTo>
                <a:lnTo>
                  <a:pt x="122454" y="56397"/>
                </a:lnTo>
                <a:lnTo>
                  <a:pt x="122677" y="56699"/>
                </a:lnTo>
                <a:lnTo>
                  <a:pt x="122892" y="56993"/>
                </a:lnTo>
                <a:lnTo>
                  <a:pt x="123107" y="57280"/>
                </a:lnTo>
                <a:lnTo>
                  <a:pt x="123316" y="57582"/>
                </a:lnTo>
                <a:lnTo>
                  <a:pt x="123517" y="57890"/>
                </a:lnTo>
                <a:lnTo>
                  <a:pt x="123725" y="58199"/>
                </a:lnTo>
                <a:lnTo>
                  <a:pt x="123933" y="58529"/>
                </a:lnTo>
                <a:lnTo>
                  <a:pt x="124141" y="58874"/>
                </a:lnTo>
                <a:lnTo>
                  <a:pt x="124363" y="59240"/>
                </a:lnTo>
                <a:lnTo>
                  <a:pt x="124593" y="59642"/>
                </a:lnTo>
                <a:lnTo>
                  <a:pt x="124837" y="60065"/>
                </a:lnTo>
                <a:lnTo>
                  <a:pt x="124988" y="60345"/>
                </a:lnTo>
                <a:lnTo>
                  <a:pt x="125146" y="60682"/>
                </a:lnTo>
                <a:lnTo>
                  <a:pt x="125325" y="61048"/>
                </a:lnTo>
                <a:lnTo>
                  <a:pt x="125505" y="61457"/>
                </a:lnTo>
                <a:lnTo>
                  <a:pt x="125691" y="61895"/>
                </a:lnTo>
                <a:lnTo>
                  <a:pt x="125878" y="62362"/>
                </a:lnTo>
                <a:lnTo>
                  <a:pt x="126050" y="62850"/>
                </a:lnTo>
                <a:lnTo>
                  <a:pt x="126222" y="63338"/>
                </a:lnTo>
                <a:lnTo>
                  <a:pt x="126380" y="63840"/>
                </a:lnTo>
                <a:lnTo>
                  <a:pt x="126524" y="64342"/>
                </a:lnTo>
                <a:lnTo>
                  <a:pt x="126581" y="64587"/>
                </a:lnTo>
                <a:lnTo>
                  <a:pt x="126639" y="64838"/>
                </a:lnTo>
                <a:lnTo>
                  <a:pt x="126696" y="65082"/>
                </a:lnTo>
                <a:lnTo>
                  <a:pt x="126739" y="65319"/>
                </a:lnTo>
                <a:lnTo>
                  <a:pt x="126782" y="65548"/>
                </a:lnTo>
                <a:lnTo>
                  <a:pt x="126811" y="65778"/>
                </a:lnTo>
                <a:lnTo>
                  <a:pt x="126832" y="66000"/>
                </a:lnTo>
                <a:lnTo>
                  <a:pt x="126847" y="66216"/>
                </a:lnTo>
                <a:lnTo>
                  <a:pt x="126854" y="66424"/>
                </a:lnTo>
                <a:lnTo>
                  <a:pt x="126854" y="66625"/>
                </a:lnTo>
                <a:lnTo>
                  <a:pt x="126840" y="66811"/>
                </a:lnTo>
                <a:lnTo>
                  <a:pt x="126811" y="66991"/>
                </a:lnTo>
                <a:lnTo>
                  <a:pt x="126739" y="67400"/>
                </a:lnTo>
                <a:lnTo>
                  <a:pt x="126660" y="67795"/>
                </a:lnTo>
                <a:lnTo>
                  <a:pt x="126574" y="68189"/>
                </a:lnTo>
                <a:lnTo>
                  <a:pt x="126473" y="68563"/>
                </a:lnTo>
                <a:lnTo>
                  <a:pt x="126380" y="68943"/>
                </a:lnTo>
                <a:lnTo>
                  <a:pt x="126273" y="69309"/>
                </a:lnTo>
                <a:lnTo>
                  <a:pt x="126158" y="69675"/>
                </a:lnTo>
                <a:lnTo>
                  <a:pt x="126036" y="70027"/>
                </a:lnTo>
                <a:lnTo>
                  <a:pt x="125907" y="70371"/>
                </a:lnTo>
                <a:lnTo>
                  <a:pt x="125770" y="70716"/>
                </a:lnTo>
                <a:lnTo>
                  <a:pt x="125634" y="71053"/>
                </a:lnTo>
                <a:lnTo>
                  <a:pt x="125490" y="71383"/>
                </a:lnTo>
                <a:lnTo>
                  <a:pt x="125332" y="71713"/>
                </a:lnTo>
                <a:lnTo>
                  <a:pt x="125182" y="72036"/>
                </a:lnTo>
                <a:lnTo>
                  <a:pt x="125017" y="72352"/>
                </a:lnTo>
                <a:lnTo>
                  <a:pt x="124851" y="72668"/>
                </a:lnTo>
                <a:lnTo>
                  <a:pt x="124679" y="72984"/>
                </a:lnTo>
                <a:lnTo>
                  <a:pt x="124500" y="73285"/>
                </a:lnTo>
                <a:lnTo>
                  <a:pt x="124313" y="73594"/>
                </a:lnTo>
                <a:lnTo>
                  <a:pt x="124127" y="73895"/>
                </a:lnTo>
                <a:lnTo>
                  <a:pt x="123940" y="74189"/>
                </a:lnTo>
                <a:lnTo>
                  <a:pt x="123739" y="74491"/>
                </a:lnTo>
                <a:lnTo>
                  <a:pt x="123545" y="74792"/>
                </a:lnTo>
                <a:lnTo>
                  <a:pt x="123337" y="75087"/>
                </a:lnTo>
                <a:lnTo>
                  <a:pt x="122928" y="75668"/>
                </a:lnTo>
                <a:lnTo>
                  <a:pt x="122490" y="76264"/>
                </a:lnTo>
                <a:lnTo>
                  <a:pt x="122052" y="76845"/>
                </a:lnTo>
                <a:lnTo>
                  <a:pt x="121600" y="77433"/>
                </a:lnTo>
                <a:lnTo>
                  <a:pt x="121349" y="77749"/>
                </a:lnTo>
                <a:lnTo>
                  <a:pt x="121105" y="78051"/>
                </a:lnTo>
                <a:lnTo>
                  <a:pt x="120976" y="78201"/>
                </a:lnTo>
                <a:lnTo>
                  <a:pt x="120840" y="78338"/>
                </a:lnTo>
                <a:lnTo>
                  <a:pt x="120703" y="78481"/>
                </a:lnTo>
                <a:lnTo>
                  <a:pt x="120552" y="78610"/>
                </a:lnTo>
                <a:lnTo>
                  <a:pt x="120473" y="78725"/>
                </a:lnTo>
                <a:lnTo>
                  <a:pt x="120294" y="78926"/>
                </a:lnTo>
                <a:lnTo>
                  <a:pt x="120043" y="79206"/>
                </a:lnTo>
                <a:lnTo>
                  <a:pt x="119720" y="79551"/>
                </a:lnTo>
                <a:lnTo>
                  <a:pt x="119347" y="79953"/>
                </a:lnTo>
                <a:lnTo>
                  <a:pt x="118930" y="80398"/>
                </a:lnTo>
                <a:lnTo>
                  <a:pt x="118478" y="80871"/>
                </a:lnTo>
                <a:lnTo>
                  <a:pt x="118012" y="81352"/>
                </a:lnTo>
                <a:lnTo>
                  <a:pt x="117538" y="81840"/>
                </a:lnTo>
                <a:lnTo>
                  <a:pt x="117064" y="82321"/>
                </a:lnTo>
                <a:lnTo>
                  <a:pt x="116612" y="82788"/>
                </a:lnTo>
                <a:lnTo>
                  <a:pt x="116196" y="83218"/>
                </a:lnTo>
                <a:lnTo>
                  <a:pt x="115808" y="83606"/>
                </a:lnTo>
                <a:lnTo>
                  <a:pt x="115471" y="83943"/>
                </a:lnTo>
                <a:lnTo>
                  <a:pt x="115206" y="84209"/>
                </a:lnTo>
                <a:lnTo>
                  <a:pt x="115012" y="84388"/>
                </a:lnTo>
                <a:lnTo>
                  <a:pt x="114775" y="84618"/>
                </a:lnTo>
                <a:lnTo>
                  <a:pt x="114538" y="84855"/>
                </a:lnTo>
                <a:lnTo>
                  <a:pt x="114308" y="85070"/>
                </a:lnTo>
                <a:lnTo>
                  <a:pt x="114079" y="85292"/>
                </a:lnTo>
                <a:lnTo>
                  <a:pt x="113849" y="85515"/>
                </a:lnTo>
                <a:lnTo>
                  <a:pt x="113612" y="85744"/>
                </a:lnTo>
                <a:lnTo>
                  <a:pt x="113383" y="85974"/>
                </a:lnTo>
                <a:lnTo>
                  <a:pt x="113146" y="86218"/>
                </a:lnTo>
                <a:lnTo>
                  <a:pt x="111639" y="87560"/>
                </a:lnTo>
                <a:lnTo>
                  <a:pt x="111488" y="87704"/>
                </a:lnTo>
                <a:lnTo>
                  <a:pt x="111387" y="87797"/>
                </a:lnTo>
                <a:lnTo>
                  <a:pt x="111301" y="87883"/>
                </a:lnTo>
                <a:lnTo>
                  <a:pt x="111151" y="87998"/>
                </a:lnTo>
                <a:lnTo>
                  <a:pt x="110892" y="88213"/>
                </a:lnTo>
                <a:lnTo>
                  <a:pt x="110562" y="88479"/>
                </a:lnTo>
                <a:lnTo>
                  <a:pt x="110196" y="88795"/>
                </a:lnTo>
                <a:lnTo>
                  <a:pt x="109794" y="89146"/>
                </a:lnTo>
                <a:lnTo>
                  <a:pt x="109363" y="89534"/>
                </a:lnTo>
                <a:lnTo>
                  <a:pt x="108911" y="89929"/>
                </a:lnTo>
                <a:lnTo>
                  <a:pt x="108445" y="90338"/>
                </a:lnTo>
                <a:lnTo>
                  <a:pt x="107971" y="90754"/>
                </a:lnTo>
                <a:lnTo>
                  <a:pt x="107505" y="91156"/>
                </a:lnTo>
                <a:lnTo>
                  <a:pt x="107060" y="91551"/>
                </a:lnTo>
                <a:lnTo>
                  <a:pt x="106629" y="91917"/>
                </a:lnTo>
                <a:lnTo>
                  <a:pt x="106234" y="92254"/>
                </a:lnTo>
                <a:lnTo>
                  <a:pt x="105868" y="92548"/>
                </a:lnTo>
                <a:lnTo>
                  <a:pt x="105560" y="92785"/>
                </a:lnTo>
                <a:lnTo>
                  <a:pt x="105430" y="92886"/>
                </a:lnTo>
                <a:lnTo>
                  <a:pt x="105308" y="92972"/>
                </a:lnTo>
                <a:lnTo>
                  <a:pt x="105201" y="93036"/>
                </a:lnTo>
                <a:lnTo>
                  <a:pt x="105107" y="93087"/>
                </a:lnTo>
                <a:lnTo>
                  <a:pt x="105029" y="93173"/>
                </a:lnTo>
                <a:lnTo>
                  <a:pt x="104892" y="93302"/>
                </a:lnTo>
                <a:lnTo>
                  <a:pt x="104713" y="93460"/>
                </a:lnTo>
                <a:lnTo>
                  <a:pt x="104490" y="93646"/>
                </a:lnTo>
                <a:lnTo>
                  <a:pt x="103930" y="94106"/>
                </a:lnTo>
                <a:lnTo>
                  <a:pt x="103241" y="94666"/>
                </a:lnTo>
                <a:lnTo>
                  <a:pt x="102445" y="95297"/>
                </a:lnTo>
                <a:lnTo>
                  <a:pt x="101576" y="95986"/>
                </a:lnTo>
                <a:lnTo>
                  <a:pt x="100651" y="96711"/>
                </a:lnTo>
                <a:lnTo>
                  <a:pt x="99696" y="97450"/>
                </a:lnTo>
                <a:lnTo>
                  <a:pt x="98741" y="98182"/>
                </a:lnTo>
                <a:lnTo>
                  <a:pt x="97808" y="98893"/>
                </a:lnTo>
                <a:lnTo>
                  <a:pt x="96926" y="99568"/>
                </a:lnTo>
                <a:lnTo>
                  <a:pt x="96115" y="100178"/>
                </a:lnTo>
                <a:lnTo>
                  <a:pt x="95411" y="100694"/>
                </a:lnTo>
                <a:lnTo>
                  <a:pt x="94823" y="101111"/>
                </a:lnTo>
                <a:lnTo>
                  <a:pt x="94586" y="101283"/>
                </a:lnTo>
                <a:lnTo>
                  <a:pt x="94392" y="101419"/>
                </a:lnTo>
                <a:lnTo>
                  <a:pt x="94241" y="101505"/>
                </a:lnTo>
                <a:lnTo>
                  <a:pt x="94134" y="101570"/>
                </a:lnTo>
                <a:lnTo>
                  <a:pt x="93897" y="101764"/>
                </a:lnTo>
                <a:lnTo>
                  <a:pt x="93524" y="102044"/>
                </a:lnTo>
                <a:lnTo>
                  <a:pt x="93036" y="102395"/>
                </a:lnTo>
                <a:lnTo>
                  <a:pt x="92462" y="102804"/>
                </a:lnTo>
                <a:lnTo>
                  <a:pt x="91801" y="103264"/>
                </a:lnTo>
                <a:lnTo>
                  <a:pt x="91105" y="103759"/>
                </a:lnTo>
                <a:lnTo>
                  <a:pt x="90359" y="104268"/>
                </a:lnTo>
                <a:lnTo>
                  <a:pt x="89605" y="104785"/>
                </a:lnTo>
                <a:lnTo>
                  <a:pt x="88844" y="105302"/>
                </a:lnTo>
                <a:lnTo>
                  <a:pt x="88105" y="105797"/>
                </a:lnTo>
                <a:lnTo>
                  <a:pt x="87409" y="106264"/>
                </a:lnTo>
                <a:lnTo>
                  <a:pt x="86770" y="106680"/>
                </a:lnTo>
                <a:lnTo>
                  <a:pt x="86210" y="107032"/>
                </a:lnTo>
                <a:lnTo>
                  <a:pt x="85744" y="107326"/>
                </a:lnTo>
                <a:lnTo>
                  <a:pt x="85543" y="107441"/>
                </a:lnTo>
                <a:lnTo>
                  <a:pt x="85392" y="107527"/>
                </a:lnTo>
                <a:lnTo>
                  <a:pt x="85256" y="107591"/>
                </a:lnTo>
                <a:lnTo>
                  <a:pt x="85170" y="107635"/>
                </a:lnTo>
                <a:lnTo>
                  <a:pt x="85098" y="107706"/>
                </a:lnTo>
                <a:lnTo>
                  <a:pt x="84962" y="107807"/>
                </a:lnTo>
                <a:lnTo>
                  <a:pt x="84782" y="107929"/>
                </a:lnTo>
                <a:lnTo>
                  <a:pt x="84552" y="108087"/>
                </a:lnTo>
                <a:lnTo>
                  <a:pt x="83971" y="108453"/>
                </a:lnTo>
                <a:lnTo>
                  <a:pt x="83232" y="108919"/>
                </a:lnTo>
                <a:lnTo>
                  <a:pt x="82371" y="109443"/>
                </a:lnTo>
                <a:lnTo>
                  <a:pt x="81416" y="110010"/>
                </a:lnTo>
                <a:lnTo>
                  <a:pt x="80397" y="110606"/>
                </a:lnTo>
                <a:lnTo>
                  <a:pt x="79328" y="111230"/>
                </a:lnTo>
                <a:lnTo>
                  <a:pt x="78251" y="111847"/>
                </a:lnTo>
                <a:lnTo>
                  <a:pt x="77196" y="112458"/>
                </a:lnTo>
                <a:lnTo>
                  <a:pt x="76177" y="113024"/>
                </a:lnTo>
                <a:lnTo>
                  <a:pt x="75229" y="113548"/>
                </a:lnTo>
                <a:lnTo>
                  <a:pt x="74375" y="114015"/>
                </a:lnTo>
                <a:lnTo>
                  <a:pt x="73658" y="114395"/>
                </a:lnTo>
                <a:lnTo>
                  <a:pt x="73349" y="114560"/>
                </a:lnTo>
                <a:lnTo>
                  <a:pt x="73091" y="114682"/>
                </a:lnTo>
                <a:lnTo>
                  <a:pt x="72868" y="114790"/>
                </a:lnTo>
                <a:lnTo>
                  <a:pt x="72696" y="114862"/>
                </a:lnTo>
                <a:lnTo>
                  <a:pt x="72438" y="115020"/>
                </a:lnTo>
                <a:lnTo>
                  <a:pt x="72179" y="115178"/>
                </a:lnTo>
                <a:lnTo>
                  <a:pt x="71899" y="115328"/>
                </a:lnTo>
                <a:lnTo>
                  <a:pt x="71612" y="115486"/>
                </a:lnTo>
                <a:lnTo>
                  <a:pt x="71009" y="115780"/>
                </a:lnTo>
                <a:lnTo>
                  <a:pt x="70385" y="116075"/>
                </a:lnTo>
                <a:lnTo>
                  <a:pt x="69761" y="116369"/>
                </a:lnTo>
                <a:lnTo>
                  <a:pt x="69136" y="116656"/>
                </a:lnTo>
                <a:lnTo>
                  <a:pt x="68541" y="116929"/>
                </a:lnTo>
                <a:lnTo>
                  <a:pt x="67974" y="117209"/>
                </a:lnTo>
                <a:lnTo>
                  <a:pt x="67679" y="117359"/>
                </a:lnTo>
                <a:lnTo>
                  <a:pt x="67378" y="117496"/>
                </a:lnTo>
                <a:lnTo>
                  <a:pt x="67076" y="117639"/>
                </a:lnTo>
                <a:lnTo>
                  <a:pt x="66775" y="117769"/>
                </a:lnTo>
                <a:lnTo>
                  <a:pt x="66481" y="117912"/>
                </a:lnTo>
                <a:lnTo>
                  <a:pt x="66172" y="118041"/>
                </a:lnTo>
                <a:lnTo>
                  <a:pt x="65871" y="118170"/>
                </a:lnTo>
                <a:lnTo>
                  <a:pt x="65576" y="118314"/>
                </a:lnTo>
                <a:lnTo>
                  <a:pt x="65311" y="118436"/>
                </a:lnTo>
                <a:lnTo>
                  <a:pt x="65017" y="118580"/>
                </a:lnTo>
                <a:lnTo>
                  <a:pt x="64686" y="118730"/>
                </a:lnTo>
                <a:lnTo>
                  <a:pt x="64342" y="118888"/>
                </a:lnTo>
                <a:lnTo>
                  <a:pt x="64005" y="119046"/>
                </a:lnTo>
                <a:lnTo>
                  <a:pt x="63674" y="119175"/>
                </a:lnTo>
                <a:lnTo>
                  <a:pt x="63366" y="119290"/>
                </a:lnTo>
                <a:lnTo>
                  <a:pt x="63100" y="119376"/>
                </a:lnTo>
                <a:lnTo>
                  <a:pt x="62756" y="119556"/>
                </a:lnTo>
                <a:lnTo>
                  <a:pt x="62368" y="119728"/>
                </a:lnTo>
                <a:lnTo>
                  <a:pt x="61959" y="119907"/>
                </a:lnTo>
                <a:lnTo>
                  <a:pt x="61536" y="120080"/>
                </a:lnTo>
                <a:lnTo>
                  <a:pt x="61098" y="120252"/>
                </a:lnTo>
                <a:lnTo>
                  <a:pt x="60674" y="120417"/>
                </a:lnTo>
                <a:lnTo>
                  <a:pt x="60258" y="120568"/>
                </a:lnTo>
                <a:lnTo>
                  <a:pt x="59885" y="120725"/>
                </a:lnTo>
                <a:lnTo>
                  <a:pt x="59533" y="120869"/>
                </a:lnTo>
                <a:lnTo>
                  <a:pt x="59052" y="121056"/>
                </a:lnTo>
                <a:lnTo>
                  <a:pt x="58478" y="121285"/>
                </a:lnTo>
                <a:lnTo>
                  <a:pt x="57825" y="121558"/>
                </a:lnTo>
                <a:lnTo>
                  <a:pt x="57093" y="121845"/>
                </a:lnTo>
                <a:lnTo>
                  <a:pt x="56311" y="122161"/>
                </a:lnTo>
                <a:lnTo>
                  <a:pt x="55507" y="122484"/>
                </a:lnTo>
                <a:lnTo>
                  <a:pt x="54696" y="122814"/>
                </a:lnTo>
                <a:lnTo>
                  <a:pt x="53878" y="123130"/>
                </a:lnTo>
                <a:lnTo>
                  <a:pt x="53088" y="123446"/>
                </a:lnTo>
                <a:lnTo>
                  <a:pt x="52349" y="123733"/>
                </a:lnTo>
                <a:lnTo>
                  <a:pt x="51674" y="123998"/>
                </a:lnTo>
                <a:lnTo>
                  <a:pt x="51072" y="124221"/>
                </a:lnTo>
                <a:lnTo>
                  <a:pt x="50569" y="124400"/>
                </a:lnTo>
                <a:lnTo>
                  <a:pt x="50196" y="124529"/>
                </a:lnTo>
                <a:lnTo>
                  <a:pt x="49945" y="124601"/>
                </a:lnTo>
                <a:lnTo>
                  <a:pt x="49830" y="124659"/>
                </a:lnTo>
                <a:lnTo>
                  <a:pt x="49643" y="124752"/>
                </a:lnTo>
                <a:lnTo>
                  <a:pt x="49385" y="124867"/>
                </a:lnTo>
                <a:lnTo>
                  <a:pt x="49069" y="124989"/>
                </a:lnTo>
                <a:lnTo>
                  <a:pt x="48294" y="125283"/>
                </a:lnTo>
                <a:lnTo>
                  <a:pt x="47426" y="125606"/>
                </a:lnTo>
                <a:lnTo>
                  <a:pt x="46529" y="125914"/>
                </a:lnTo>
                <a:lnTo>
                  <a:pt x="45703" y="126216"/>
                </a:lnTo>
                <a:lnTo>
                  <a:pt x="45021" y="126453"/>
                </a:lnTo>
                <a:lnTo>
                  <a:pt x="44576" y="126596"/>
                </a:lnTo>
                <a:lnTo>
                  <a:pt x="43464" y="126970"/>
                </a:lnTo>
                <a:lnTo>
                  <a:pt x="42373" y="127328"/>
                </a:lnTo>
                <a:lnTo>
                  <a:pt x="41289" y="127673"/>
                </a:lnTo>
                <a:lnTo>
                  <a:pt x="40213" y="128010"/>
                </a:lnTo>
                <a:lnTo>
                  <a:pt x="39151" y="128340"/>
                </a:lnTo>
                <a:lnTo>
                  <a:pt x="38074" y="128663"/>
                </a:lnTo>
                <a:lnTo>
                  <a:pt x="37005" y="128965"/>
                </a:lnTo>
                <a:lnTo>
                  <a:pt x="35928" y="129252"/>
                </a:lnTo>
                <a:lnTo>
                  <a:pt x="35390" y="129388"/>
                </a:lnTo>
                <a:lnTo>
                  <a:pt x="34844" y="129532"/>
                </a:lnTo>
                <a:lnTo>
                  <a:pt x="34299" y="129661"/>
                </a:lnTo>
                <a:lnTo>
                  <a:pt x="33761" y="129783"/>
                </a:lnTo>
                <a:lnTo>
                  <a:pt x="33208" y="129912"/>
                </a:lnTo>
                <a:lnTo>
                  <a:pt x="32648" y="130034"/>
                </a:lnTo>
                <a:lnTo>
                  <a:pt x="32103" y="130149"/>
                </a:lnTo>
                <a:lnTo>
                  <a:pt x="31543" y="130264"/>
                </a:lnTo>
                <a:lnTo>
                  <a:pt x="30976" y="130371"/>
                </a:lnTo>
                <a:lnTo>
                  <a:pt x="30402" y="130465"/>
                </a:lnTo>
                <a:lnTo>
                  <a:pt x="29835" y="130565"/>
                </a:lnTo>
                <a:lnTo>
                  <a:pt x="29253" y="130666"/>
                </a:lnTo>
                <a:lnTo>
                  <a:pt x="28672" y="130752"/>
                </a:lnTo>
                <a:lnTo>
                  <a:pt x="28076" y="130838"/>
                </a:lnTo>
                <a:lnTo>
                  <a:pt x="27481" y="130910"/>
                </a:lnTo>
                <a:lnTo>
                  <a:pt x="26878" y="130982"/>
                </a:lnTo>
                <a:lnTo>
                  <a:pt x="26454" y="131032"/>
                </a:lnTo>
                <a:lnTo>
                  <a:pt x="26017" y="131082"/>
                </a:lnTo>
                <a:lnTo>
                  <a:pt x="25586" y="131132"/>
                </a:lnTo>
                <a:lnTo>
                  <a:pt x="25155" y="131175"/>
                </a:lnTo>
                <a:lnTo>
                  <a:pt x="24718" y="131218"/>
                </a:lnTo>
                <a:lnTo>
                  <a:pt x="24287" y="131247"/>
                </a:lnTo>
                <a:lnTo>
                  <a:pt x="23849" y="131283"/>
                </a:lnTo>
                <a:lnTo>
                  <a:pt x="23411" y="131312"/>
                </a:lnTo>
                <a:lnTo>
                  <a:pt x="22966" y="131340"/>
                </a:lnTo>
                <a:lnTo>
                  <a:pt x="22536" y="131362"/>
                </a:lnTo>
                <a:lnTo>
                  <a:pt x="22098" y="131376"/>
                </a:lnTo>
                <a:lnTo>
                  <a:pt x="21653" y="131398"/>
                </a:lnTo>
                <a:lnTo>
                  <a:pt x="21222" y="131405"/>
                </a:lnTo>
                <a:lnTo>
                  <a:pt x="20785" y="131412"/>
                </a:lnTo>
                <a:lnTo>
                  <a:pt x="20347" y="131412"/>
                </a:lnTo>
                <a:lnTo>
                  <a:pt x="19923" y="131405"/>
                </a:lnTo>
                <a:lnTo>
                  <a:pt x="19701" y="131405"/>
                </a:lnTo>
                <a:lnTo>
                  <a:pt x="19493" y="131398"/>
                </a:lnTo>
                <a:lnTo>
                  <a:pt x="19285" y="131376"/>
                </a:lnTo>
                <a:lnTo>
                  <a:pt x="19076" y="131362"/>
                </a:lnTo>
                <a:lnTo>
                  <a:pt x="18883" y="131340"/>
                </a:lnTo>
                <a:lnTo>
                  <a:pt x="18682" y="131312"/>
                </a:lnTo>
                <a:lnTo>
                  <a:pt x="18488" y="131283"/>
                </a:lnTo>
                <a:lnTo>
                  <a:pt x="18294" y="131247"/>
                </a:lnTo>
                <a:lnTo>
                  <a:pt x="17921" y="131175"/>
                </a:lnTo>
                <a:lnTo>
                  <a:pt x="17555" y="131082"/>
                </a:lnTo>
                <a:lnTo>
                  <a:pt x="17203" y="130974"/>
                </a:lnTo>
                <a:lnTo>
                  <a:pt x="16859" y="130852"/>
                </a:lnTo>
                <a:lnTo>
                  <a:pt x="16529" y="130723"/>
                </a:lnTo>
                <a:lnTo>
                  <a:pt x="16213" y="130580"/>
                </a:lnTo>
                <a:lnTo>
                  <a:pt x="15897" y="130436"/>
                </a:lnTo>
                <a:lnTo>
                  <a:pt x="15596" y="130271"/>
                </a:lnTo>
                <a:lnTo>
                  <a:pt x="15301" y="130099"/>
                </a:lnTo>
                <a:lnTo>
                  <a:pt x="15007" y="129919"/>
                </a:lnTo>
                <a:lnTo>
                  <a:pt x="14727" y="129726"/>
                </a:lnTo>
                <a:lnTo>
                  <a:pt x="14447" y="129532"/>
                </a:lnTo>
                <a:lnTo>
                  <a:pt x="14210" y="129352"/>
                </a:lnTo>
                <a:lnTo>
                  <a:pt x="13974" y="129173"/>
                </a:lnTo>
                <a:lnTo>
                  <a:pt x="13758" y="128972"/>
                </a:lnTo>
                <a:lnTo>
                  <a:pt x="13529" y="128778"/>
                </a:lnTo>
                <a:lnTo>
                  <a:pt x="13306" y="128570"/>
                </a:lnTo>
                <a:lnTo>
                  <a:pt x="13091" y="128355"/>
                </a:lnTo>
                <a:lnTo>
                  <a:pt x="12875" y="128132"/>
                </a:lnTo>
                <a:lnTo>
                  <a:pt x="12660" y="127910"/>
                </a:lnTo>
                <a:lnTo>
                  <a:pt x="12459" y="127673"/>
                </a:lnTo>
                <a:lnTo>
                  <a:pt x="12251" y="127436"/>
                </a:lnTo>
                <a:lnTo>
                  <a:pt x="12057" y="127192"/>
                </a:lnTo>
                <a:lnTo>
                  <a:pt x="11856" y="126941"/>
                </a:lnTo>
                <a:lnTo>
                  <a:pt x="11663" y="126682"/>
                </a:lnTo>
                <a:lnTo>
                  <a:pt x="11469" y="126417"/>
                </a:lnTo>
                <a:lnTo>
                  <a:pt x="11282" y="126144"/>
                </a:lnTo>
                <a:lnTo>
                  <a:pt x="11096" y="125871"/>
                </a:lnTo>
                <a:lnTo>
                  <a:pt x="10916" y="125592"/>
                </a:lnTo>
                <a:lnTo>
                  <a:pt x="10737" y="125304"/>
                </a:lnTo>
                <a:lnTo>
                  <a:pt x="10557" y="125003"/>
                </a:lnTo>
                <a:lnTo>
                  <a:pt x="10385" y="124709"/>
                </a:lnTo>
                <a:lnTo>
                  <a:pt x="10213" y="124407"/>
                </a:lnTo>
                <a:lnTo>
                  <a:pt x="10041" y="124092"/>
                </a:lnTo>
                <a:lnTo>
                  <a:pt x="9883" y="123783"/>
                </a:lnTo>
                <a:lnTo>
                  <a:pt x="9718" y="123460"/>
                </a:lnTo>
                <a:lnTo>
                  <a:pt x="9560" y="123130"/>
                </a:lnTo>
                <a:lnTo>
                  <a:pt x="9402" y="122807"/>
                </a:lnTo>
                <a:lnTo>
                  <a:pt x="9244" y="122470"/>
                </a:lnTo>
                <a:lnTo>
                  <a:pt x="9093" y="122132"/>
                </a:lnTo>
                <a:lnTo>
                  <a:pt x="8792" y="121436"/>
                </a:lnTo>
                <a:lnTo>
                  <a:pt x="8505" y="120725"/>
                </a:lnTo>
                <a:lnTo>
                  <a:pt x="8268" y="120108"/>
                </a:lnTo>
                <a:lnTo>
                  <a:pt x="8031" y="119469"/>
                </a:lnTo>
                <a:lnTo>
                  <a:pt x="7794" y="118824"/>
                </a:lnTo>
                <a:lnTo>
                  <a:pt x="7564" y="118142"/>
                </a:lnTo>
                <a:lnTo>
                  <a:pt x="7335" y="117453"/>
                </a:lnTo>
                <a:lnTo>
                  <a:pt x="7112" y="116742"/>
                </a:lnTo>
                <a:lnTo>
                  <a:pt x="6890" y="116017"/>
                </a:lnTo>
                <a:lnTo>
                  <a:pt x="6667" y="115292"/>
                </a:lnTo>
                <a:lnTo>
                  <a:pt x="6452" y="114539"/>
                </a:lnTo>
                <a:lnTo>
                  <a:pt x="6244" y="113785"/>
                </a:lnTo>
                <a:lnTo>
                  <a:pt x="6029" y="113017"/>
                </a:lnTo>
                <a:lnTo>
                  <a:pt x="5820" y="112242"/>
                </a:lnTo>
                <a:lnTo>
                  <a:pt x="5627" y="111460"/>
                </a:lnTo>
                <a:lnTo>
                  <a:pt x="5419" y="110670"/>
                </a:lnTo>
                <a:lnTo>
                  <a:pt x="5232" y="109888"/>
                </a:lnTo>
                <a:lnTo>
                  <a:pt x="5031" y="109091"/>
                </a:lnTo>
                <a:lnTo>
                  <a:pt x="4665" y="107505"/>
                </a:lnTo>
                <a:lnTo>
                  <a:pt x="4320" y="105912"/>
                </a:lnTo>
                <a:lnTo>
                  <a:pt x="3983" y="104340"/>
                </a:lnTo>
                <a:lnTo>
                  <a:pt x="3667" y="102790"/>
                </a:lnTo>
                <a:lnTo>
                  <a:pt x="3373" y="101268"/>
                </a:lnTo>
                <a:lnTo>
                  <a:pt x="3108" y="99797"/>
                </a:lnTo>
                <a:lnTo>
                  <a:pt x="2856" y="98376"/>
                </a:lnTo>
                <a:lnTo>
                  <a:pt x="2627" y="97027"/>
                </a:lnTo>
                <a:lnTo>
                  <a:pt x="2505" y="96216"/>
                </a:lnTo>
                <a:lnTo>
                  <a:pt x="2375" y="95405"/>
                </a:lnTo>
                <a:lnTo>
                  <a:pt x="2253" y="94594"/>
                </a:lnTo>
                <a:lnTo>
                  <a:pt x="2139" y="93776"/>
                </a:lnTo>
                <a:lnTo>
                  <a:pt x="2017" y="92965"/>
                </a:lnTo>
                <a:lnTo>
                  <a:pt x="1916" y="92146"/>
                </a:lnTo>
                <a:lnTo>
                  <a:pt x="1808" y="91328"/>
                </a:lnTo>
                <a:lnTo>
                  <a:pt x="1701" y="90510"/>
                </a:lnTo>
                <a:lnTo>
                  <a:pt x="1600" y="89699"/>
                </a:lnTo>
                <a:lnTo>
                  <a:pt x="1500" y="88874"/>
                </a:lnTo>
                <a:lnTo>
                  <a:pt x="1414" y="88055"/>
                </a:lnTo>
                <a:lnTo>
                  <a:pt x="1320" y="87230"/>
                </a:lnTo>
                <a:lnTo>
                  <a:pt x="1234" y="86412"/>
                </a:lnTo>
                <a:lnTo>
                  <a:pt x="1148" y="85594"/>
                </a:lnTo>
                <a:lnTo>
                  <a:pt x="1069" y="84768"/>
                </a:lnTo>
                <a:lnTo>
                  <a:pt x="990" y="83950"/>
                </a:lnTo>
                <a:lnTo>
                  <a:pt x="911" y="83075"/>
                </a:lnTo>
                <a:lnTo>
                  <a:pt x="840" y="82206"/>
                </a:lnTo>
                <a:lnTo>
                  <a:pt x="775" y="81338"/>
                </a:lnTo>
                <a:lnTo>
                  <a:pt x="703" y="80477"/>
                </a:lnTo>
                <a:lnTo>
                  <a:pt x="646" y="79601"/>
                </a:lnTo>
                <a:lnTo>
                  <a:pt x="588" y="78740"/>
                </a:lnTo>
                <a:lnTo>
                  <a:pt x="531" y="77878"/>
                </a:lnTo>
                <a:lnTo>
                  <a:pt x="488" y="77017"/>
                </a:lnTo>
                <a:lnTo>
                  <a:pt x="438" y="76156"/>
                </a:lnTo>
                <a:lnTo>
                  <a:pt x="387" y="75288"/>
                </a:lnTo>
                <a:lnTo>
                  <a:pt x="337" y="74419"/>
                </a:lnTo>
                <a:lnTo>
                  <a:pt x="294" y="73558"/>
                </a:lnTo>
                <a:lnTo>
                  <a:pt x="244" y="72689"/>
                </a:lnTo>
                <a:lnTo>
                  <a:pt x="194" y="71814"/>
                </a:lnTo>
                <a:lnTo>
                  <a:pt x="151" y="70945"/>
                </a:lnTo>
                <a:lnTo>
                  <a:pt x="100" y="70070"/>
                </a:lnTo>
                <a:lnTo>
                  <a:pt x="72" y="69481"/>
                </a:lnTo>
                <a:lnTo>
                  <a:pt x="50" y="68893"/>
                </a:lnTo>
                <a:lnTo>
                  <a:pt x="21" y="68311"/>
                </a:lnTo>
                <a:lnTo>
                  <a:pt x="14" y="67730"/>
                </a:lnTo>
                <a:lnTo>
                  <a:pt x="7" y="67134"/>
                </a:lnTo>
                <a:lnTo>
                  <a:pt x="0" y="66553"/>
                </a:lnTo>
                <a:lnTo>
                  <a:pt x="0" y="65957"/>
                </a:lnTo>
                <a:lnTo>
                  <a:pt x="0" y="65376"/>
                </a:lnTo>
                <a:lnTo>
                  <a:pt x="21" y="64206"/>
                </a:lnTo>
                <a:lnTo>
                  <a:pt x="57" y="63029"/>
                </a:lnTo>
                <a:lnTo>
                  <a:pt x="100" y="61859"/>
                </a:lnTo>
                <a:lnTo>
                  <a:pt x="158" y="60689"/>
                </a:lnTo>
                <a:lnTo>
                  <a:pt x="222" y="59519"/>
                </a:lnTo>
                <a:lnTo>
                  <a:pt x="301" y="58350"/>
                </a:lnTo>
                <a:lnTo>
                  <a:pt x="387" y="57180"/>
                </a:lnTo>
                <a:lnTo>
                  <a:pt x="466" y="56017"/>
                </a:lnTo>
                <a:lnTo>
                  <a:pt x="567" y="54854"/>
                </a:lnTo>
                <a:lnTo>
                  <a:pt x="660" y="53692"/>
                </a:lnTo>
                <a:lnTo>
                  <a:pt x="753" y="52529"/>
                </a:lnTo>
                <a:lnTo>
                  <a:pt x="854" y="51374"/>
                </a:lnTo>
                <a:lnTo>
                  <a:pt x="911" y="50541"/>
                </a:lnTo>
                <a:lnTo>
                  <a:pt x="983" y="49716"/>
                </a:lnTo>
                <a:lnTo>
                  <a:pt x="1062" y="48883"/>
                </a:lnTo>
                <a:lnTo>
                  <a:pt x="1148" y="48065"/>
                </a:lnTo>
                <a:lnTo>
                  <a:pt x="1242" y="47232"/>
                </a:lnTo>
                <a:lnTo>
                  <a:pt x="1328" y="46414"/>
                </a:lnTo>
                <a:lnTo>
                  <a:pt x="1428" y="45589"/>
                </a:lnTo>
                <a:lnTo>
                  <a:pt x="1536" y="44771"/>
                </a:lnTo>
                <a:lnTo>
                  <a:pt x="1643" y="43952"/>
                </a:lnTo>
                <a:lnTo>
                  <a:pt x="1751" y="43127"/>
                </a:lnTo>
                <a:lnTo>
                  <a:pt x="1859" y="42316"/>
                </a:lnTo>
                <a:lnTo>
                  <a:pt x="1974" y="41491"/>
                </a:lnTo>
                <a:lnTo>
                  <a:pt x="2074" y="40680"/>
                </a:lnTo>
                <a:lnTo>
                  <a:pt x="2182" y="39869"/>
                </a:lnTo>
                <a:lnTo>
                  <a:pt x="2297" y="39058"/>
                </a:lnTo>
                <a:lnTo>
                  <a:pt x="2404" y="38240"/>
                </a:lnTo>
                <a:lnTo>
                  <a:pt x="2483" y="37701"/>
                </a:lnTo>
                <a:lnTo>
                  <a:pt x="2555" y="37156"/>
                </a:lnTo>
                <a:lnTo>
                  <a:pt x="2634" y="36603"/>
                </a:lnTo>
                <a:lnTo>
                  <a:pt x="2727" y="36058"/>
                </a:lnTo>
                <a:lnTo>
                  <a:pt x="2813" y="35498"/>
                </a:lnTo>
                <a:lnTo>
                  <a:pt x="2907" y="34938"/>
                </a:lnTo>
                <a:lnTo>
                  <a:pt x="3007" y="34385"/>
                </a:lnTo>
                <a:lnTo>
                  <a:pt x="3108" y="33833"/>
                </a:lnTo>
                <a:lnTo>
                  <a:pt x="3208" y="33273"/>
                </a:lnTo>
                <a:lnTo>
                  <a:pt x="3308" y="32720"/>
                </a:lnTo>
                <a:lnTo>
                  <a:pt x="3416" y="32175"/>
                </a:lnTo>
                <a:lnTo>
                  <a:pt x="3524" y="31622"/>
                </a:lnTo>
                <a:lnTo>
                  <a:pt x="3631" y="31077"/>
                </a:lnTo>
                <a:lnTo>
                  <a:pt x="3746" y="30546"/>
                </a:lnTo>
                <a:lnTo>
                  <a:pt x="3854" y="30015"/>
                </a:lnTo>
                <a:lnTo>
                  <a:pt x="3969" y="29483"/>
                </a:lnTo>
                <a:lnTo>
                  <a:pt x="4084" y="28945"/>
                </a:lnTo>
                <a:lnTo>
                  <a:pt x="4198" y="28421"/>
                </a:lnTo>
                <a:lnTo>
                  <a:pt x="4313" y="27890"/>
                </a:lnTo>
                <a:lnTo>
                  <a:pt x="4428" y="27366"/>
                </a:lnTo>
                <a:lnTo>
                  <a:pt x="4543" y="26842"/>
                </a:lnTo>
                <a:lnTo>
                  <a:pt x="4658" y="26318"/>
                </a:lnTo>
                <a:lnTo>
                  <a:pt x="4780" y="25787"/>
                </a:lnTo>
                <a:lnTo>
                  <a:pt x="4902" y="25256"/>
                </a:lnTo>
                <a:lnTo>
                  <a:pt x="4995" y="24840"/>
                </a:lnTo>
                <a:lnTo>
                  <a:pt x="5110" y="24330"/>
                </a:lnTo>
                <a:lnTo>
                  <a:pt x="5239" y="23756"/>
                </a:lnTo>
                <a:lnTo>
                  <a:pt x="5375" y="23146"/>
                </a:lnTo>
                <a:lnTo>
                  <a:pt x="5526" y="22550"/>
                </a:lnTo>
                <a:lnTo>
                  <a:pt x="5670" y="22012"/>
                </a:lnTo>
                <a:lnTo>
                  <a:pt x="5741" y="21768"/>
                </a:lnTo>
                <a:lnTo>
                  <a:pt x="5806" y="21553"/>
                </a:lnTo>
                <a:lnTo>
                  <a:pt x="5871" y="21366"/>
                </a:lnTo>
                <a:lnTo>
                  <a:pt x="5935" y="21208"/>
                </a:lnTo>
                <a:lnTo>
                  <a:pt x="6000" y="20857"/>
                </a:lnTo>
                <a:lnTo>
                  <a:pt x="6093" y="20469"/>
                </a:lnTo>
                <a:lnTo>
                  <a:pt x="6201" y="20074"/>
                </a:lnTo>
                <a:lnTo>
                  <a:pt x="6316" y="19665"/>
                </a:lnTo>
                <a:lnTo>
                  <a:pt x="6430" y="19249"/>
                </a:lnTo>
                <a:lnTo>
                  <a:pt x="6553" y="18847"/>
                </a:lnTo>
                <a:lnTo>
                  <a:pt x="6667" y="18467"/>
                </a:lnTo>
                <a:lnTo>
                  <a:pt x="6775" y="18108"/>
                </a:lnTo>
                <a:lnTo>
                  <a:pt x="6890" y="17735"/>
                </a:lnTo>
                <a:lnTo>
                  <a:pt x="7005" y="17354"/>
                </a:lnTo>
                <a:lnTo>
                  <a:pt x="7119" y="16988"/>
                </a:lnTo>
                <a:lnTo>
                  <a:pt x="7234" y="16615"/>
                </a:lnTo>
                <a:lnTo>
                  <a:pt x="7342" y="16249"/>
                </a:lnTo>
                <a:lnTo>
                  <a:pt x="7457" y="15883"/>
                </a:lnTo>
                <a:lnTo>
                  <a:pt x="7572" y="15517"/>
                </a:lnTo>
                <a:lnTo>
                  <a:pt x="7686" y="15144"/>
                </a:lnTo>
                <a:lnTo>
                  <a:pt x="7902" y="14469"/>
                </a:lnTo>
                <a:lnTo>
                  <a:pt x="8131" y="13744"/>
                </a:lnTo>
                <a:lnTo>
                  <a:pt x="8375" y="12976"/>
                </a:lnTo>
                <a:lnTo>
                  <a:pt x="8641" y="12215"/>
                </a:lnTo>
                <a:lnTo>
                  <a:pt x="8770" y="11828"/>
                </a:lnTo>
                <a:lnTo>
                  <a:pt x="8907" y="11455"/>
                </a:lnTo>
                <a:lnTo>
                  <a:pt x="9050" y="11089"/>
                </a:lnTo>
                <a:lnTo>
                  <a:pt x="9186" y="10737"/>
                </a:lnTo>
                <a:lnTo>
                  <a:pt x="9330" y="10400"/>
                </a:lnTo>
                <a:lnTo>
                  <a:pt x="9474" y="10077"/>
                </a:lnTo>
                <a:lnTo>
                  <a:pt x="9617" y="9775"/>
                </a:lnTo>
                <a:lnTo>
                  <a:pt x="9753" y="9495"/>
                </a:lnTo>
                <a:lnTo>
                  <a:pt x="9811" y="9337"/>
                </a:lnTo>
                <a:lnTo>
                  <a:pt x="9883" y="9165"/>
                </a:lnTo>
                <a:lnTo>
                  <a:pt x="9954" y="8986"/>
                </a:lnTo>
                <a:lnTo>
                  <a:pt x="10033" y="8799"/>
                </a:lnTo>
                <a:lnTo>
                  <a:pt x="10227" y="8397"/>
                </a:lnTo>
                <a:lnTo>
                  <a:pt x="10435" y="7974"/>
                </a:lnTo>
                <a:lnTo>
                  <a:pt x="10679" y="7543"/>
                </a:lnTo>
                <a:lnTo>
                  <a:pt x="10938" y="7091"/>
                </a:lnTo>
                <a:lnTo>
                  <a:pt x="11203" y="6646"/>
                </a:lnTo>
                <a:lnTo>
                  <a:pt x="11483" y="6194"/>
                </a:lnTo>
                <a:lnTo>
                  <a:pt x="11763" y="5756"/>
                </a:lnTo>
                <a:lnTo>
                  <a:pt x="12050" y="5340"/>
                </a:lnTo>
                <a:lnTo>
                  <a:pt x="12323" y="4945"/>
                </a:lnTo>
                <a:lnTo>
                  <a:pt x="12588" y="4572"/>
                </a:lnTo>
                <a:lnTo>
                  <a:pt x="12847" y="4249"/>
                </a:lnTo>
                <a:lnTo>
                  <a:pt x="13084" y="3948"/>
                </a:lnTo>
                <a:lnTo>
                  <a:pt x="13191" y="3825"/>
                </a:lnTo>
                <a:lnTo>
                  <a:pt x="13299" y="3711"/>
                </a:lnTo>
                <a:lnTo>
                  <a:pt x="13392" y="3617"/>
                </a:lnTo>
                <a:lnTo>
                  <a:pt x="13478" y="3524"/>
                </a:lnTo>
                <a:lnTo>
                  <a:pt x="13830" y="3201"/>
                </a:lnTo>
                <a:lnTo>
                  <a:pt x="14124" y="2907"/>
                </a:lnTo>
                <a:lnTo>
                  <a:pt x="14404" y="2634"/>
                </a:lnTo>
                <a:lnTo>
                  <a:pt x="14684" y="2383"/>
                </a:lnTo>
                <a:lnTo>
                  <a:pt x="14820" y="2261"/>
                </a:lnTo>
                <a:lnTo>
                  <a:pt x="14971" y="2139"/>
                </a:lnTo>
                <a:lnTo>
                  <a:pt x="15129" y="2010"/>
                </a:lnTo>
                <a:lnTo>
                  <a:pt x="15301" y="1881"/>
                </a:lnTo>
                <a:lnTo>
                  <a:pt x="15488" y="1751"/>
                </a:lnTo>
                <a:lnTo>
                  <a:pt x="15696" y="1608"/>
                </a:lnTo>
                <a:lnTo>
                  <a:pt x="15919" y="1471"/>
                </a:lnTo>
                <a:lnTo>
                  <a:pt x="16163" y="1321"/>
                </a:lnTo>
                <a:lnTo>
                  <a:pt x="16349" y="1213"/>
                </a:lnTo>
                <a:lnTo>
                  <a:pt x="16550" y="1098"/>
                </a:lnTo>
                <a:lnTo>
                  <a:pt x="16744" y="991"/>
                </a:lnTo>
                <a:lnTo>
                  <a:pt x="16959" y="897"/>
                </a:lnTo>
                <a:lnTo>
                  <a:pt x="17175" y="797"/>
                </a:lnTo>
                <a:lnTo>
                  <a:pt x="17390" y="696"/>
                </a:lnTo>
                <a:lnTo>
                  <a:pt x="17612" y="610"/>
                </a:lnTo>
                <a:lnTo>
                  <a:pt x="17842" y="524"/>
                </a:lnTo>
                <a:lnTo>
                  <a:pt x="18072" y="452"/>
                </a:lnTo>
                <a:lnTo>
                  <a:pt x="18316" y="381"/>
                </a:lnTo>
                <a:lnTo>
                  <a:pt x="18560" y="309"/>
                </a:lnTo>
                <a:lnTo>
                  <a:pt x="18804" y="251"/>
                </a:lnTo>
                <a:lnTo>
                  <a:pt x="19055" y="208"/>
                </a:lnTo>
                <a:lnTo>
                  <a:pt x="19299" y="172"/>
                </a:lnTo>
                <a:lnTo>
                  <a:pt x="19550" y="136"/>
                </a:lnTo>
                <a:lnTo>
                  <a:pt x="19816" y="122"/>
                </a:lnTo>
                <a:lnTo>
                  <a:pt x="19952" y="79"/>
                </a:lnTo>
                <a:lnTo>
                  <a:pt x="20139" y="50"/>
                </a:lnTo>
                <a:lnTo>
                  <a:pt x="20340" y="22"/>
                </a:lnTo>
                <a:lnTo>
                  <a:pt x="20591" y="7"/>
                </a:lnTo>
                <a:close/>
              </a:path>
            </a:pathLst>
          </a:custGeom>
          <a:gradFill>
            <a:gsLst>
              <a:gs pos="0">
                <a:srgbClr val="FFFFFF">
                  <a:alpha val="50000"/>
                </a:srgbClr>
              </a:gs>
              <a:gs pos="60000">
                <a:srgbClr val="FFFFFF"/>
              </a:gs>
            </a:gsLst>
            <a:lin ang="2700000"/>
          </a:gradFill>
        </p:spPr>
        <p:txBody>
          <a:bodyPr vert="horz" wrap="square" lIns="91440" tIns="45720" rIns="91440" bIns="45720" anchor="t">
            <a:prstTxWarp prst="textNoShape">
              <a:avLst/>
            </a:prstTxWarp>
            <a:noAutofit/>
          </a:bodyPr>
          <a:lstStyle/>
          <a:p>
            <a:pPr marL="0" marR="0" indent="0" algn="l" fontAlgn="auto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/>
          </a:p>
        </p:txBody>
      </p:sp>
      <p:sp>
        <p:nvSpPr>
          <p:cNvPr id="8" name="TextBox 8"/>
          <p:cNvSpPr txBox="1"/>
          <p:nvPr/>
        </p:nvSpPr>
        <p:spPr>
          <a:xfrm>
            <a:off x="660400" y="128587"/>
            <a:ext cx="10858500" cy="90011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marL="0" algn="l">
              <a:lnSpc>
                <a:spcPct val="90000"/>
              </a:lnSpc>
              <a:spcBef>
                <a:spcPct val="0"/>
              </a:spcBef>
              <a:defRPr/>
            </a:pPr>
            <a:r>
              <a:rPr lang="zh-CN" altLang="en-US" sz="2800" b="1" i="0" u="none" baseline="0">
                <a:solidFill>
                  <a:srgbClr val="000000"/>
                </a:solidFill>
                <a:latin typeface="微软雅黑"/>
                <a:ea typeface="微软雅黑"/>
              </a:rPr>
              <a:t>Business Impact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10795000" y="6540500"/>
            <a:ext cx="1270000" cy="1905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rtlCol="0" anchor="t"/>
          <a:lstStyle/>
          <a:p>
            <a:pPr algn="r">
              <a:defRPr/>
            </a:pPr>
            <a:r>
              <a:rPr lang="en-US" sz="800" b="0" i="0" u="none" baseline="0">
                <a:solidFill>
                  <a:srgbClr val="808080"/>
                </a:solidFill>
                <a:latin typeface="Microsoft YaHei"/>
                <a:ea typeface="Microsoft YaHei"/>
              </a:rPr>
              <a:t>内容由AI生成</a:t>
            </a:r>
            <a:endParaRPr lang="en-US" sz="110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xmlns="" id="{6729B6E3-A134-D372-1746-7318A8518787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79136" y="113665"/>
            <a:ext cx="2185863" cy="625157"/>
          </a:xfrm>
          <a:prstGeom prst="rect">
            <a:avLst/>
          </a:prstGeom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title"/>
          </p:nvPr>
        </p:nvSpPr>
        <p:spPr>
          <a:xfrm>
            <a:off x="660399" y="1163301"/>
            <a:ext cx="10858500" cy="2649655"/>
          </a:xfrm>
        </p:spPr>
        <p:txBody>
          <a:bodyPr vert="horz" lIns="91440" tIns="45720" rIns="91440" bIns="45720" anchor="b">
            <a:normAutofit/>
          </a:bodyPr>
          <a:lstStyle/>
          <a:p>
            <a:pPr algn="ctr">
              <a:lnSpc>
                <a:spcPct val="100000"/>
              </a:lnSpc>
              <a:spcBef>
                <a:spcPct val="0"/>
              </a:spcBef>
              <a:buNone/>
            </a:pPr>
            <a:r>
              <a:rPr lang="zh-CN" altLang="en-US" sz="7200" b="1" i="0" u="none" baseline="0">
                <a:solidFill>
                  <a:srgbClr val="000000"/>
                </a:solidFill>
                <a:latin typeface="微软雅黑"/>
                <a:ea typeface="微软雅黑"/>
              </a:rPr>
              <a:t>Thank you for watching.</a:t>
            </a:r>
          </a:p>
        </p:txBody>
      </p:sp>
      <p:sp>
        <p:nvSpPr>
          <p:cNvPr id="4" name="AutoShape 4"/>
          <p:cNvSpPr/>
          <p:nvPr/>
        </p:nvSpPr>
        <p:spPr>
          <a:xfrm>
            <a:off x="10795000" y="6540500"/>
            <a:ext cx="1270000" cy="1905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rtlCol="0" anchor="t"/>
          <a:lstStyle/>
          <a:p>
            <a:pPr algn="r">
              <a:defRPr/>
            </a:pPr>
            <a:r>
              <a:rPr lang="en-US" sz="800" b="0" i="0" u="none" baseline="0">
                <a:solidFill>
                  <a:srgbClr val="808080"/>
                </a:solidFill>
                <a:latin typeface="Microsoft YaHei"/>
                <a:ea typeface="Microsoft YaHei"/>
              </a:rPr>
              <a:t>内容由AI生成</a:t>
            </a:r>
            <a:endParaRPr lang="en-US" sz="110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xmlns="" id="{6729B6E3-A134-D372-1746-7318A8518787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79136" y="113665"/>
            <a:ext cx="2185864" cy="625157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778495"/>
      </a:dk2>
      <a:lt2>
        <a:srgbClr val="F0F0F0"/>
      </a:lt2>
      <a:accent1>
        <a:srgbClr val="FF9A2C"/>
      </a:accent1>
      <a:accent2>
        <a:srgbClr val="FFC717"/>
      </a:accent2>
      <a:accent3>
        <a:srgbClr val="FF5900"/>
      </a:accent3>
      <a:accent4>
        <a:srgbClr val="2B4BA9"/>
      </a:accent4>
      <a:accent5>
        <a:srgbClr val="A5A5A5"/>
      </a:accent5>
      <a:accent6>
        <a:srgbClr val="C9C9C9"/>
      </a:accent6>
      <a:hlink>
        <a:srgbClr val="FF9A2C"/>
      </a:hlink>
      <a:folHlink>
        <a:srgbClr val="BFBFBF"/>
      </a:folHlink>
    </a:clrScheme>
    <a:fontScheme name="Office">
      <a:majorFont>
        <a:latin typeface="Arial"/>
        <a:ea typeface="微软雅黑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Arial"/>
        <a:ea typeface="微软雅黑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192</TotalTime>
  <Words>953</Words>
  <Application>Microsoft Office PowerPoint</Application>
  <PresentationFormat>Custom</PresentationFormat>
  <Paragraphs>178</Paragraphs>
  <Slides>41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41</vt:i4>
      </vt:variant>
    </vt:vector>
  </HeadingPairs>
  <TitlesOfParts>
    <vt:vector size="42" baseType="lpstr">
      <vt:lpstr>Office Theme</vt:lpstr>
      <vt:lpstr>Shopify Sales &amp; Customer Analytics </vt:lpstr>
      <vt:lpstr>PowerPoint Presentation</vt:lpstr>
      <vt:lpstr>Section 1: Opening</vt:lpstr>
      <vt:lpstr>Cover Slide</vt:lpstr>
      <vt:lpstr>Executive Summary</vt:lpstr>
      <vt:lpstr>Business Problem</vt:lpstr>
      <vt:lpstr>Business Objectives</vt:lpstr>
      <vt:lpstr>Solution Architecture</vt:lpstr>
      <vt:lpstr>Section 2: Dataset</vt:lpstr>
      <vt:lpstr>Dataset Overview</vt:lpstr>
      <vt:lpstr>Dataset Statistics</vt:lpstr>
      <vt:lpstr>PowerPoint Presentation</vt:lpstr>
      <vt:lpstr>PowerPoint Presentation</vt:lpstr>
      <vt:lpstr>Data Model</vt:lpstr>
      <vt:lpstr>Section 3: DAX</vt:lpstr>
      <vt:lpstr>Business KPIs</vt:lpstr>
      <vt:lpstr>DAX Categories</vt:lpstr>
      <vt:lpstr>Important DAX Formulas</vt:lpstr>
      <vt:lpstr>PowerPoint Presentation</vt:lpstr>
      <vt:lpstr>PowerPoint Presentation</vt:lpstr>
      <vt:lpstr>Section 4: Dashboard Pages</vt:lpstr>
      <vt:lpstr>Standard Dashboard Page Layout</vt:lpstr>
      <vt:lpstr>Navigation Page Layout</vt:lpstr>
      <vt:lpstr>PowerPoint Presentation</vt:lpstr>
      <vt:lpstr>Executive Sales Page Layout</vt:lpstr>
      <vt:lpstr>Sales Performance Page Layout</vt:lpstr>
      <vt:lpstr>PowerPoint Presentation</vt:lpstr>
      <vt:lpstr>Customer Page Layout</vt:lpstr>
      <vt:lpstr>Section 5: Insights</vt:lpstr>
      <vt:lpstr>PowerPoint Presentation</vt:lpstr>
      <vt:lpstr>PowerPoint Presentation</vt:lpstr>
      <vt:lpstr>PowerPoint Presentation</vt:lpstr>
      <vt:lpstr>Product Page Layout</vt:lpstr>
      <vt:lpstr>PowerPoint Presentation</vt:lpstr>
      <vt:lpstr>Geographic Page Layout</vt:lpstr>
      <vt:lpstr>PowerPoint Presentation</vt:lpstr>
      <vt:lpstr>Retention Page Layout</vt:lpstr>
      <vt:lpstr>Section 6: Closing</vt:lpstr>
      <vt:lpstr>PowerPoint Presentation</vt:lpstr>
      <vt:lpstr>PowerPoint Presentation</vt:lpstr>
      <vt:lpstr>Thank you for watching.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Shopify Sales Analytics Dashboard</dc:title>
  <cp:lastModifiedBy>HP</cp:lastModifiedBy>
  <cp:revision>9</cp:revision>
  <dcterms:created xsi:type="dcterms:W3CDTF">2026-07-28T07:08:53Z</dcterms:created>
  <dcterms:modified xsi:type="dcterms:W3CDTF">2026-07-29T16:00:48Z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pyright">
    <vt:lpwstr>https://docmee.cn</vt:lpwstr>
  </property>
  <property fmtid="{D5CDD505-2E9C-101B-9397-08002B2CF9AE}" pid="3" name="developer">
    <vt:lpwstr>https://github.com/veasion</vt:lpwstr>
  </property>
  <property fmtid="{D5CDD505-2E9C-101B-9397-08002B2CF9AE}" pid="4" name="AIGC">
    <vt:lpwstr>{"ContentPropagator":"文多多","Label":"1","ReservedCode1":"1785222533637","ProduceID":"wenduoduo-pptx-1785222533637","ReservedCode2":"1785222533637","PropagateID":"wenduoduo-pptx1785222533637","ContentProducer":"文多多"}</vt:lpwstr>
  </property>
</Properties>
</file>